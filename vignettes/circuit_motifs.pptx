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0.xml"/><Relationship Id="rId18" Type="http://schemas.openxmlformats.org/officeDocument/2006/relationships/customXml" Target="../ink/ink15.xml"/><Relationship Id="rId26" Type="http://schemas.openxmlformats.org/officeDocument/2006/relationships/image" Target="../media/image4.png"/><Relationship Id="rId39" Type="http://schemas.openxmlformats.org/officeDocument/2006/relationships/image" Target="../media/image10.png"/><Relationship Id="rId21" Type="http://schemas.openxmlformats.org/officeDocument/2006/relationships/customXml" Target="../ink/ink18.xml"/><Relationship Id="rId34" Type="http://schemas.openxmlformats.org/officeDocument/2006/relationships/customXml" Target="../ink/ink26.xml"/><Relationship Id="rId42" Type="http://schemas.openxmlformats.org/officeDocument/2006/relationships/customXml" Target="../ink/ink30.xml"/><Relationship Id="rId47" Type="http://schemas.openxmlformats.org/officeDocument/2006/relationships/image" Target="../media/image14.png"/><Relationship Id="rId7" Type="http://schemas.openxmlformats.org/officeDocument/2006/relationships/customXml" Target="../ink/ink5.xml"/><Relationship Id="rId2" Type="http://schemas.openxmlformats.org/officeDocument/2006/relationships/customXml" Target="../ink/ink1.xml"/><Relationship Id="rId16" Type="http://schemas.openxmlformats.org/officeDocument/2006/relationships/customXml" Target="../ink/ink13.xml"/><Relationship Id="rId29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4.xml"/><Relationship Id="rId11" Type="http://schemas.openxmlformats.org/officeDocument/2006/relationships/customXml" Target="../ink/ink9.xml"/><Relationship Id="rId24" Type="http://schemas.openxmlformats.org/officeDocument/2006/relationships/image" Target="../media/image30.png"/><Relationship Id="rId32" Type="http://schemas.openxmlformats.org/officeDocument/2006/relationships/customXml" Target="../ink/ink25.xml"/><Relationship Id="rId37" Type="http://schemas.openxmlformats.org/officeDocument/2006/relationships/image" Target="../media/image9.png"/><Relationship Id="rId40" Type="http://schemas.openxmlformats.org/officeDocument/2006/relationships/customXml" Target="../ink/ink29.xml"/><Relationship Id="rId45" Type="http://schemas.openxmlformats.org/officeDocument/2006/relationships/image" Target="../media/image13.png"/><Relationship Id="rId5" Type="http://schemas.openxmlformats.org/officeDocument/2006/relationships/customXml" Target="../ink/ink3.xml"/><Relationship Id="rId15" Type="http://schemas.openxmlformats.org/officeDocument/2006/relationships/customXml" Target="../ink/ink12.xml"/><Relationship Id="rId23" Type="http://schemas.openxmlformats.org/officeDocument/2006/relationships/customXml" Target="../ink/ink20.xml"/><Relationship Id="rId28" Type="http://schemas.openxmlformats.org/officeDocument/2006/relationships/customXml" Target="../ink/ink23.xml"/><Relationship Id="rId36" Type="http://schemas.openxmlformats.org/officeDocument/2006/relationships/customXml" Target="../ink/ink27.xml"/><Relationship Id="rId10" Type="http://schemas.openxmlformats.org/officeDocument/2006/relationships/customXml" Target="../ink/ink8.xml"/><Relationship Id="rId19" Type="http://schemas.openxmlformats.org/officeDocument/2006/relationships/customXml" Target="../ink/ink16.xml"/><Relationship Id="rId31" Type="http://schemas.openxmlformats.org/officeDocument/2006/relationships/image" Target="../media/image6.png"/><Relationship Id="rId44" Type="http://schemas.openxmlformats.org/officeDocument/2006/relationships/customXml" Target="../ink/ink31.xml"/><Relationship Id="rId4" Type="http://schemas.openxmlformats.org/officeDocument/2006/relationships/customXml" Target="../ink/ink2.xml"/><Relationship Id="rId9" Type="http://schemas.openxmlformats.org/officeDocument/2006/relationships/customXml" Target="../ink/ink7.xml"/><Relationship Id="rId14" Type="http://schemas.openxmlformats.org/officeDocument/2006/relationships/customXml" Target="../ink/ink11.xml"/><Relationship Id="rId22" Type="http://schemas.openxmlformats.org/officeDocument/2006/relationships/customXml" Target="../ink/ink19.xml"/><Relationship Id="rId27" Type="http://schemas.openxmlformats.org/officeDocument/2006/relationships/customXml" Target="../ink/ink22.xml"/><Relationship Id="rId30" Type="http://schemas.openxmlformats.org/officeDocument/2006/relationships/customXml" Target="../ink/ink24.xml"/><Relationship Id="rId35" Type="http://schemas.openxmlformats.org/officeDocument/2006/relationships/image" Target="../media/image8.png"/><Relationship Id="rId43" Type="http://schemas.openxmlformats.org/officeDocument/2006/relationships/image" Target="../media/image12.png"/><Relationship Id="rId8" Type="http://schemas.openxmlformats.org/officeDocument/2006/relationships/customXml" Target="../ink/ink6.xml"/><Relationship Id="rId3" Type="http://schemas.openxmlformats.org/officeDocument/2006/relationships/image" Target="../media/image2.png"/><Relationship Id="rId12" Type="http://schemas.openxmlformats.org/officeDocument/2006/relationships/image" Target="../media/image3.png"/><Relationship Id="rId17" Type="http://schemas.openxmlformats.org/officeDocument/2006/relationships/customXml" Target="../ink/ink14.xml"/><Relationship Id="rId25" Type="http://schemas.openxmlformats.org/officeDocument/2006/relationships/customXml" Target="../ink/ink21.xml"/><Relationship Id="rId33" Type="http://schemas.openxmlformats.org/officeDocument/2006/relationships/image" Target="../media/image7.png"/><Relationship Id="rId38" Type="http://schemas.openxmlformats.org/officeDocument/2006/relationships/customXml" Target="../ink/ink28.xml"/><Relationship Id="rId46" Type="http://schemas.openxmlformats.org/officeDocument/2006/relationships/customXml" Target="../ink/ink32.xml"/><Relationship Id="rId20" Type="http://schemas.openxmlformats.org/officeDocument/2006/relationships/customXml" Target="../ink/ink17.xml"/><Relationship Id="rId41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customXml" Target="../ink/ink43.xml"/><Relationship Id="rId18" Type="http://schemas.openxmlformats.org/officeDocument/2006/relationships/customXml" Target="../ink/ink48.xml"/><Relationship Id="rId26" Type="http://schemas.openxmlformats.org/officeDocument/2006/relationships/customXml" Target="../ink/ink54.xml"/><Relationship Id="rId39" Type="http://schemas.openxmlformats.org/officeDocument/2006/relationships/customXml" Target="../ink/ink61.xml"/><Relationship Id="rId21" Type="http://schemas.openxmlformats.org/officeDocument/2006/relationships/customXml" Target="../ink/ink51.xml"/><Relationship Id="rId34" Type="http://schemas.openxmlformats.org/officeDocument/2006/relationships/image" Target="../media/image8.png"/><Relationship Id="rId42" Type="http://schemas.openxmlformats.org/officeDocument/2006/relationships/image" Target="../media/image12.png"/><Relationship Id="rId7" Type="http://schemas.openxmlformats.org/officeDocument/2006/relationships/customXml" Target="../ink/ink37.xml"/><Relationship Id="rId2" Type="http://schemas.openxmlformats.org/officeDocument/2006/relationships/customXml" Target="../ink/ink33.xml"/><Relationship Id="rId16" Type="http://schemas.openxmlformats.org/officeDocument/2006/relationships/customXml" Target="../ink/ink46.xml"/><Relationship Id="rId29" Type="http://schemas.openxmlformats.org/officeDocument/2006/relationships/customXml" Target="../ink/ink56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6.xml"/><Relationship Id="rId11" Type="http://schemas.openxmlformats.org/officeDocument/2006/relationships/customXml" Target="../ink/ink41.xml"/><Relationship Id="rId24" Type="http://schemas.openxmlformats.org/officeDocument/2006/relationships/customXml" Target="../ink/ink53.xml"/><Relationship Id="rId32" Type="http://schemas.openxmlformats.org/officeDocument/2006/relationships/image" Target="../media/image7.png"/><Relationship Id="rId37" Type="http://schemas.openxmlformats.org/officeDocument/2006/relationships/customXml" Target="../ink/ink60.xml"/><Relationship Id="rId40" Type="http://schemas.openxmlformats.org/officeDocument/2006/relationships/image" Target="../media/image11.png"/><Relationship Id="rId45" Type="http://schemas.openxmlformats.org/officeDocument/2006/relationships/customXml" Target="../ink/ink64.xml"/><Relationship Id="rId5" Type="http://schemas.openxmlformats.org/officeDocument/2006/relationships/customXml" Target="../ink/ink35.xml"/><Relationship Id="rId15" Type="http://schemas.openxmlformats.org/officeDocument/2006/relationships/customXml" Target="../ink/ink45.xml"/><Relationship Id="rId23" Type="http://schemas.openxmlformats.org/officeDocument/2006/relationships/image" Target="../media/image15.png"/><Relationship Id="rId28" Type="http://schemas.openxmlformats.org/officeDocument/2006/relationships/image" Target="../media/image5.png"/><Relationship Id="rId36" Type="http://schemas.openxmlformats.org/officeDocument/2006/relationships/image" Target="../media/image9.png"/><Relationship Id="rId10" Type="http://schemas.openxmlformats.org/officeDocument/2006/relationships/customXml" Target="../ink/ink40.xml"/><Relationship Id="rId19" Type="http://schemas.openxmlformats.org/officeDocument/2006/relationships/customXml" Target="../ink/ink49.xml"/><Relationship Id="rId31" Type="http://schemas.openxmlformats.org/officeDocument/2006/relationships/customXml" Target="../ink/ink57.xml"/><Relationship Id="rId44" Type="http://schemas.openxmlformats.org/officeDocument/2006/relationships/image" Target="../media/image13.png"/><Relationship Id="rId4" Type="http://schemas.openxmlformats.org/officeDocument/2006/relationships/customXml" Target="../ink/ink34.xml"/><Relationship Id="rId9" Type="http://schemas.openxmlformats.org/officeDocument/2006/relationships/customXml" Target="../ink/ink39.xml"/><Relationship Id="rId14" Type="http://schemas.openxmlformats.org/officeDocument/2006/relationships/customXml" Target="../ink/ink44.xml"/><Relationship Id="rId22" Type="http://schemas.openxmlformats.org/officeDocument/2006/relationships/customXml" Target="../ink/ink52.xml"/><Relationship Id="rId27" Type="http://schemas.openxmlformats.org/officeDocument/2006/relationships/customXml" Target="../ink/ink55.xml"/><Relationship Id="rId30" Type="http://schemas.openxmlformats.org/officeDocument/2006/relationships/image" Target="../media/image6.png"/><Relationship Id="rId35" Type="http://schemas.openxmlformats.org/officeDocument/2006/relationships/customXml" Target="../ink/ink59.xml"/><Relationship Id="rId43" Type="http://schemas.openxmlformats.org/officeDocument/2006/relationships/customXml" Target="../ink/ink63.xml"/><Relationship Id="rId8" Type="http://schemas.openxmlformats.org/officeDocument/2006/relationships/customXml" Target="../ink/ink38.xml"/><Relationship Id="rId3" Type="http://schemas.openxmlformats.org/officeDocument/2006/relationships/image" Target="../media/image3.png"/><Relationship Id="rId12" Type="http://schemas.openxmlformats.org/officeDocument/2006/relationships/customXml" Target="../ink/ink42.xml"/><Relationship Id="rId17" Type="http://schemas.openxmlformats.org/officeDocument/2006/relationships/customXml" Target="../ink/ink47.xml"/><Relationship Id="rId25" Type="http://schemas.openxmlformats.org/officeDocument/2006/relationships/image" Target="../media/image4.png"/><Relationship Id="rId33" Type="http://schemas.openxmlformats.org/officeDocument/2006/relationships/customXml" Target="../ink/ink58.xml"/><Relationship Id="rId38" Type="http://schemas.openxmlformats.org/officeDocument/2006/relationships/image" Target="../media/image10.png"/><Relationship Id="rId46" Type="http://schemas.openxmlformats.org/officeDocument/2006/relationships/image" Target="../media/image14.png"/><Relationship Id="rId20" Type="http://schemas.openxmlformats.org/officeDocument/2006/relationships/customXml" Target="../ink/ink50.xml"/><Relationship Id="rId41" Type="http://schemas.openxmlformats.org/officeDocument/2006/relationships/customXml" Target="../ink/ink6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69.xml"/><Relationship Id="rId13" Type="http://schemas.openxmlformats.org/officeDocument/2006/relationships/image" Target="../media/image150.png"/><Relationship Id="rId18" Type="http://schemas.openxmlformats.org/officeDocument/2006/relationships/image" Target="../media/image5.png"/><Relationship Id="rId26" Type="http://schemas.openxmlformats.org/officeDocument/2006/relationships/image" Target="../media/image11.png"/><Relationship Id="rId3" Type="http://schemas.openxmlformats.org/officeDocument/2006/relationships/image" Target="../media/image3.png"/><Relationship Id="rId21" Type="http://schemas.openxmlformats.org/officeDocument/2006/relationships/customXml" Target="../ink/ink78.xml"/><Relationship Id="rId7" Type="http://schemas.openxmlformats.org/officeDocument/2006/relationships/customXml" Target="../ink/ink68.xml"/><Relationship Id="rId12" Type="http://schemas.openxmlformats.org/officeDocument/2006/relationships/customXml" Target="../ink/ink73.xml"/><Relationship Id="rId17" Type="http://schemas.openxmlformats.org/officeDocument/2006/relationships/customXml" Target="../ink/ink76.xml"/><Relationship Id="rId25" Type="http://schemas.openxmlformats.org/officeDocument/2006/relationships/customXml" Target="../ink/ink80.xml"/><Relationship Id="rId2" Type="http://schemas.openxmlformats.org/officeDocument/2006/relationships/customXml" Target="../ink/ink65.xml"/><Relationship Id="rId16" Type="http://schemas.openxmlformats.org/officeDocument/2006/relationships/customXml" Target="../ink/ink75.xml"/><Relationship Id="rId20" Type="http://schemas.openxmlformats.org/officeDocument/2006/relationships/image" Target="../media/image6.png"/><Relationship Id="rId29" Type="http://schemas.openxmlformats.org/officeDocument/2006/relationships/customXml" Target="../ink/ink8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customXml" Target="../ink/ink72.xml"/><Relationship Id="rId24" Type="http://schemas.openxmlformats.org/officeDocument/2006/relationships/image" Target="../media/image10.png"/><Relationship Id="rId32" Type="http://schemas.openxmlformats.org/officeDocument/2006/relationships/image" Target="../media/image14.png"/><Relationship Id="rId5" Type="http://schemas.openxmlformats.org/officeDocument/2006/relationships/customXml" Target="../ink/ink67.xml"/><Relationship Id="rId15" Type="http://schemas.openxmlformats.org/officeDocument/2006/relationships/image" Target="../media/image4.png"/><Relationship Id="rId23" Type="http://schemas.openxmlformats.org/officeDocument/2006/relationships/customXml" Target="../ink/ink79.xml"/><Relationship Id="rId28" Type="http://schemas.openxmlformats.org/officeDocument/2006/relationships/image" Target="../media/image12.png"/><Relationship Id="rId10" Type="http://schemas.openxmlformats.org/officeDocument/2006/relationships/customXml" Target="../ink/ink71.xml"/><Relationship Id="rId19" Type="http://schemas.openxmlformats.org/officeDocument/2006/relationships/customXml" Target="../ink/ink77.xml"/><Relationship Id="rId31" Type="http://schemas.openxmlformats.org/officeDocument/2006/relationships/customXml" Target="../ink/ink83.xml"/><Relationship Id="rId4" Type="http://schemas.openxmlformats.org/officeDocument/2006/relationships/customXml" Target="../ink/ink66.xml"/><Relationship Id="rId9" Type="http://schemas.openxmlformats.org/officeDocument/2006/relationships/customXml" Target="../ink/ink70.xml"/><Relationship Id="rId14" Type="http://schemas.openxmlformats.org/officeDocument/2006/relationships/customXml" Target="../ink/ink74.xml"/><Relationship Id="rId22" Type="http://schemas.openxmlformats.org/officeDocument/2006/relationships/image" Target="../media/image9.png"/><Relationship Id="rId27" Type="http://schemas.openxmlformats.org/officeDocument/2006/relationships/customXml" Target="../ink/ink81.xml"/><Relationship Id="rId30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0.png"/><Relationship Id="rId18" Type="http://schemas.openxmlformats.org/officeDocument/2006/relationships/image" Target="../media/image5.png"/><Relationship Id="rId26" Type="http://schemas.openxmlformats.org/officeDocument/2006/relationships/image" Target="../media/image11.png"/><Relationship Id="rId3" Type="http://schemas.openxmlformats.org/officeDocument/2006/relationships/image" Target="../media/image3.png"/><Relationship Id="rId21" Type="http://schemas.openxmlformats.org/officeDocument/2006/relationships/customXml" Target="../ink/ink97.xml"/><Relationship Id="rId34" Type="http://schemas.openxmlformats.org/officeDocument/2006/relationships/image" Target="../media/image16.png"/><Relationship Id="rId7" Type="http://schemas.openxmlformats.org/officeDocument/2006/relationships/customXml" Target="../ink/ink87.xml"/><Relationship Id="rId12" Type="http://schemas.openxmlformats.org/officeDocument/2006/relationships/customXml" Target="../ink/ink92.xml"/><Relationship Id="rId17" Type="http://schemas.openxmlformats.org/officeDocument/2006/relationships/customXml" Target="../ink/ink95.xml"/><Relationship Id="rId25" Type="http://schemas.openxmlformats.org/officeDocument/2006/relationships/customXml" Target="../ink/ink99.xml"/><Relationship Id="rId33" Type="http://schemas.openxmlformats.org/officeDocument/2006/relationships/customXml" Target="../ink/ink103.xml"/><Relationship Id="rId2" Type="http://schemas.openxmlformats.org/officeDocument/2006/relationships/customXml" Target="../ink/ink84.xml"/><Relationship Id="rId16" Type="http://schemas.openxmlformats.org/officeDocument/2006/relationships/customXml" Target="../ink/ink94.xml"/><Relationship Id="rId20" Type="http://schemas.openxmlformats.org/officeDocument/2006/relationships/image" Target="../media/image6.png"/><Relationship Id="rId29" Type="http://schemas.openxmlformats.org/officeDocument/2006/relationships/customXml" Target="../ink/ink10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customXml" Target="../ink/ink91.xml"/><Relationship Id="rId24" Type="http://schemas.openxmlformats.org/officeDocument/2006/relationships/image" Target="../media/image10.png"/><Relationship Id="rId32" Type="http://schemas.openxmlformats.org/officeDocument/2006/relationships/image" Target="../media/image14.png"/><Relationship Id="rId5" Type="http://schemas.openxmlformats.org/officeDocument/2006/relationships/customXml" Target="../ink/ink86.xml"/><Relationship Id="rId15" Type="http://schemas.openxmlformats.org/officeDocument/2006/relationships/image" Target="../media/image4.png"/><Relationship Id="rId23" Type="http://schemas.openxmlformats.org/officeDocument/2006/relationships/customXml" Target="../ink/ink98.xml"/><Relationship Id="rId28" Type="http://schemas.openxmlformats.org/officeDocument/2006/relationships/image" Target="../media/image12.png"/><Relationship Id="rId36" Type="http://schemas.openxmlformats.org/officeDocument/2006/relationships/image" Target="../media/image17.png"/><Relationship Id="rId10" Type="http://schemas.openxmlformats.org/officeDocument/2006/relationships/customXml" Target="../ink/ink90.xml"/><Relationship Id="rId19" Type="http://schemas.openxmlformats.org/officeDocument/2006/relationships/customXml" Target="../ink/ink96.xml"/><Relationship Id="rId31" Type="http://schemas.openxmlformats.org/officeDocument/2006/relationships/customXml" Target="../ink/ink102.xml"/><Relationship Id="rId4" Type="http://schemas.openxmlformats.org/officeDocument/2006/relationships/customXml" Target="../ink/ink85.xml"/><Relationship Id="rId9" Type="http://schemas.openxmlformats.org/officeDocument/2006/relationships/customXml" Target="../ink/ink89.xml"/><Relationship Id="rId14" Type="http://schemas.openxmlformats.org/officeDocument/2006/relationships/customXml" Target="../ink/ink93.xml"/><Relationship Id="rId22" Type="http://schemas.openxmlformats.org/officeDocument/2006/relationships/image" Target="../media/image9.png"/><Relationship Id="rId27" Type="http://schemas.openxmlformats.org/officeDocument/2006/relationships/customXml" Target="../ink/ink100.xml"/><Relationship Id="rId30" Type="http://schemas.openxmlformats.org/officeDocument/2006/relationships/image" Target="../media/image13.png"/><Relationship Id="rId35" Type="http://schemas.openxmlformats.org/officeDocument/2006/relationships/customXml" Target="../ink/ink104.xml"/><Relationship Id="rId8" Type="http://schemas.openxmlformats.org/officeDocument/2006/relationships/customXml" Target="../ink/ink8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