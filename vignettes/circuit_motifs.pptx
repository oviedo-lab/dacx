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6" r:id="rId1"/>
  </p:sldMasterIdLst>
  <p:notesMasterIdLst>
    <p:notesMasterId r:id="rId11"/>
  </p:notesMasterIdLst>
  <p:sldIdLst>
    <p:sldId id="256" r:id="rId2"/>
    <p:sldId id="260" r:id="rId3"/>
    <p:sldId id="266" r:id="rId4"/>
    <p:sldId id="261" r:id="rId5"/>
    <p:sldId id="262" r:id="rId6"/>
    <p:sldId id="263" r:id="rId7"/>
    <p:sldId id="259" r:id="rId8"/>
    <p:sldId id="264" r:id="rId9"/>
    <p:sldId id="265" r:id="rId10"/>
  </p:sldIdLst>
  <p:sldSz cx="13716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760" userDrawn="1">
          <p15:clr>
            <a:srgbClr val="A4A3A4"/>
          </p15:clr>
        </p15:guide>
        <p15:guide id="2" pos="43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B0000"/>
    <a:srgbClr val="DA9C99"/>
    <a:srgbClr val="C07774"/>
    <a:srgbClr val="A0423E"/>
    <a:srgbClr val="9932CC"/>
    <a:srgbClr val="03CE00"/>
    <a:srgbClr val="04FF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5D1196-3746-9846-A5CE-FA2516F03495}" v="34" dt="2025-11-17T17:01:25.0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10"/>
    <p:restoredTop sz="94689"/>
  </p:normalViewPr>
  <p:slideViewPr>
    <p:cSldViewPr snapToGrid="0">
      <p:cViewPr>
        <p:scale>
          <a:sx n="180" d="100"/>
          <a:sy n="180" d="100"/>
        </p:scale>
        <p:origin x="-2280" y="-1080"/>
      </p:cViewPr>
      <p:guideLst>
        <p:guide orient="horz" pos="5760"/>
        <p:guide pos="43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arkasi, Michael" userId="604489e9-c8b5-4a18-ae0d-3a3e29c44efc" providerId="ADAL" clId="{8BEA0807-5C38-A74B-AFC3-CDD863BBDEA0}"/>
    <pc:docChg chg="undo custSel addSld delSld modSld sldOrd">
      <pc:chgData name="Barkasi, Michael" userId="604489e9-c8b5-4a18-ae0d-3a3e29c44efc" providerId="ADAL" clId="{8BEA0807-5C38-A74B-AFC3-CDD863BBDEA0}" dt="2024-08-13T19:26:15.434" v="2910" actId="20577"/>
      <pc:docMkLst>
        <pc:docMk/>
      </pc:docMkLst>
      <pc:sldChg chg="addSp delSp modSp mod ord">
        <pc:chgData name="Barkasi, Michael" userId="604489e9-c8b5-4a18-ae0d-3a3e29c44efc" providerId="ADAL" clId="{8BEA0807-5C38-A74B-AFC3-CDD863BBDEA0}" dt="2024-08-13T19:26:15.434" v="2910" actId="20577"/>
        <pc:sldMkLst>
          <pc:docMk/>
          <pc:sldMk cId="1162874803" sldId="256"/>
        </pc:sldMkLst>
      </pc:sldChg>
      <pc:sldChg chg="del">
        <pc:chgData name="Barkasi, Michael" userId="604489e9-c8b5-4a18-ae0d-3a3e29c44efc" providerId="ADAL" clId="{8BEA0807-5C38-A74B-AFC3-CDD863BBDEA0}" dt="2024-08-13T14:21:18.151" v="2" actId="2696"/>
        <pc:sldMkLst>
          <pc:docMk/>
          <pc:sldMk cId="3994260127" sldId="257"/>
        </pc:sldMkLst>
      </pc:sldChg>
      <pc:sldChg chg="del">
        <pc:chgData name="Barkasi, Michael" userId="604489e9-c8b5-4a18-ae0d-3a3e29c44efc" providerId="ADAL" clId="{8BEA0807-5C38-A74B-AFC3-CDD863BBDEA0}" dt="2024-08-13T16:41:11.616" v="1748" actId="2696"/>
        <pc:sldMkLst>
          <pc:docMk/>
          <pc:sldMk cId="4209700326" sldId="258"/>
        </pc:sldMkLst>
      </pc:sldChg>
      <pc:sldChg chg="addSp delSp modSp add mod ord">
        <pc:chgData name="Barkasi, Michael" userId="604489e9-c8b5-4a18-ae0d-3a3e29c44efc" providerId="ADAL" clId="{8BEA0807-5C38-A74B-AFC3-CDD863BBDEA0}" dt="2024-08-13T19:19:09.670" v="2812" actId="20578"/>
        <pc:sldMkLst>
          <pc:docMk/>
          <pc:sldMk cId="194834470" sldId="259"/>
        </pc:sldMkLst>
      </pc:sldChg>
      <pc:sldChg chg="addSp delSp modSp add mod">
        <pc:chgData name="Barkasi, Michael" userId="604489e9-c8b5-4a18-ae0d-3a3e29c44efc" providerId="ADAL" clId="{8BEA0807-5C38-A74B-AFC3-CDD863BBDEA0}" dt="2024-08-13T18:14:04.695" v="2145" actId="166"/>
        <pc:sldMkLst>
          <pc:docMk/>
          <pc:sldMk cId="839171824" sldId="260"/>
        </pc:sldMkLst>
      </pc:sldChg>
      <pc:sldChg chg="addSp delSp modSp add mod">
        <pc:chgData name="Barkasi, Michael" userId="604489e9-c8b5-4a18-ae0d-3a3e29c44efc" providerId="ADAL" clId="{8BEA0807-5C38-A74B-AFC3-CDD863BBDEA0}" dt="2024-08-13T19:15:07.716" v="2791" actId="1076"/>
        <pc:sldMkLst>
          <pc:docMk/>
          <pc:sldMk cId="505085775" sldId="261"/>
        </pc:sldMkLst>
      </pc:sldChg>
      <pc:sldChg chg="addSp delSp modSp add mod">
        <pc:chgData name="Barkasi, Michael" userId="604489e9-c8b5-4a18-ae0d-3a3e29c44efc" providerId="ADAL" clId="{8BEA0807-5C38-A74B-AFC3-CDD863BBDEA0}" dt="2024-08-13T19:18:14.181" v="2811" actId="14100"/>
        <pc:sldMkLst>
          <pc:docMk/>
          <pc:sldMk cId="4038410980" sldId="262"/>
        </pc:sldMkLst>
      </pc:sldChg>
      <pc:sldChg chg="addSp modSp add mod">
        <pc:chgData name="Barkasi, Michael" userId="604489e9-c8b5-4a18-ae0d-3a3e29c44efc" providerId="ADAL" clId="{8BEA0807-5C38-A74B-AFC3-CDD863BBDEA0}" dt="2024-08-13T19:22:50.032" v="2823" actId="1076"/>
        <pc:sldMkLst>
          <pc:docMk/>
          <pc:sldMk cId="146201039" sldId="263"/>
        </pc:sldMkLst>
      </pc:sldChg>
    </pc:docChg>
  </pc:docChgLst>
  <pc:docChgLst>
    <pc:chgData name="Barkasi, Michael" userId="604489e9-c8b5-4a18-ae0d-3a3e29c44efc" providerId="ADAL" clId="{60D365EC-2397-644D-93FD-E507542DFD4F}"/>
    <pc:docChg chg="undo custSel addSld delSld modSld sldOrd">
      <pc:chgData name="Barkasi, Michael" userId="604489e9-c8b5-4a18-ae0d-3a3e29c44efc" providerId="ADAL" clId="{60D365EC-2397-644D-93FD-E507542DFD4F}" dt="2024-08-20T12:11:09.642" v="1737" actId="2696"/>
      <pc:docMkLst>
        <pc:docMk/>
      </pc:docMkLst>
      <pc:sldChg chg="addSp modSp mod">
        <pc:chgData name="Barkasi, Michael" userId="604489e9-c8b5-4a18-ae0d-3a3e29c44efc" providerId="ADAL" clId="{60D365EC-2397-644D-93FD-E507542DFD4F}" dt="2024-08-13T12:58:50.051" v="1566" actId="14100"/>
        <pc:sldMkLst>
          <pc:docMk/>
          <pc:sldMk cId="1162874803" sldId="256"/>
        </pc:sldMkLst>
      </pc:sldChg>
      <pc:sldChg chg="addSp modSp mod">
        <pc:chgData name="Barkasi, Michael" userId="604489e9-c8b5-4a18-ae0d-3a3e29c44efc" providerId="ADAL" clId="{60D365EC-2397-644D-93FD-E507542DFD4F}" dt="2024-08-13T12:41:56.500" v="1282" actId="164"/>
        <pc:sldMkLst>
          <pc:docMk/>
          <pc:sldMk cId="3994260127" sldId="257"/>
        </pc:sldMkLst>
      </pc:sldChg>
      <pc:sldChg chg="addSp delSp modSp mod">
        <pc:chgData name="Barkasi, Michael" userId="604489e9-c8b5-4a18-ae0d-3a3e29c44efc" providerId="ADAL" clId="{60D365EC-2397-644D-93FD-E507542DFD4F}" dt="2024-08-13T03:18:01.018" v="1274" actId="20577"/>
        <pc:sldMkLst>
          <pc:docMk/>
          <pc:sldMk cId="4209700326" sldId="258"/>
        </pc:sldMkLst>
      </pc:sldChg>
      <pc:sldChg chg="addSp delSp modSp mod">
        <pc:chgData name="Barkasi, Michael" userId="604489e9-c8b5-4a18-ae0d-3a3e29c44efc" providerId="ADAL" clId="{60D365EC-2397-644D-93FD-E507542DFD4F}" dt="2024-08-14T01:41:57.335" v="1666" actId="1076"/>
        <pc:sldMkLst>
          <pc:docMk/>
          <pc:sldMk cId="4038410980" sldId="262"/>
        </pc:sldMkLst>
      </pc:sldChg>
      <pc:sldChg chg="addSp delSp modSp add mod ord">
        <pc:chgData name="Barkasi, Michael" userId="604489e9-c8b5-4a18-ae0d-3a3e29c44efc" providerId="ADAL" clId="{60D365EC-2397-644D-93FD-E507542DFD4F}" dt="2024-08-17T21:31:42.948" v="1708" actId="478"/>
        <pc:sldMkLst>
          <pc:docMk/>
          <pc:sldMk cId="1532447577" sldId="264"/>
        </pc:sldMkLst>
      </pc:sldChg>
      <pc:sldChg chg="delSp modSp add del mod ord">
        <pc:chgData name="Barkasi, Michael" userId="604489e9-c8b5-4a18-ae0d-3a3e29c44efc" providerId="ADAL" clId="{60D365EC-2397-644D-93FD-E507542DFD4F}" dt="2024-08-17T21:26:32.842" v="1679" actId="2696"/>
        <pc:sldMkLst>
          <pc:docMk/>
          <pc:sldMk cId="1387112748" sldId="265"/>
        </pc:sldMkLst>
      </pc:sldChg>
      <pc:sldChg chg="addSp delSp modSp add mod ord">
        <pc:chgData name="Barkasi, Michael" userId="604489e9-c8b5-4a18-ae0d-3a3e29c44efc" providerId="ADAL" clId="{60D365EC-2397-644D-93FD-E507542DFD4F}" dt="2024-08-20T12:10:13.306" v="1736" actId="1076"/>
        <pc:sldMkLst>
          <pc:docMk/>
          <pc:sldMk cId="2105065981" sldId="265"/>
        </pc:sldMkLst>
      </pc:sldChg>
      <pc:sldChg chg="delSp modSp add del mod ord">
        <pc:chgData name="Barkasi, Michael" userId="604489e9-c8b5-4a18-ae0d-3a3e29c44efc" providerId="ADAL" clId="{60D365EC-2397-644D-93FD-E507542DFD4F}" dt="2024-08-20T12:11:09.642" v="1737" actId="2696"/>
        <pc:sldMkLst>
          <pc:docMk/>
          <pc:sldMk cId="3013506027" sldId="266"/>
        </pc:sldMkLst>
      </pc:sldChg>
    </pc:docChg>
  </pc:docChgLst>
  <pc:docChgLst>
    <pc:chgData name="Barkasi, Michael" userId="604489e9-c8b5-4a18-ae0d-3a3e29c44efc" providerId="ADAL" clId="{D13E91AC-465B-5CE2-B248-94C3CC50D681}"/>
    <pc:docChg chg="undo custSel addSld modSld modMainMaster modNotesMaster">
      <pc:chgData name="Barkasi, Michael" userId="604489e9-c8b5-4a18-ae0d-3a3e29c44efc" providerId="ADAL" clId="{D13E91AC-465B-5CE2-B248-94C3CC50D681}" dt="2025-11-17T17:01:28.234" v="490" actId="478"/>
      <pc:docMkLst>
        <pc:docMk/>
      </pc:docMkLst>
      <pc:sldChg chg="modSp">
        <pc:chgData name="Barkasi, Michael" userId="604489e9-c8b5-4a18-ae0d-3a3e29c44efc" providerId="ADAL" clId="{D13E91AC-465B-5CE2-B248-94C3CC50D681}" dt="2025-11-17T16:08:17.150" v="12"/>
        <pc:sldMkLst>
          <pc:docMk/>
          <pc:sldMk cId="1162874803" sldId="256"/>
        </pc:sldMkLst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162874803" sldId="256"/>
            <ac:spMk id="54" creationId="{1C67BA34-FF7A-A571-419D-229C61128B0B}"/>
          </ac:spMkLst>
        </pc:spChg>
        <pc:picChg chg="mod">
          <ac:chgData name="Barkasi, Michael" userId="604489e9-c8b5-4a18-ae0d-3a3e29c44efc" providerId="ADAL" clId="{D13E91AC-465B-5CE2-B248-94C3CC50D681}" dt="2025-11-17T16:08:17.150" v="12"/>
          <ac:picMkLst>
            <pc:docMk/>
            <pc:sldMk cId="1162874803" sldId="256"/>
            <ac:picMk id="52" creationId="{64EB052C-F3C4-31F0-9CD0-395E7E0F4BAD}"/>
          </ac:picMkLst>
        </pc:picChg>
      </pc:sldChg>
      <pc:sldChg chg="addSp delSp modSp mod">
        <pc:chgData name="Barkasi, Michael" userId="604489e9-c8b5-4a18-ae0d-3a3e29c44efc" providerId="ADAL" clId="{D13E91AC-465B-5CE2-B248-94C3CC50D681}" dt="2025-11-17T17:00:16.187" v="482" actId="165"/>
        <pc:sldMkLst>
          <pc:docMk/>
          <pc:sldMk cId="194834470" sldId="259"/>
        </pc:sldMkLst>
        <pc:spChg chg="mod">
          <ac:chgData name="Barkasi, Michael" userId="604489e9-c8b5-4a18-ae0d-3a3e29c44efc" providerId="ADAL" clId="{D13E91AC-465B-5CE2-B248-94C3CC50D681}" dt="2025-11-17T16:25:59.104" v="335"/>
          <ac:spMkLst>
            <pc:docMk/>
            <pc:sldMk cId="194834470" sldId="259"/>
            <ac:spMk id="4" creationId="{47565207-65F8-8B66-FBA6-11E97F9EE84E}"/>
          </ac:spMkLst>
        </pc:spChg>
        <pc:spChg chg="mod">
          <ac:chgData name="Barkasi, Michael" userId="604489e9-c8b5-4a18-ae0d-3a3e29c44efc" providerId="ADAL" clId="{D13E91AC-465B-5CE2-B248-94C3CC50D681}" dt="2025-11-17T16:25:59.104" v="335"/>
          <ac:spMkLst>
            <pc:docMk/>
            <pc:sldMk cId="194834470" sldId="259"/>
            <ac:spMk id="5" creationId="{EE5DD896-3B90-F95E-8309-535A14E8BEA4}"/>
          </ac:spMkLst>
        </pc:spChg>
        <pc:spChg chg="mod">
          <ac:chgData name="Barkasi, Michael" userId="604489e9-c8b5-4a18-ae0d-3a3e29c44efc" providerId="ADAL" clId="{D13E91AC-465B-5CE2-B248-94C3CC50D681}" dt="2025-11-17T16:25:59.104" v="335"/>
          <ac:spMkLst>
            <pc:docMk/>
            <pc:sldMk cId="194834470" sldId="259"/>
            <ac:spMk id="6" creationId="{43631C97-0123-1208-D055-34BECAD3B68A}"/>
          </ac:spMkLst>
        </pc:spChg>
        <pc:spChg chg="mod">
          <ac:chgData name="Barkasi, Michael" userId="604489e9-c8b5-4a18-ae0d-3a3e29c44efc" providerId="ADAL" clId="{D13E91AC-465B-5CE2-B248-94C3CC50D681}" dt="2025-11-17T16:25:59.104" v="335"/>
          <ac:spMkLst>
            <pc:docMk/>
            <pc:sldMk cId="194834470" sldId="259"/>
            <ac:spMk id="14" creationId="{7FB67D5D-3B84-E06E-1F8E-664A46F6DE13}"/>
          </ac:spMkLst>
        </pc:spChg>
        <pc:spChg chg="mod">
          <ac:chgData name="Barkasi, Michael" userId="604489e9-c8b5-4a18-ae0d-3a3e29c44efc" providerId="ADAL" clId="{D13E91AC-465B-5CE2-B248-94C3CC50D681}" dt="2025-11-17T16:25:59.104" v="335"/>
          <ac:spMkLst>
            <pc:docMk/>
            <pc:sldMk cId="194834470" sldId="259"/>
            <ac:spMk id="15" creationId="{0B19425C-38E6-F84A-D035-D3124A2482DB}"/>
          </ac:spMkLst>
        </pc:spChg>
        <pc:spChg chg="mod">
          <ac:chgData name="Barkasi, Michael" userId="604489e9-c8b5-4a18-ae0d-3a3e29c44efc" providerId="ADAL" clId="{D13E91AC-465B-5CE2-B248-94C3CC50D681}" dt="2025-11-17T16:25:59.104" v="335"/>
          <ac:spMkLst>
            <pc:docMk/>
            <pc:sldMk cId="194834470" sldId="259"/>
            <ac:spMk id="16" creationId="{8665C639-E927-C86C-A419-B6C92B96422C}"/>
          </ac:spMkLst>
        </pc:spChg>
        <pc:spChg chg="mod">
          <ac:chgData name="Barkasi, Michael" userId="604489e9-c8b5-4a18-ae0d-3a3e29c44efc" providerId="ADAL" clId="{D13E91AC-465B-5CE2-B248-94C3CC50D681}" dt="2025-11-17T16:25:59.104" v="335"/>
          <ac:spMkLst>
            <pc:docMk/>
            <pc:sldMk cId="194834470" sldId="259"/>
            <ac:spMk id="22" creationId="{94BC1ADF-C647-3A96-8988-BDBFA00F7671}"/>
          </ac:spMkLst>
        </pc:spChg>
        <pc:spChg chg="mod">
          <ac:chgData name="Barkasi, Michael" userId="604489e9-c8b5-4a18-ae0d-3a3e29c44efc" providerId="ADAL" clId="{D13E91AC-465B-5CE2-B248-94C3CC50D681}" dt="2025-11-17T16:25:59.104" v="335"/>
          <ac:spMkLst>
            <pc:docMk/>
            <pc:sldMk cId="194834470" sldId="259"/>
            <ac:spMk id="26" creationId="{3B55B2F5-2C7C-1B5A-098E-4C1C7BE6BDD2}"/>
          </ac:spMkLst>
        </pc:spChg>
        <pc:spChg chg="mod">
          <ac:chgData name="Barkasi, Michael" userId="604489e9-c8b5-4a18-ae0d-3a3e29c44efc" providerId="ADAL" clId="{D13E91AC-465B-5CE2-B248-94C3CC50D681}" dt="2025-11-17T16:25:59.104" v="335"/>
          <ac:spMkLst>
            <pc:docMk/>
            <pc:sldMk cId="194834470" sldId="259"/>
            <ac:spMk id="28" creationId="{4BD84490-2CF0-8ED7-C4A3-D68597F9976A}"/>
          </ac:spMkLst>
        </pc:spChg>
        <pc:spChg chg="mod">
          <ac:chgData name="Barkasi, Michael" userId="604489e9-c8b5-4a18-ae0d-3a3e29c44efc" providerId="ADAL" clId="{D13E91AC-465B-5CE2-B248-94C3CC50D681}" dt="2025-11-17T16:25:59.104" v="335"/>
          <ac:spMkLst>
            <pc:docMk/>
            <pc:sldMk cId="194834470" sldId="259"/>
            <ac:spMk id="29" creationId="{2D66A9DE-2F77-2A1A-6FB5-250AC0A9D6E8}"/>
          </ac:spMkLst>
        </pc:spChg>
        <pc:spChg chg="mod">
          <ac:chgData name="Barkasi, Michael" userId="604489e9-c8b5-4a18-ae0d-3a3e29c44efc" providerId="ADAL" clId="{D13E91AC-465B-5CE2-B248-94C3CC50D681}" dt="2025-11-17T17:00:16.187" v="482" actId="165"/>
          <ac:spMkLst>
            <pc:docMk/>
            <pc:sldMk cId="194834470" sldId="259"/>
            <ac:spMk id="32" creationId="{55B7905F-965D-5C64-763F-FA8F3103723E}"/>
          </ac:spMkLst>
        </pc:spChg>
        <pc:spChg chg="mod">
          <ac:chgData name="Barkasi, Michael" userId="604489e9-c8b5-4a18-ae0d-3a3e29c44efc" providerId="ADAL" clId="{D13E91AC-465B-5CE2-B248-94C3CC50D681}" dt="2025-11-17T16:26:00.443" v="336"/>
          <ac:spMkLst>
            <pc:docMk/>
            <pc:sldMk cId="194834470" sldId="259"/>
            <ac:spMk id="33" creationId="{EB0DBCC3-1BCA-FA5B-3322-8CC80A551585}"/>
          </ac:spMkLst>
        </pc:spChg>
        <pc:spChg chg="mod">
          <ac:chgData name="Barkasi, Michael" userId="604489e9-c8b5-4a18-ae0d-3a3e29c44efc" providerId="ADAL" clId="{D13E91AC-465B-5CE2-B248-94C3CC50D681}" dt="2025-11-17T16:26:00.443" v="336"/>
          <ac:spMkLst>
            <pc:docMk/>
            <pc:sldMk cId="194834470" sldId="259"/>
            <ac:spMk id="38" creationId="{25EC1437-2970-3579-33EC-6D46C4633A81}"/>
          </ac:spMkLst>
        </pc:spChg>
        <pc:spChg chg="mod">
          <ac:chgData name="Barkasi, Michael" userId="604489e9-c8b5-4a18-ae0d-3a3e29c44efc" providerId="ADAL" clId="{D13E91AC-465B-5CE2-B248-94C3CC50D681}" dt="2025-11-17T16:26:00.443" v="336"/>
          <ac:spMkLst>
            <pc:docMk/>
            <pc:sldMk cId="194834470" sldId="259"/>
            <ac:spMk id="39" creationId="{2B23870E-E5C8-11C4-1652-8A2765618C8E}"/>
          </ac:spMkLst>
        </pc:spChg>
        <pc:spChg chg="mod">
          <ac:chgData name="Barkasi, Michael" userId="604489e9-c8b5-4a18-ae0d-3a3e29c44efc" providerId="ADAL" clId="{D13E91AC-465B-5CE2-B248-94C3CC50D681}" dt="2025-11-17T16:26:00.443" v="336"/>
          <ac:spMkLst>
            <pc:docMk/>
            <pc:sldMk cId="194834470" sldId="259"/>
            <ac:spMk id="42" creationId="{164EA1B8-672D-E9EA-7326-036C55880906}"/>
          </ac:spMkLst>
        </pc:spChg>
        <pc:spChg chg="mod">
          <ac:chgData name="Barkasi, Michael" userId="604489e9-c8b5-4a18-ae0d-3a3e29c44efc" providerId="ADAL" clId="{D13E91AC-465B-5CE2-B248-94C3CC50D681}" dt="2025-11-17T16:26:00.443" v="336"/>
          <ac:spMkLst>
            <pc:docMk/>
            <pc:sldMk cId="194834470" sldId="259"/>
            <ac:spMk id="43" creationId="{C9333119-9197-E484-14C9-460C97291BC6}"/>
          </ac:spMkLst>
        </pc:spChg>
        <pc:spChg chg="mod">
          <ac:chgData name="Barkasi, Michael" userId="604489e9-c8b5-4a18-ae0d-3a3e29c44efc" providerId="ADAL" clId="{D13E91AC-465B-5CE2-B248-94C3CC50D681}" dt="2025-11-17T17:00:16.187" v="482" actId="165"/>
          <ac:spMkLst>
            <pc:docMk/>
            <pc:sldMk cId="194834470" sldId="259"/>
            <ac:spMk id="45" creationId="{6B318641-D136-38D5-597B-6FA076DE3DCF}"/>
          </ac:spMkLst>
        </pc:spChg>
        <pc:spChg chg="mod">
          <ac:chgData name="Barkasi, Michael" userId="604489e9-c8b5-4a18-ae0d-3a3e29c44efc" providerId="ADAL" clId="{D13E91AC-465B-5CE2-B248-94C3CC50D681}" dt="2025-11-17T16:26:00.443" v="336"/>
          <ac:spMkLst>
            <pc:docMk/>
            <pc:sldMk cId="194834470" sldId="259"/>
            <ac:spMk id="46" creationId="{D3BC3A5A-77A1-3AF4-69A1-7435D43CEFBC}"/>
          </ac:spMkLst>
        </pc:spChg>
        <pc:spChg chg="mod">
          <ac:chgData name="Barkasi, Michael" userId="604489e9-c8b5-4a18-ae0d-3a3e29c44efc" providerId="ADAL" clId="{D13E91AC-465B-5CE2-B248-94C3CC50D681}" dt="2025-11-17T16:26:00.443" v="336"/>
          <ac:spMkLst>
            <pc:docMk/>
            <pc:sldMk cId="194834470" sldId="259"/>
            <ac:spMk id="47" creationId="{4FA0B918-407C-5227-104E-F198986CE4E5}"/>
          </ac:spMkLst>
        </pc:spChg>
        <pc:spChg chg="mod">
          <ac:chgData name="Barkasi, Michael" userId="604489e9-c8b5-4a18-ae0d-3a3e29c44efc" providerId="ADAL" clId="{D13E91AC-465B-5CE2-B248-94C3CC50D681}" dt="2025-11-17T16:26:00.443" v="336"/>
          <ac:spMkLst>
            <pc:docMk/>
            <pc:sldMk cId="194834470" sldId="259"/>
            <ac:spMk id="48" creationId="{1B187437-9C83-0F6E-F321-A241233561F9}"/>
          </ac:spMkLst>
        </pc:spChg>
        <pc:spChg chg="mod">
          <ac:chgData name="Barkasi, Michael" userId="604489e9-c8b5-4a18-ae0d-3a3e29c44efc" providerId="ADAL" clId="{D13E91AC-465B-5CE2-B248-94C3CC50D681}" dt="2025-11-17T16:26:00.443" v="336"/>
          <ac:spMkLst>
            <pc:docMk/>
            <pc:sldMk cId="194834470" sldId="259"/>
            <ac:spMk id="49" creationId="{192F87E9-4B46-B0A3-FB68-28FA148D35D0}"/>
          </ac:spMkLst>
        </pc:spChg>
        <pc:spChg chg="mod">
          <ac:chgData name="Barkasi, Michael" userId="604489e9-c8b5-4a18-ae0d-3a3e29c44efc" providerId="ADAL" clId="{D13E91AC-465B-5CE2-B248-94C3CC50D681}" dt="2025-11-17T16:26:00.847" v="337"/>
          <ac:spMkLst>
            <pc:docMk/>
            <pc:sldMk cId="194834470" sldId="259"/>
            <ac:spMk id="52" creationId="{6D73D408-6BF1-B807-86BC-EC70BB09F347}"/>
          </ac:spMkLst>
        </pc:spChg>
        <pc:spChg chg="mod">
          <ac:chgData name="Barkasi, Michael" userId="604489e9-c8b5-4a18-ae0d-3a3e29c44efc" providerId="ADAL" clId="{D13E91AC-465B-5CE2-B248-94C3CC50D681}" dt="2025-11-17T16:26:00.847" v="337"/>
          <ac:spMkLst>
            <pc:docMk/>
            <pc:sldMk cId="194834470" sldId="259"/>
            <ac:spMk id="54" creationId="{C557F63C-70B6-A8E4-C67C-070DB41CF4D9}"/>
          </ac:spMkLst>
        </pc:spChg>
        <pc:spChg chg="mod">
          <ac:chgData name="Barkasi, Michael" userId="604489e9-c8b5-4a18-ae0d-3a3e29c44efc" providerId="ADAL" clId="{D13E91AC-465B-5CE2-B248-94C3CC50D681}" dt="2025-11-17T16:26:00.847" v="337"/>
          <ac:spMkLst>
            <pc:docMk/>
            <pc:sldMk cId="194834470" sldId="259"/>
            <ac:spMk id="56" creationId="{D15DA94C-C5B2-EE34-C2A5-5D7ADA744CF4}"/>
          </ac:spMkLst>
        </pc:spChg>
        <pc:spChg chg="mod">
          <ac:chgData name="Barkasi, Michael" userId="604489e9-c8b5-4a18-ae0d-3a3e29c44efc" providerId="ADAL" clId="{D13E91AC-465B-5CE2-B248-94C3CC50D681}" dt="2025-11-17T16:26:00.847" v="337"/>
          <ac:spMkLst>
            <pc:docMk/>
            <pc:sldMk cId="194834470" sldId="259"/>
            <ac:spMk id="58" creationId="{1C0854DA-3834-0B3F-C682-6F40B85B9BE1}"/>
          </ac:spMkLst>
        </pc:spChg>
        <pc:spChg chg="mod">
          <ac:chgData name="Barkasi, Michael" userId="604489e9-c8b5-4a18-ae0d-3a3e29c44efc" providerId="ADAL" clId="{D13E91AC-465B-5CE2-B248-94C3CC50D681}" dt="2025-11-17T16:26:00.847" v="337"/>
          <ac:spMkLst>
            <pc:docMk/>
            <pc:sldMk cId="194834470" sldId="259"/>
            <ac:spMk id="59" creationId="{610FD93A-6655-8D4E-3AAC-ADEBE5AF11C8}"/>
          </ac:spMkLst>
        </pc:spChg>
        <pc:spChg chg="mod">
          <ac:chgData name="Barkasi, Michael" userId="604489e9-c8b5-4a18-ae0d-3a3e29c44efc" providerId="ADAL" clId="{D13E91AC-465B-5CE2-B248-94C3CC50D681}" dt="2025-11-17T16:26:00.847" v="337"/>
          <ac:spMkLst>
            <pc:docMk/>
            <pc:sldMk cId="194834470" sldId="259"/>
            <ac:spMk id="62" creationId="{AF7F0386-4935-D470-ABB5-3C41D8D26217}"/>
          </ac:spMkLst>
        </pc:spChg>
        <pc:spChg chg="mod">
          <ac:chgData name="Barkasi, Michael" userId="604489e9-c8b5-4a18-ae0d-3a3e29c44efc" providerId="ADAL" clId="{D13E91AC-465B-5CE2-B248-94C3CC50D681}" dt="2025-11-17T16:26:00.847" v="337"/>
          <ac:spMkLst>
            <pc:docMk/>
            <pc:sldMk cId="194834470" sldId="259"/>
            <ac:spMk id="129" creationId="{EAFC73DC-463C-917F-427E-EA23641C2376}"/>
          </ac:spMkLst>
        </pc:spChg>
        <pc:spChg chg="mod">
          <ac:chgData name="Barkasi, Michael" userId="604489e9-c8b5-4a18-ae0d-3a3e29c44efc" providerId="ADAL" clId="{D13E91AC-465B-5CE2-B248-94C3CC50D681}" dt="2025-11-17T16:26:00.847" v="337"/>
          <ac:spMkLst>
            <pc:docMk/>
            <pc:sldMk cId="194834470" sldId="259"/>
            <ac:spMk id="131" creationId="{300C1474-18D7-31C4-FD8C-7BE75DC2C87F}"/>
          </ac:spMkLst>
        </pc:spChg>
        <pc:spChg chg="mod">
          <ac:chgData name="Barkasi, Michael" userId="604489e9-c8b5-4a18-ae0d-3a3e29c44efc" providerId="ADAL" clId="{D13E91AC-465B-5CE2-B248-94C3CC50D681}" dt="2025-11-17T17:00:16.187" v="482" actId="165"/>
          <ac:spMkLst>
            <pc:docMk/>
            <pc:sldMk cId="194834470" sldId="259"/>
            <ac:spMk id="132" creationId="{8DFFF10E-08B1-BC60-D67D-73FD575BD6BD}"/>
          </ac:spMkLst>
        </pc:spChg>
        <pc:spChg chg="mod">
          <ac:chgData name="Barkasi, Michael" userId="604489e9-c8b5-4a18-ae0d-3a3e29c44efc" providerId="ADAL" clId="{D13E91AC-465B-5CE2-B248-94C3CC50D681}" dt="2025-11-17T16:26:00.847" v="337"/>
          <ac:spMkLst>
            <pc:docMk/>
            <pc:sldMk cId="194834470" sldId="259"/>
            <ac:spMk id="133" creationId="{CE0A2DE9-1A43-FE99-4BA2-D18CB3197572}"/>
          </ac:spMkLst>
        </pc:spChg>
        <pc:spChg chg="mod">
          <ac:chgData name="Barkasi, Michael" userId="604489e9-c8b5-4a18-ae0d-3a3e29c44efc" providerId="ADAL" clId="{D13E91AC-465B-5CE2-B248-94C3CC50D681}" dt="2025-11-17T17:00:16.187" v="482" actId="165"/>
          <ac:spMkLst>
            <pc:docMk/>
            <pc:sldMk cId="194834470" sldId="259"/>
            <ac:spMk id="143" creationId="{8E54E881-2444-652E-36D6-44F10A8D9280}"/>
          </ac:spMkLst>
        </pc:spChg>
        <pc:spChg chg="mod">
          <ac:chgData name="Barkasi, Michael" userId="604489e9-c8b5-4a18-ae0d-3a3e29c44efc" providerId="ADAL" clId="{D13E91AC-465B-5CE2-B248-94C3CC50D681}" dt="2025-11-17T16:28:53.861" v="361"/>
          <ac:spMkLst>
            <pc:docMk/>
            <pc:sldMk cId="194834470" sldId="259"/>
            <ac:spMk id="145" creationId="{5281382F-5385-6F23-4248-75BA200CDEFE}"/>
          </ac:spMkLst>
        </pc:spChg>
        <pc:spChg chg="mod">
          <ac:chgData name="Barkasi, Michael" userId="604489e9-c8b5-4a18-ae0d-3a3e29c44efc" providerId="ADAL" clId="{D13E91AC-465B-5CE2-B248-94C3CC50D681}" dt="2025-11-17T16:28:53.861" v="361"/>
          <ac:spMkLst>
            <pc:docMk/>
            <pc:sldMk cId="194834470" sldId="259"/>
            <ac:spMk id="148" creationId="{7F5E4E92-27D9-4717-D21E-9CA93FF1C703}"/>
          </ac:spMkLst>
        </pc:spChg>
        <pc:spChg chg="mod">
          <ac:chgData name="Barkasi, Michael" userId="604489e9-c8b5-4a18-ae0d-3a3e29c44efc" providerId="ADAL" clId="{D13E91AC-465B-5CE2-B248-94C3CC50D681}" dt="2025-11-17T16:28:53.861" v="361"/>
          <ac:spMkLst>
            <pc:docMk/>
            <pc:sldMk cId="194834470" sldId="259"/>
            <ac:spMk id="149" creationId="{4AD46F15-43FA-E087-71DA-B673CA60CCE9}"/>
          </ac:spMkLst>
        </pc:spChg>
        <pc:spChg chg="mod">
          <ac:chgData name="Barkasi, Michael" userId="604489e9-c8b5-4a18-ae0d-3a3e29c44efc" providerId="ADAL" clId="{D13E91AC-465B-5CE2-B248-94C3CC50D681}" dt="2025-11-17T16:28:53.861" v="361"/>
          <ac:spMkLst>
            <pc:docMk/>
            <pc:sldMk cId="194834470" sldId="259"/>
            <ac:spMk id="150" creationId="{3EC38897-BA24-F96A-69FA-90310BD3FD22}"/>
          </ac:spMkLst>
        </pc:spChg>
        <pc:spChg chg="mod">
          <ac:chgData name="Barkasi, Michael" userId="604489e9-c8b5-4a18-ae0d-3a3e29c44efc" providerId="ADAL" clId="{D13E91AC-465B-5CE2-B248-94C3CC50D681}" dt="2025-11-17T16:28:53.861" v="361"/>
          <ac:spMkLst>
            <pc:docMk/>
            <pc:sldMk cId="194834470" sldId="259"/>
            <ac:spMk id="154" creationId="{29A649E1-D14A-81EC-C7BA-0DDF262DBA27}"/>
          </ac:spMkLst>
        </pc:spChg>
        <pc:spChg chg="mod">
          <ac:chgData name="Barkasi, Michael" userId="604489e9-c8b5-4a18-ae0d-3a3e29c44efc" providerId="ADAL" clId="{D13E91AC-465B-5CE2-B248-94C3CC50D681}" dt="2025-11-17T16:28:53.861" v="361"/>
          <ac:spMkLst>
            <pc:docMk/>
            <pc:sldMk cId="194834470" sldId="259"/>
            <ac:spMk id="155" creationId="{FEF70B13-B32F-68B9-2403-9642E55AEDA6}"/>
          </ac:spMkLst>
        </pc:spChg>
        <pc:spChg chg="mod">
          <ac:chgData name="Barkasi, Michael" userId="604489e9-c8b5-4a18-ae0d-3a3e29c44efc" providerId="ADAL" clId="{D13E91AC-465B-5CE2-B248-94C3CC50D681}" dt="2025-11-17T16:28:53.861" v="361"/>
          <ac:spMkLst>
            <pc:docMk/>
            <pc:sldMk cId="194834470" sldId="259"/>
            <ac:spMk id="158" creationId="{AF767A7E-8469-F1F6-B564-5443DE9C963F}"/>
          </ac:spMkLst>
        </pc:spChg>
        <pc:spChg chg="mod">
          <ac:chgData name="Barkasi, Michael" userId="604489e9-c8b5-4a18-ae0d-3a3e29c44efc" providerId="ADAL" clId="{D13E91AC-465B-5CE2-B248-94C3CC50D681}" dt="2025-11-17T16:28:53.861" v="361"/>
          <ac:spMkLst>
            <pc:docMk/>
            <pc:sldMk cId="194834470" sldId="259"/>
            <ac:spMk id="159" creationId="{106544E8-FDA7-05E5-7EF4-05A6713E0B52}"/>
          </ac:spMkLst>
        </pc:spChg>
        <pc:spChg chg="mod">
          <ac:chgData name="Barkasi, Michael" userId="604489e9-c8b5-4a18-ae0d-3a3e29c44efc" providerId="ADAL" clId="{D13E91AC-465B-5CE2-B248-94C3CC50D681}" dt="2025-11-17T16:28:53.861" v="361"/>
          <ac:spMkLst>
            <pc:docMk/>
            <pc:sldMk cId="194834470" sldId="259"/>
            <ac:spMk id="160" creationId="{E5007987-BCBC-7471-E9CF-E9E799F379DC}"/>
          </ac:spMkLst>
        </pc:spChg>
        <pc:spChg chg="mod">
          <ac:chgData name="Barkasi, Michael" userId="604489e9-c8b5-4a18-ae0d-3a3e29c44efc" providerId="ADAL" clId="{D13E91AC-465B-5CE2-B248-94C3CC50D681}" dt="2025-11-17T16:28:55.356" v="362"/>
          <ac:spMkLst>
            <pc:docMk/>
            <pc:sldMk cId="194834470" sldId="259"/>
            <ac:spMk id="163" creationId="{CBF32509-AA10-F7FA-FF26-ECB18DFD81B2}"/>
          </ac:spMkLst>
        </pc:spChg>
        <pc:spChg chg="mod">
          <ac:chgData name="Barkasi, Michael" userId="604489e9-c8b5-4a18-ae0d-3a3e29c44efc" providerId="ADAL" clId="{D13E91AC-465B-5CE2-B248-94C3CC50D681}" dt="2025-11-17T16:28:55.356" v="362"/>
          <ac:spMkLst>
            <pc:docMk/>
            <pc:sldMk cId="194834470" sldId="259"/>
            <ac:spMk id="164" creationId="{A7D84EAD-C9FA-B9A7-47E9-BF3BA7BD1F2D}"/>
          </ac:spMkLst>
        </pc:spChg>
        <pc:spChg chg="mod">
          <ac:chgData name="Barkasi, Michael" userId="604489e9-c8b5-4a18-ae0d-3a3e29c44efc" providerId="ADAL" clId="{D13E91AC-465B-5CE2-B248-94C3CC50D681}" dt="2025-11-17T16:28:55.356" v="362"/>
          <ac:spMkLst>
            <pc:docMk/>
            <pc:sldMk cId="194834470" sldId="259"/>
            <ac:spMk id="167" creationId="{5A18909F-59D4-CEF3-66FB-0A104BD7CA1C}"/>
          </ac:spMkLst>
        </pc:spChg>
        <pc:spChg chg="mod">
          <ac:chgData name="Barkasi, Michael" userId="604489e9-c8b5-4a18-ae0d-3a3e29c44efc" providerId="ADAL" clId="{D13E91AC-465B-5CE2-B248-94C3CC50D681}" dt="2025-11-17T16:28:55.356" v="362"/>
          <ac:spMkLst>
            <pc:docMk/>
            <pc:sldMk cId="194834470" sldId="259"/>
            <ac:spMk id="168" creationId="{DC655DFF-6228-9A2A-1A31-5EEE95A32E4F}"/>
          </ac:spMkLst>
        </pc:spChg>
        <pc:spChg chg="mod">
          <ac:chgData name="Barkasi, Michael" userId="604489e9-c8b5-4a18-ae0d-3a3e29c44efc" providerId="ADAL" clId="{D13E91AC-465B-5CE2-B248-94C3CC50D681}" dt="2025-11-17T16:28:55.356" v="362"/>
          <ac:spMkLst>
            <pc:docMk/>
            <pc:sldMk cId="194834470" sldId="259"/>
            <ac:spMk id="169" creationId="{AD3DAA13-518A-E872-B9F4-30E419EB99BA}"/>
          </ac:spMkLst>
        </pc:spChg>
        <pc:spChg chg="mod">
          <ac:chgData name="Barkasi, Michael" userId="604489e9-c8b5-4a18-ae0d-3a3e29c44efc" providerId="ADAL" clId="{D13E91AC-465B-5CE2-B248-94C3CC50D681}" dt="2025-11-17T16:28:55.356" v="362"/>
          <ac:spMkLst>
            <pc:docMk/>
            <pc:sldMk cId="194834470" sldId="259"/>
            <ac:spMk id="170" creationId="{72BD9694-EA05-7C43-DE19-45A11330B975}"/>
          </ac:spMkLst>
        </pc:spChg>
        <pc:spChg chg="mod">
          <ac:chgData name="Barkasi, Michael" userId="604489e9-c8b5-4a18-ae0d-3a3e29c44efc" providerId="ADAL" clId="{D13E91AC-465B-5CE2-B248-94C3CC50D681}" dt="2025-11-17T16:28:55.356" v="362"/>
          <ac:spMkLst>
            <pc:docMk/>
            <pc:sldMk cId="194834470" sldId="259"/>
            <ac:spMk id="175" creationId="{9CA3BFB8-5104-0961-3B35-036D5361AA13}"/>
          </ac:spMkLst>
        </pc:spChg>
        <pc:spChg chg="mod">
          <ac:chgData name="Barkasi, Michael" userId="604489e9-c8b5-4a18-ae0d-3a3e29c44efc" providerId="ADAL" clId="{D13E91AC-465B-5CE2-B248-94C3CC50D681}" dt="2025-11-17T17:00:16.187" v="482" actId="165"/>
          <ac:spMkLst>
            <pc:docMk/>
            <pc:sldMk cId="194834470" sldId="259"/>
            <ac:spMk id="177" creationId="{61F18C2A-D388-CF60-03A0-3E9FAFF4B7E5}"/>
          </ac:spMkLst>
        </pc:spChg>
        <pc:spChg chg="mod">
          <ac:chgData name="Barkasi, Michael" userId="604489e9-c8b5-4a18-ae0d-3a3e29c44efc" providerId="ADAL" clId="{D13E91AC-465B-5CE2-B248-94C3CC50D681}" dt="2025-11-17T16:28:55.356" v="362"/>
          <ac:spMkLst>
            <pc:docMk/>
            <pc:sldMk cId="194834470" sldId="259"/>
            <ac:spMk id="178" creationId="{4BB90AFE-75E0-51D7-6BFC-BCE534C8E71A}"/>
          </ac:spMkLst>
        </pc:spChg>
        <pc:spChg chg="mod">
          <ac:chgData name="Barkasi, Michael" userId="604489e9-c8b5-4a18-ae0d-3a3e29c44efc" providerId="ADAL" clId="{D13E91AC-465B-5CE2-B248-94C3CC50D681}" dt="2025-11-17T16:28:55.356" v="362"/>
          <ac:spMkLst>
            <pc:docMk/>
            <pc:sldMk cId="194834470" sldId="259"/>
            <ac:spMk id="179" creationId="{6AD18606-67D9-F9E2-6AE4-9CD7932815CC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94834470" sldId="259"/>
            <ac:spMk id="188" creationId="{2FDA9F98-FBB4-66A8-1DC2-0B22D289922D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94834470" sldId="259"/>
            <ac:spMk id="260" creationId="{289F5C55-BAF9-8D37-0D90-BEB498A4DCA5}"/>
          </ac:spMkLst>
        </pc:spChg>
        <pc:spChg chg="mod">
          <ac:chgData name="Barkasi, Michael" userId="604489e9-c8b5-4a18-ae0d-3a3e29c44efc" providerId="ADAL" clId="{D13E91AC-465B-5CE2-B248-94C3CC50D681}" dt="2025-11-17T17:00:16.187" v="482" actId="165"/>
          <ac:spMkLst>
            <pc:docMk/>
            <pc:sldMk cId="194834470" sldId="259"/>
            <ac:spMk id="268" creationId="{5DB3ED94-B45C-F6F8-C832-6D03437579C9}"/>
          </ac:spMkLst>
        </pc:spChg>
        <pc:spChg chg="mod">
          <ac:chgData name="Barkasi, Michael" userId="604489e9-c8b5-4a18-ae0d-3a3e29c44efc" providerId="ADAL" clId="{D13E91AC-465B-5CE2-B248-94C3CC50D681}" dt="2025-11-17T16:30:05.462" v="377"/>
          <ac:spMkLst>
            <pc:docMk/>
            <pc:sldMk cId="194834470" sldId="259"/>
            <ac:spMk id="269" creationId="{BC4C1CC4-4796-08C5-D7E9-9DA3B047E7F6}"/>
          </ac:spMkLst>
        </pc:spChg>
        <pc:spChg chg="mod">
          <ac:chgData name="Barkasi, Michael" userId="604489e9-c8b5-4a18-ae0d-3a3e29c44efc" providerId="ADAL" clId="{D13E91AC-465B-5CE2-B248-94C3CC50D681}" dt="2025-11-17T16:30:05.462" v="377"/>
          <ac:spMkLst>
            <pc:docMk/>
            <pc:sldMk cId="194834470" sldId="259"/>
            <ac:spMk id="272" creationId="{FE26A423-014B-D842-E83F-EBFFFB947EFD}"/>
          </ac:spMkLst>
        </pc:spChg>
        <pc:spChg chg="mod">
          <ac:chgData name="Barkasi, Michael" userId="604489e9-c8b5-4a18-ae0d-3a3e29c44efc" providerId="ADAL" clId="{D13E91AC-465B-5CE2-B248-94C3CC50D681}" dt="2025-11-17T16:30:05.462" v="377"/>
          <ac:spMkLst>
            <pc:docMk/>
            <pc:sldMk cId="194834470" sldId="259"/>
            <ac:spMk id="274" creationId="{AEE68103-B47D-B635-C43B-8C11BB4B3EE8}"/>
          </ac:spMkLst>
        </pc:spChg>
        <pc:spChg chg="mod">
          <ac:chgData name="Barkasi, Michael" userId="604489e9-c8b5-4a18-ae0d-3a3e29c44efc" providerId="ADAL" clId="{D13E91AC-465B-5CE2-B248-94C3CC50D681}" dt="2025-11-17T16:30:05.462" v="377"/>
          <ac:spMkLst>
            <pc:docMk/>
            <pc:sldMk cId="194834470" sldId="259"/>
            <ac:spMk id="275" creationId="{81823B69-CAE8-0866-96EE-58142B26DDA1}"/>
          </ac:spMkLst>
        </pc:spChg>
        <pc:spChg chg="mod">
          <ac:chgData name="Barkasi, Michael" userId="604489e9-c8b5-4a18-ae0d-3a3e29c44efc" providerId="ADAL" clId="{D13E91AC-465B-5CE2-B248-94C3CC50D681}" dt="2025-11-17T16:30:05.462" v="377"/>
          <ac:spMkLst>
            <pc:docMk/>
            <pc:sldMk cId="194834470" sldId="259"/>
            <ac:spMk id="276" creationId="{1AB0B5E9-C5E3-E745-7BC7-3C0C7748AE82}"/>
          </ac:spMkLst>
        </pc:spChg>
        <pc:spChg chg="mod">
          <ac:chgData name="Barkasi, Michael" userId="604489e9-c8b5-4a18-ae0d-3a3e29c44efc" providerId="ADAL" clId="{D13E91AC-465B-5CE2-B248-94C3CC50D681}" dt="2025-11-17T16:30:05.462" v="377"/>
          <ac:spMkLst>
            <pc:docMk/>
            <pc:sldMk cId="194834470" sldId="259"/>
            <ac:spMk id="277" creationId="{F10F0BAD-4D37-837E-16FD-A61A0CC434BD}"/>
          </ac:spMkLst>
        </pc:spChg>
        <pc:spChg chg="mod">
          <ac:chgData name="Barkasi, Michael" userId="604489e9-c8b5-4a18-ae0d-3a3e29c44efc" providerId="ADAL" clId="{D13E91AC-465B-5CE2-B248-94C3CC50D681}" dt="2025-11-17T16:30:05.462" v="377"/>
          <ac:spMkLst>
            <pc:docMk/>
            <pc:sldMk cId="194834470" sldId="259"/>
            <ac:spMk id="278" creationId="{8364AED8-0452-72B5-5864-69320B085D7F}"/>
          </ac:spMkLst>
        </pc:spChg>
        <pc:spChg chg="mod">
          <ac:chgData name="Barkasi, Michael" userId="604489e9-c8b5-4a18-ae0d-3a3e29c44efc" providerId="ADAL" clId="{D13E91AC-465B-5CE2-B248-94C3CC50D681}" dt="2025-11-17T16:30:05.462" v="377"/>
          <ac:spMkLst>
            <pc:docMk/>
            <pc:sldMk cId="194834470" sldId="259"/>
            <ac:spMk id="279" creationId="{61524FC7-D8B1-36E9-ABA2-E89815C2E8B6}"/>
          </ac:spMkLst>
        </pc:spChg>
        <pc:spChg chg="mod">
          <ac:chgData name="Barkasi, Michael" userId="604489e9-c8b5-4a18-ae0d-3a3e29c44efc" providerId="ADAL" clId="{D13E91AC-465B-5CE2-B248-94C3CC50D681}" dt="2025-11-17T16:30:05.939" v="378"/>
          <ac:spMkLst>
            <pc:docMk/>
            <pc:sldMk cId="194834470" sldId="259"/>
            <ac:spMk id="282" creationId="{64B4BB05-F571-949E-03D7-1D04F0F7892F}"/>
          </ac:spMkLst>
        </pc:spChg>
        <pc:spChg chg="mod">
          <ac:chgData name="Barkasi, Michael" userId="604489e9-c8b5-4a18-ae0d-3a3e29c44efc" providerId="ADAL" clId="{D13E91AC-465B-5CE2-B248-94C3CC50D681}" dt="2025-11-17T16:30:05.939" v="378"/>
          <ac:spMkLst>
            <pc:docMk/>
            <pc:sldMk cId="194834470" sldId="259"/>
            <ac:spMk id="283" creationId="{6219EB38-00EF-7875-2ED8-B54FF5242C51}"/>
          </ac:spMkLst>
        </pc:spChg>
        <pc:spChg chg="mod">
          <ac:chgData name="Barkasi, Michael" userId="604489e9-c8b5-4a18-ae0d-3a3e29c44efc" providerId="ADAL" clId="{D13E91AC-465B-5CE2-B248-94C3CC50D681}" dt="2025-11-17T16:30:05.939" v="378"/>
          <ac:spMkLst>
            <pc:docMk/>
            <pc:sldMk cId="194834470" sldId="259"/>
            <ac:spMk id="287" creationId="{014D4D36-404A-011E-DA50-5FB05612839C}"/>
          </ac:spMkLst>
        </pc:spChg>
        <pc:spChg chg="mod">
          <ac:chgData name="Barkasi, Michael" userId="604489e9-c8b5-4a18-ae0d-3a3e29c44efc" providerId="ADAL" clId="{D13E91AC-465B-5CE2-B248-94C3CC50D681}" dt="2025-11-17T16:30:05.939" v="378"/>
          <ac:spMkLst>
            <pc:docMk/>
            <pc:sldMk cId="194834470" sldId="259"/>
            <ac:spMk id="288" creationId="{5153B08E-FAE3-2FAF-4912-268110FD0DFB}"/>
          </ac:spMkLst>
        </pc:spChg>
        <pc:spChg chg="mod">
          <ac:chgData name="Barkasi, Michael" userId="604489e9-c8b5-4a18-ae0d-3a3e29c44efc" providerId="ADAL" clId="{D13E91AC-465B-5CE2-B248-94C3CC50D681}" dt="2025-11-17T16:30:05.939" v="378"/>
          <ac:spMkLst>
            <pc:docMk/>
            <pc:sldMk cId="194834470" sldId="259"/>
            <ac:spMk id="289" creationId="{20647E7A-BE2E-2E87-CC59-DF0881B15D07}"/>
          </ac:spMkLst>
        </pc:spChg>
        <pc:spChg chg="mod">
          <ac:chgData name="Barkasi, Michael" userId="604489e9-c8b5-4a18-ae0d-3a3e29c44efc" providerId="ADAL" clId="{D13E91AC-465B-5CE2-B248-94C3CC50D681}" dt="2025-11-17T16:30:05.939" v="378"/>
          <ac:spMkLst>
            <pc:docMk/>
            <pc:sldMk cId="194834470" sldId="259"/>
            <ac:spMk id="292" creationId="{F94DCD88-458B-2E5C-5D03-395E3BCBB8FE}"/>
          </ac:spMkLst>
        </pc:spChg>
        <pc:spChg chg="mod">
          <ac:chgData name="Barkasi, Michael" userId="604489e9-c8b5-4a18-ae0d-3a3e29c44efc" providerId="ADAL" clId="{D13E91AC-465B-5CE2-B248-94C3CC50D681}" dt="2025-11-17T16:30:05.939" v="378"/>
          <ac:spMkLst>
            <pc:docMk/>
            <pc:sldMk cId="194834470" sldId="259"/>
            <ac:spMk id="295" creationId="{44D785B2-C32D-659B-229A-4C8C11635B57}"/>
          </ac:spMkLst>
        </pc:spChg>
        <pc:spChg chg="mod">
          <ac:chgData name="Barkasi, Michael" userId="604489e9-c8b5-4a18-ae0d-3a3e29c44efc" providerId="ADAL" clId="{D13E91AC-465B-5CE2-B248-94C3CC50D681}" dt="2025-11-17T16:30:05.939" v="378"/>
          <ac:spMkLst>
            <pc:docMk/>
            <pc:sldMk cId="194834470" sldId="259"/>
            <ac:spMk id="297" creationId="{613B54BB-0015-7E9C-599C-46F286F3456E}"/>
          </ac:spMkLst>
        </pc:spChg>
        <pc:spChg chg="mod">
          <ac:chgData name="Barkasi, Michael" userId="604489e9-c8b5-4a18-ae0d-3a3e29c44efc" providerId="ADAL" clId="{D13E91AC-465B-5CE2-B248-94C3CC50D681}" dt="2025-11-17T16:30:05.939" v="378"/>
          <ac:spMkLst>
            <pc:docMk/>
            <pc:sldMk cId="194834470" sldId="259"/>
            <ac:spMk id="298" creationId="{37BD3469-18FA-0008-D052-8B01CCB9594E}"/>
          </ac:spMkLst>
        </pc:spChg>
        <pc:spChg chg="mod">
          <ac:chgData name="Barkasi, Michael" userId="604489e9-c8b5-4a18-ae0d-3a3e29c44efc" providerId="ADAL" clId="{D13E91AC-465B-5CE2-B248-94C3CC50D681}" dt="2025-11-17T16:30:05.939" v="378"/>
          <ac:spMkLst>
            <pc:docMk/>
            <pc:sldMk cId="194834470" sldId="259"/>
            <ac:spMk id="299" creationId="{FCCF0220-6E66-8513-6B36-3AD4EE0FE946}"/>
          </ac:spMkLst>
        </pc:spChg>
        <pc:spChg chg="mod">
          <ac:chgData name="Barkasi, Michael" userId="604489e9-c8b5-4a18-ae0d-3a3e29c44efc" providerId="ADAL" clId="{D13E91AC-465B-5CE2-B248-94C3CC50D681}" dt="2025-11-17T16:30:06.366" v="379"/>
          <ac:spMkLst>
            <pc:docMk/>
            <pc:sldMk cId="194834470" sldId="259"/>
            <ac:spMk id="302" creationId="{3F749C94-2177-07E5-790B-0BAFC437BE19}"/>
          </ac:spMkLst>
        </pc:spChg>
        <pc:spChg chg="mod">
          <ac:chgData name="Barkasi, Michael" userId="604489e9-c8b5-4a18-ae0d-3a3e29c44efc" providerId="ADAL" clId="{D13E91AC-465B-5CE2-B248-94C3CC50D681}" dt="2025-11-17T16:30:06.366" v="379"/>
          <ac:spMkLst>
            <pc:docMk/>
            <pc:sldMk cId="194834470" sldId="259"/>
            <ac:spMk id="303" creationId="{9FCF52E7-3389-7A20-0767-07A24E3595B4}"/>
          </ac:spMkLst>
        </pc:spChg>
        <pc:spChg chg="mod">
          <ac:chgData name="Barkasi, Michael" userId="604489e9-c8b5-4a18-ae0d-3a3e29c44efc" providerId="ADAL" clId="{D13E91AC-465B-5CE2-B248-94C3CC50D681}" dt="2025-11-17T17:00:16.187" v="482" actId="165"/>
          <ac:spMkLst>
            <pc:docMk/>
            <pc:sldMk cId="194834470" sldId="259"/>
            <ac:spMk id="304" creationId="{83700E4C-84F7-ABC6-1171-2586736ABC39}"/>
          </ac:spMkLst>
        </pc:spChg>
        <pc:spChg chg="mod">
          <ac:chgData name="Barkasi, Michael" userId="604489e9-c8b5-4a18-ae0d-3a3e29c44efc" providerId="ADAL" clId="{D13E91AC-465B-5CE2-B248-94C3CC50D681}" dt="2025-11-17T16:30:06.366" v="379"/>
          <ac:spMkLst>
            <pc:docMk/>
            <pc:sldMk cId="194834470" sldId="259"/>
            <ac:spMk id="307" creationId="{D9029406-4198-C043-6936-05BD4FCD685E}"/>
          </ac:spMkLst>
        </pc:spChg>
        <pc:spChg chg="mod">
          <ac:chgData name="Barkasi, Michael" userId="604489e9-c8b5-4a18-ae0d-3a3e29c44efc" providerId="ADAL" clId="{D13E91AC-465B-5CE2-B248-94C3CC50D681}" dt="2025-11-17T16:30:06.366" v="379"/>
          <ac:spMkLst>
            <pc:docMk/>
            <pc:sldMk cId="194834470" sldId="259"/>
            <ac:spMk id="309" creationId="{7D3EB7E1-C5EB-EFD1-BA65-C896755E0CD8}"/>
          </ac:spMkLst>
        </pc:spChg>
        <pc:spChg chg="mod">
          <ac:chgData name="Barkasi, Michael" userId="604489e9-c8b5-4a18-ae0d-3a3e29c44efc" providerId="ADAL" clId="{D13E91AC-465B-5CE2-B248-94C3CC50D681}" dt="2025-11-17T16:30:06.366" v="379"/>
          <ac:spMkLst>
            <pc:docMk/>
            <pc:sldMk cId="194834470" sldId="259"/>
            <ac:spMk id="313" creationId="{25895BE8-E164-3738-1051-C37BCC9006FD}"/>
          </ac:spMkLst>
        </pc:spChg>
        <pc:spChg chg="mod">
          <ac:chgData name="Barkasi, Michael" userId="604489e9-c8b5-4a18-ae0d-3a3e29c44efc" providerId="ADAL" clId="{D13E91AC-465B-5CE2-B248-94C3CC50D681}" dt="2025-11-17T16:30:06.366" v="379"/>
          <ac:spMkLst>
            <pc:docMk/>
            <pc:sldMk cId="194834470" sldId="259"/>
            <ac:spMk id="314" creationId="{CF05D0DB-B49C-C4F9-6C05-2E9F010109C1}"/>
          </ac:spMkLst>
        </pc:spChg>
        <pc:spChg chg="mod">
          <ac:chgData name="Barkasi, Michael" userId="604489e9-c8b5-4a18-ae0d-3a3e29c44efc" providerId="ADAL" clId="{D13E91AC-465B-5CE2-B248-94C3CC50D681}" dt="2025-11-17T16:30:06.366" v="379"/>
          <ac:spMkLst>
            <pc:docMk/>
            <pc:sldMk cId="194834470" sldId="259"/>
            <ac:spMk id="315" creationId="{47A03BFF-EE75-AEFC-D014-960F79A1693E}"/>
          </ac:spMkLst>
        </pc:spChg>
        <pc:spChg chg="mod">
          <ac:chgData name="Barkasi, Michael" userId="604489e9-c8b5-4a18-ae0d-3a3e29c44efc" providerId="ADAL" clId="{D13E91AC-465B-5CE2-B248-94C3CC50D681}" dt="2025-11-17T16:30:06.366" v="379"/>
          <ac:spMkLst>
            <pc:docMk/>
            <pc:sldMk cId="194834470" sldId="259"/>
            <ac:spMk id="317" creationId="{C96318FA-AC37-188B-5343-BC9568467CE2}"/>
          </ac:spMkLst>
        </pc:spChg>
        <pc:spChg chg="mod">
          <ac:chgData name="Barkasi, Michael" userId="604489e9-c8b5-4a18-ae0d-3a3e29c44efc" providerId="ADAL" clId="{D13E91AC-465B-5CE2-B248-94C3CC50D681}" dt="2025-11-17T17:00:16.187" v="482" actId="165"/>
          <ac:spMkLst>
            <pc:docMk/>
            <pc:sldMk cId="194834470" sldId="259"/>
            <ac:spMk id="318" creationId="{71E89EF3-BAF6-20CA-493B-366E804E2AE0}"/>
          </ac:spMkLst>
        </pc:spChg>
        <pc:spChg chg="mod">
          <ac:chgData name="Barkasi, Michael" userId="604489e9-c8b5-4a18-ae0d-3a3e29c44efc" providerId="ADAL" clId="{D13E91AC-465B-5CE2-B248-94C3CC50D681}" dt="2025-11-17T16:30:06.366" v="379"/>
          <ac:spMkLst>
            <pc:docMk/>
            <pc:sldMk cId="194834470" sldId="259"/>
            <ac:spMk id="319" creationId="{328A2353-EF58-1C3A-AD43-C1B30C60CA21}"/>
          </ac:spMkLst>
        </pc:spChg>
        <pc:spChg chg="mod">
          <ac:chgData name="Barkasi, Michael" userId="604489e9-c8b5-4a18-ae0d-3a3e29c44efc" providerId="ADAL" clId="{D13E91AC-465B-5CE2-B248-94C3CC50D681}" dt="2025-11-17T16:30:06.931" v="380"/>
          <ac:spMkLst>
            <pc:docMk/>
            <pc:sldMk cId="194834470" sldId="259"/>
            <ac:spMk id="386" creationId="{026F946F-ECB0-E909-E50B-7AA2BDD61BF6}"/>
          </ac:spMkLst>
        </pc:spChg>
        <pc:spChg chg="mod">
          <ac:chgData name="Barkasi, Michael" userId="604489e9-c8b5-4a18-ae0d-3a3e29c44efc" providerId="ADAL" clId="{D13E91AC-465B-5CE2-B248-94C3CC50D681}" dt="2025-11-17T16:30:06.931" v="380"/>
          <ac:spMkLst>
            <pc:docMk/>
            <pc:sldMk cId="194834470" sldId="259"/>
            <ac:spMk id="390" creationId="{078E36D5-491B-FA4C-6ABB-2B80355A57FA}"/>
          </ac:spMkLst>
        </pc:spChg>
        <pc:spChg chg="mod">
          <ac:chgData name="Barkasi, Michael" userId="604489e9-c8b5-4a18-ae0d-3a3e29c44efc" providerId="ADAL" clId="{D13E91AC-465B-5CE2-B248-94C3CC50D681}" dt="2025-11-17T17:00:16.187" v="482" actId="165"/>
          <ac:spMkLst>
            <pc:docMk/>
            <pc:sldMk cId="194834470" sldId="259"/>
            <ac:spMk id="392" creationId="{053272AC-2C15-EFB0-4FC5-295614F2BA65}"/>
          </ac:spMkLst>
        </pc:spChg>
        <pc:spChg chg="mod">
          <ac:chgData name="Barkasi, Michael" userId="604489e9-c8b5-4a18-ae0d-3a3e29c44efc" providerId="ADAL" clId="{D13E91AC-465B-5CE2-B248-94C3CC50D681}" dt="2025-11-17T16:30:06.931" v="380"/>
          <ac:spMkLst>
            <pc:docMk/>
            <pc:sldMk cId="194834470" sldId="259"/>
            <ac:spMk id="393" creationId="{B85EF563-8B67-8224-CC94-889CA0D603B2}"/>
          </ac:spMkLst>
        </pc:spChg>
        <pc:spChg chg="mod">
          <ac:chgData name="Barkasi, Michael" userId="604489e9-c8b5-4a18-ae0d-3a3e29c44efc" providerId="ADAL" clId="{D13E91AC-465B-5CE2-B248-94C3CC50D681}" dt="2025-11-17T16:30:06.931" v="380"/>
          <ac:spMkLst>
            <pc:docMk/>
            <pc:sldMk cId="194834470" sldId="259"/>
            <ac:spMk id="396" creationId="{B1598CAA-FC7C-4F50-1C22-36DF4E300FA9}"/>
          </ac:spMkLst>
        </pc:spChg>
        <pc:spChg chg="mod">
          <ac:chgData name="Barkasi, Michael" userId="604489e9-c8b5-4a18-ae0d-3a3e29c44efc" providerId="ADAL" clId="{D13E91AC-465B-5CE2-B248-94C3CC50D681}" dt="2025-11-17T16:30:06.931" v="380"/>
          <ac:spMkLst>
            <pc:docMk/>
            <pc:sldMk cId="194834470" sldId="259"/>
            <ac:spMk id="399" creationId="{A2B4D7E8-2078-63DE-6F2B-C3ADB4D6068E}"/>
          </ac:spMkLst>
        </pc:spChg>
        <pc:spChg chg="mod">
          <ac:chgData name="Barkasi, Michael" userId="604489e9-c8b5-4a18-ae0d-3a3e29c44efc" providerId="ADAL" clId="{D13E91AC-465B-5CE2-B248-94C3CC50D681}" dt="2025-11-17T17:00:16.187" v="482" actId="165"/>
          <ac:spMkLst>
            <pc:docMk/>
            <pc:sldMk cId="194834470" sldId="259"/>
            <ac:spMk id="400" creationId="{FE485815-9649-50D1-5B3E-241F38BA907B}"/>
          </ac:spMkLst>
        </pc:spChg>
        <pc:spChg chg="mod">
          <ac:chgData name="Barkasi, Michael" userId="604489e9-c8b5-4a18-ae0d-3a3e29c44efc" providerId="ADAL" clId="{D13E91AC-465B-5CE2-B248-94C3CC50D681}" dt="2025-11-17T16:30:06.931" v="380"/>
          <ac:spMkLst>
            <pc:docMk/>
            <pc:sldMk cId="194834470" sldId="259"/>
            <ac:spMk id="401" creationId="{3C0246DC-55A1-841F-C4CF-040A9F557912}"/>
          </ac:spMkLst>
        </pc:spChg>
        <pc:spChg chg="mod">
          <ac:chgData name="Barkasi, Michael" userId="604489e9-c8b5-4a18-ae0d-3a3e29c44efc" providerId="ADAL" clId="{D13E91AC-465B-5CE2-B248-94C3CC50D681}" dt="2025-11-17T16:30:06.931" v="380"/>
          <ac:spMkLst>
            <pc:docMk/>
            <pc:sldMk cId="194834470" sldId="259"/>
            <ac:spMk id="402" creationId="{F196DD87-4763-47C9-5A16-E3EDD7E30FD4}"/>
          </ac:spMkLst>
        </pc:spChg>
        <pc:spChg chg="mod">
          <ac:chgData name="Barkasi, Michael" userId="604489e9-c8b5-4a18-ae0d-3a3e29c44efc" providerId="ADAL" clId="{D13E91AC-465B-5CE2-B248-94C3CC50D681}" dt="2025-11-17T16:30:06.931" v="380"/>
          <ac:spMkLst>
            <pc:docMk/>
            <pc:sldMk cId="194834470" sldId="259"/>
            <ac:spMk id="403" creationId="{63F9564D-3949-B328-6458-4DBC0FE3FE4D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94834470" sldId="259"/>
            <ac:spMk id="441" creationId="{3D75AD6A-E030-DE23-7F40-117863A544BD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94834470" sldId="259"/>
            <ac:spMk id="443" creationId="{E70AED85-43A8-EE23-7922-4FC513CD65CE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94834470" sldId="259"/>
            <ac:spMk id="512" creationId="{2D7D1652-1142-01F0-575E-E7FE2C2E8BCE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94834470" sldId="259"/>
            <ac:spMk id="523" creationId="{0C3CFBA4-D9FC-EC9E-D361-14DD3C1EB340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94834470" sldId="259"/>
            <ac:spMk id="587" creationId="{4D2290EE-4720-B706-A5B7-33EE6819D320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94834470" sldId="259"/>
            <ac:spMk id="598" creationId="{7270CCE3-D813-4C20-6EA3-62248DF556A2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94834470" sldId="259"/>
            <ac:spMk id="607" creationId="{EE01E5F1-75F6-31EA-0E39-3F543B70C578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94834470" sldId="259"/>
            <ac:spMk id="618" creationId="{D3609B41-D119-5512-C55F-F3CDB32401F0}"/>
          </ac:spMkLst>
        </pc:spChg>
        <pc:spChg chg="mod topLvl">
          <ac:chgData name="Barkasi, Michael" userId="604489e9-c8b5-4a18-ae0d-3a3e29c44efc" providerId="ADAL" clId="{D13E91AC-465B-5CE2-B248-94C3CC50D681}" dt="2025-11-17T16:25:33.915" v="331" actId="164"/>
          <ac:spMkLst>
            <pc:docMk/>
            <pc:sldMk cId="194834470" sldId="259"/>
            <ac:spMk id="638" creationId="{70241310-111D-DB43-4169-C48272F6D27A}"/>
          </ac:spMkLst>
        </pc:spChg>
        <pc:spChg chg="mod">
          <ac:chgData name="Barkasi, Michael" userId="604489e9-c8b5-4a18-ae0d-3a3e29c44efc" providerId="ADAL" clId="{D13E91AC-465B-5CE2-B248-94C3CC50D681}" dt="2025-11-17T16:22:53.345" v="326" actId="207"/>
          <ac:spMkLst>
            <pc:docMk/>
            <pc:sldMk cId="194834470" sldId="259"/>
            <ac:spMk id="639" creationId="{33335EEA-504E-F8CD-8447-DE748C344080}"/>
          </ac:spMkLst>
        </pc:spChg>
        <pc:spChg chg="mod topLvl">
          <ac:chgData name="Barkasi, Michael" userId="604489e9-c8b5-4a18-ae0d-3a3e29c44efc" providerId="ADAL" clId="{D13E91AC-465B-5CE2-B248-94C3CC50D681}" dt="2025-11-17T16:25:33.915" v="331" actId="164"/>
          <ac:spMkLst>
            <pc:docMk/>
            <pc:sldMk cId="194834470" sldId="259"/>
            <ac:spMk id="640" creationId="{8A3FDDA4-6DFF-D59C-5F29-96B89FCA52CC}"/>
          </ac:spMkLst>
        </pc:spChg>
        <pc:spChg chg="mod">
          <ac:chgData name="Barkasi, Michael" userId="604489e9-c8b5-4a18-ae0d-3a3e29c44efc" providerId="ADAL" clId="{D13E91AC-465B-5CE2-B248-94C3CC50D681}" dt="2025-11-17T16:21:45.116" v="323" actId="207"/>
          <ac:spMkLst>
            <pc:docMk/>
            <pc:sldMk cId="194834470" sldId="259"/>
            <ac:spMk id="642" creationId="{BF80F913-894D-13BF-4FDA-B58E79D8FA38}"/>
          </ac:spMkLst>
        </pc:spChg>
        <pc:spChg chg="mod topLvl">
          <ac:chgData name="Barkasi, Michael" userId="604489e9-c8b5-4a18-ae0d-3a3e29c44efc" providerId="ADAL" clId="{D13E91AC-465B-5CE2-B248-94C3CC50D681}" dt="2025-11-17T16:25:33.915" v="331" actId="164"/>
          <ac:spMkLst>
            <pc:docMk/>
            <pc:sldMk cId="194834470" sldId="259"/>
            <ac:spMk id="643" creationId="{EBCF8622-A5F1-98CA-C419-D00DE394ADA5}"/>
          </ac:spMkLst>
        </pc:spChg>
        <pc:spChg chg="mod">
          <ac:chgData name="Barkasi, Michael" userId="604489e9-c8b5-4a18-ae0d-3a3e29c44efc" providerId="ADAL" clId="{D13E91AC-465B-5CE2-B248-94C3CC50D681}" dt="2025-11-17T16:24:37.403" v="329" actId="692"/>
          <ac:spMkLst>
            <pc:docMk/>
            <pc:sldMk cId="194834470" sldId="259"/>
            <ac:spMk id="644" creationId="{5A6937E6-4AE5-100C-F45A-66CD1B0662EC}"/>
          </ac:spMkLst>
        </pc:spChg>
        <pc:spChg chg="mod">
          <ac:chgData name="Barkasi, Michael" userId="604489e9-c8b5-4a18-ae0d-3a3e29c44efc" providerId="ADAL" clId="{D13E91AC-465B-5CE2-B248-94C3CC50D681}" dt="2025-11-17T16:24:43.414" v="330" actId="207"/>
          <ac:spMkLst>
            <pc:docMk/>
            <pc:sldMk cId="194834470" sldId="259"/>
            <ac:spMk id="645" creationId="{992A8DC3-7D57-0D72-5C27-5DDF1112B5D4}"/>
          </ac:spMkLst>
        </pc:spChg>
        <pc:spChg chg="mod topLvl">
          <ac:chgData name="Barkasi, Michael" userId="604489e9-c8b5-4a18-ae0d-3a3e29c44efc" providerId="ADAL" clId="{D13E91AC-465B-5CE2-B248-94C3CC50D681}" dt="2025-11-17T16:25:33.915" v="331" actId="164"/>
          <ac:spMkLst>
            <pc:docMk/>
            <pc:sldMk cId="194834470" sldId="259"/>
            <ac:spMk id="648" creationId="{2C438DDF-3983-EF8C-0E45-275E235AD121}"/>
          </ac:spMkLst>
        </pc:spChg>
        <pc:spChg chg="mod topLvl">
          <ac:chgData name="Barkasi, Michael" userId="604489e9-c8b5-4a18-ae0d-3a3e29c44efc" providerId="ADAL" clId="{D13E91AC-465B-5CE2-B248-94C3CC50D681}" dt="2025-11-17T16:25:33.915" v="331" actId="164"/>
          <ac:spMkLst>
            <pc:docMk/>
            <pc:sldMk cId="194834470" sldId="259"/>
            <ac:spMk id="649" creationId="{3DFEB53F-B64B-8203-065B-2FEFA1AE1C98}"/>
          </ac:spMkLst>
        </pc:spChg>
        <pc:spChg chg="mod topLvl">
          <ac:chgData name="Barkasi, Michael" userId="604489e9-c8b5-4a18-ae0d-3a3e29c44efc" providerId="ADAL" clId="{D13E91AC-465B-5CE2-B248-94C3CC50D681}" dt="2025-11-17T16:25:33.915" v="331" actId="164"/>
          <ac:spMkLst>
            <pc:docMk/>
            <pc:sldMk cId="194834470" sldId="259"/>
            <ac:spMk id="650" creationId="{D1E7EB62-F47B-CDAF-1799-FB0EFD9482E5}"/>
          </ac:spMkLst>
        </pc:spChg>
        <pc:spChg chg="mod topLvl">
          <ac:chgData name="Barkasi, Michael" userId="604489e9-c8b5-4a18-ae0d-3a3e29c44efc" providerId="ADAL" clId="{D13E91AC-465B-5CE2-B248-94C3CC50D681}" dt="2025-11-17T16:25:33.915" v="331" actId="164"/>
          <ac:spMkLst>
            <pc:docMk/>
            <pc:sldMk cId="194834470" sldId="259"/>
            <ac:spMk id="651" creationId="{E2079FAB-FB69-F719-AD46-3E42DEF3AE1E}"/>
          </ac:spMkLst>
        </pc:spChg>
        <pc:spChg chg="mod topLvl">
          <ac:chgData name="Barkasi, Michael" userId="604489e9-c8b5-4a18-ae0d-3a3e29c44efc" providerId="ADAL" clId="{D13E91AC-465B-5CE2-B248-94C3CC50D681}" dt="2025-11-17T16:25:33.915" v="331" actId="164"/>
          <ac:spMkLst>
            <pc:docMk/>
            <pc:sldMk cId="194834470" sldId="259"/>
            <ac:spMk id="652" creationId="{409906DC-3949-B648-CB18-EDE72EB633CE}"/>
          </ac:spMkLst>
        </pc:spChg>
        <pc:spChg chg="mod topLvl">
          <ac:chgData name="Barkasi, Michael" userId="604489e9-c8b5-4a18-ae0d-3a3e29c44efc" providerId="ADAL" clId="{D13E91AC-465B-5CE2-B248-94C3CC50D681}" dt="2025-11-17T16:25:33.915" v="331" actId="164"/>
          <ac:spMkLst>
            <pc:docMk/>
            <pc:sldMk cId="194834470" sldId="259"/>
            <ac:spMk id="653" creationId="{B2A0301F-666E-CEB9-4929-283C97A430BB}"/>
          </ac:spMkLst>
        </pc:spChg>
        <pc:spChg chg="mod topLvl">
          <ac:chgData name="Barkasi, Michael" userId="604489e9-c8b5-4a18-ae0d-3a3e29c44efc" providerId="ADAL" clId="{D13E91AC-465B-5CE2-B248-94C3CC50D681}" dt="2025-11-17T16:25:33.915" v="331" actId="164"/>
          <ac:spMkLst>
            <pc:docMk/>
            <pc:sldMk cId="194834470" sldId="259"/>
            <ac:spMk id="654" creationId="{4FDCE814-C13C-99E9-8493-9E889C25DB28}"/>
          </ac:spMkLst>
        </pc:spChg>
        <pc:spChg chg="mod topLvl">
          <ac:chgData name="Barkasi, Michael" userId="604489e9-c8b5-4a18-ae0d-3a3e29c44efc" providerId="ADAL" clId="{D13E91AC-465B-5CE2-B248-94C3CC50D681}" dt="2025-11-17T16:23:09.748" v="327" actId="692"/>
          <ac:spMkLst>
            <pc:docMk/>
            <pc:sldMk cId="194834470" sldId="259"/>
            <ac:spMk id="656" creationId="{3CA471DF-F30C-9A53-CE12-0F526A1641C8}"/>
          </ac:spMkLst>
        </pc:spChg>
        <pc:spChg chg="mod">
          <ac:chgData name="Barkasi, Michael" userId="604489e9-c8b5-4a18-ae0d-3a3e29c44efc" providerId="ADAL" clId="{D13E91AC-465B-5CE2-B248-94C3CC50D681}" dt="2025-11-17T16:28:55.356" v="362"/>
          <ac:spMkLst>
            <pc:docMk/>
            <pc:sldMk cId="194834470" sldId="259"/>
            <ac:spMk id="658" creationId="{45EF6717-19B0-621D-2A0D-07D31DB8CEB6}"/>
          </ac:spMkLst>
        </pc:spChg>
        <pc:spChg chg="mod">
          <ac:chgData name="Barkasi, Michael" userId="604489e9-c8b5-4a18-ae0d-3a3e29c44efc" providerId="ADAL" clId="{D13E91AC-465B-5CE2-B248-94C3CC50D681}" dt="2025-11-17T16:28:55.570" v="363"/>
          <ac:spMkLst>
            <pc:docMk/>
            <pc:sldMk cId="194834470" sldId="259"/>
            <ac:spMk id="661" creationId="{B33A9C58-FE82-E530-E3B3-727E456D6A3D}"/>
          </ac:spMkLst>
        </pc:spChg>
        <pc:spChg chg="mod">
          <ac:chgData name="Barkasi, Michael" userId="604489e9-c8b5-4a18-ae0d-3a3e29c44efc" providerId="ADAL" clId="{D13E91AC-465B-5CE2-B248-94C3CC50D681}" dt="2025-11-17T16:28:55.570" v="363"/>
          <ac:spMkLst>
            <pc:docMk/>
            <pc:sldMk cId="194834470" sldId="259"/>
            <ac:spMk id="663" creationId="{9FEE056C-1783-50E5-279E-BA00E13C8132}"/>
          </ac:spMkLst>
        </pc:spChg>
        <pc:spChg chg="mod">
          <ac:chgData name="Barkasi, Michael" userId="604489e9-c8b5-4a18-ae0d-3a3e29c44efc" providerId="ADAL" clId="{D13E91AC-465B-5CE2-B248-94C3CC50D681}" dt="2025-11-17T16:28:55.570" v="363"/>
          <ac:spMkLst>
            <pc:docMk/>
            <pc:sldMk cId="194834470" sldId="259"/>
            <ac:spMk id="665" creationId="{EC73883A-EF62-FE2E-C582-49D7D6E91EA7}"/>
          </ac:spMkLst>
        </pc:spChg>
        <pc:spChg chg="mod">
          <ac:chgData name="Barkasi, Michael" userId="604489e9-c8b5-4a18-ae0d-3a3e29c44efc" providerId="ADAL" clId="{D13E91AC-465B-5CE2-B248-94C3CC50D681}" dt="2025-11-17T16:28:55.570" v="363"/>
          <ac:spMkLst>
            <pc:docMk/>
            <pc:sldMk cId="194834470" sldId="259"/>
            <ac:spMk id="666" creationId="{E448082A-4554-6B68-1C6A-FC9DB1016DB1}"/>
          </ac:spMkLst>
        </pc:spChg>
        <pc:spChg chg="mod">
          <ac:chgData name="Barkasi, Michael" userId="604489e9-c8b5-4a18-ae0d-3a3e29c44efc" providerId="ADAL" clId="{D13E91AC-465B-5CE2-B248-94C3CC50D681}" dt="2025-11-17T16:28:55.570" v="363"/>
          <ac:spMkLst>
            <pc:docMk/>
            <pc:sldMk cId="194834470" sldId="259"/>
            <ac:spMk id="671" creationId="{F0553CA6-6E54-0CFA-2F1D-DF71627771AB}"/>
          </ac:spMkLst>
        </pc:spChg>
        <pc:spChg chg="mod">
          <ac:chgData name="Barkasi, Michael" userId="604489e9-c8b5-4a18-ae0d-3a3e29c44efc" providerId="ADAL" clId="{D13E91AC-465B-5CE2-B248-94C3CC50D681}" dt="2025-11-17T16:28:55.570" v="363"/>
          <ac:spMkLst>
            <pc:docMk/>
            <pc:sldMk cId="194834470" sldId="259"/>
            <ac:spMk id="674" creationId="{C3F9169B-6160-CD87-FC33-03EEF2427D4C}"/>
          </ac:spMkLst>
        </pc:spChg>
        <pc:spChg chg="mod">
          <ac:chgData name="Barkasi, Michael" userId="604489e9-c8b5-4a18-ae0d-3a3e29c44efc" providerId="ADAL" clId="{D13E91AC-465B-5CE2-B248-94C3CC50D681}" dt="2025-11-17T16:28:55.570" v="363"/>
          <ac:spMkLst>
            <pc:docMk/>
            <pc:sldMk cId="194834470" sldId="259"/>
            <ac:spMk id="675" creationId="{B5BFA431-C96B-8F5D-465C-F178FF744011}"/>
          </ac:spMkLst>
        </pc:spChg>
        <pc:spChg chg="mod">
          <ac:chgData name="Barkasi, Michael" userId="604489e9-c8b5-4a18-ae0d-3a3e29c44efc" providerId="ADAL" clId="{D13E91AC-465B-5CE2-B248-94C3CC50D681}" dt="2025-11-17T16:28:55.570" v="363"/>
          <ac:spMkLst>
            <pc:docMk/>
            <pc:sldMk cId="194834470" sldId="259"/>
            <ac:spMk id="676" creationId="{CCCB9971-C168-D408-16E6-B86EDBAA9A22}"/>
          </ac:spMkLst>
        </pc:spChg>
        <pc:spChg chg="mod">
          <ac:chgData name="Barkasi, Michael" userId="604489e9-c8b5-4a18-ae0d-3a3e29c44efc" providerId="ADAL" clId="{D13E91AC-465B-5CE2-B248-94C3CC50D681}" dt="2025-11-17T16:28:55.570" v="363"/>
          <ac:spMkLst>
            <pc:docMk/>
            <pc:sldMk cId="194834470" sldId="259"/>
            <ac:spMk id="677" creationId="{C33D7FB9-A8FA-B109-7846-9FC7AE585EBD}"/>
          </ac:spMkLst>
        </pc:spChg>
        <pc:spChg chg="mod">
          <ac:chgData name="Barkasi, Michael" userId="604489e9-c8b5-4a18-ae0d-3a3e29c44efc" providerId="ADAL" clId="{D13E91AC-465B-5CE2-B248-94C3CC50D681}" dt="2025-11-17T16:28:55.570" v="363"/>
          <ac:spMkLst>
            <pc:docMk/>
            <pc:sldMk cId="194834470" sldId="259"/>
            <ac:spMk id="678" creationId="{1F7C744C-4AB4-F7B7-62EB-0A942F9574B7}"/>
          </ac:spMkLst>
        </pc:spChg>
        <pc:spChg chg="mod">
          <ac:chgData name="Barkasi, Michael" userId="604489e9-c8b5-4a18-ae0d-3a3e29c44efc" providerId="ADAL" clId="{D13E91AC-465B-5CE2-B248-94C3CC50D681}" dt="2025-11-17T16:28:56.317" v="364"/>
          <ac:spMkLst>
            <pc:docMk/>
            <pc:sldMk cId="194834470" sldId="259"/>
            <ac:spMk id="683" creationId="{D896A374-73D3-4D51-D1CD-D0565B76AA07}"/>
          </ac:spMkLst>
        </pc:spChg>
        <pc:spChg chg="mod">
          <ac:chgData name="Barkasi, Michael" userId="604489e9-c8b5-4a18-ae0d-3a3e29c44efc" providerId="ADAL" clId="{D13E91AC-465B-5CE2-B248-94C3CC50D681}" dt="2025-11-17T16:28:56.317" v="364"/>
          <ac:spMkLst>
            <pc:docMk/>
            <pc:sldMk cId="194834470" sldId="259"/>
            <ac:spMk id="685" creationId="{144CB993-F36C-F33E-33A2-9AD33F7E3729}"/>
          </ac:spMkLst>
        </pc:spChg>
        <pc:spChg chg="mod">
          <ac:chgData name="Barkasi, Michael" userId="604489e9-c8b5-4a18-ae0d-3a3e29c44efc" providerId="ADAL" clId="{D13E91AC-465B-5CE2-B248-94C3CC50D681}" dt="2025-11-17T16:28:56.317" v="364"/>
          <ac:spMkLst>
            <pc:docMk/>
            <pc:sldMk cId="194834470" sldId="259"/>
            <ac:spMk id="686" creationId="{65A28B53-9272-0833-55CB-E68CE33AD38F}"/>
          </ac:spMkLst>
        </pc:spChg>
        <pc:spChg chg="mod">
          <ac:chgData name="Barkasi, Michael" userId="604489e9-c8b5-4a18-ae0d-3a3e29c44efc" providerId="ADAL" clId="{D13E91AC-465B-5CE2-B248-94C3CC50D681}" dt="2025-11-17T16:28:56.317" v="364"/>
          <ac:spMkLst>
            <pc:docMk/>
            <pc:sldMk cId="194834470" sldId="259"/>
            <ac:spMk id="687" creationId="{A73877F8-1573-DCFF-DB5D-8C24DDAD7EF3}"/>
          </ac:spMkLst>
        </pc:spChg>
        <pc:spChg chg="mod">
          <ac:chgData name="Barkasi, Michael" userId="604489e9-c8b5-4a18-ae0d-3a3e29c44efc" providerId="ADAL" clId="{D13E91AC-465B-5CE2-B248-94C3CC50D681}" dt="2025-11-17T16:28:56.317" v="364"/>
          <ac:spMkLst>
            <pc:docMk/>
            <pc:sldMk cId="194834470" sldId="259"/>
            <ac:spMk id="688" creationId="{7CBEC38B-D914-A88D-2986-DCA40E15AF89}"/>
          </ac:spMkLst>
        </pc:spChg>
        <pc:spChg chg="mod">
          <ac:chgData name="Barkasi, Michael" userId="604489e9-c8b5-4a18-ae0d-3a3e29c44efc" providerId="ADAL" clId="{D13E91AC-465B-5CE2-B248-94C3CC50D681}" dt="2025-11-17T16:28:56.317" v="364"/>
          <ac:spMkLst>
            <pc:docMk/>
            <pc:sldMk cId="194834470" sldId="259"/>
            <ac:spMk id="691" creationId="{B780152F-E3E0-C660-8036-DEEC7DFCB7DF}"/>
          </ac:spMkLst>
        </pc:spChg>
        <pc:spChg chg="mod">
          <ac:chgData name="Barkasi, Michael" userId="604489e9-c8b5-4a18-ae0d-3a3e29c44efc" providerId="ADAL" clId="{D13E91AC-465B-5CE2-B248-94C3CC50D681}" dt="2025-11-17T16:28:56.317" v="364"/>
          <ac:spMkLst>
            <pc:docMk/>
            <pc:sldMk cId="194834470" sldId="259"/>
            <ac:spMk id="693" creationId="{CA8E3E3B-FA7C-B295-D7D1-631D197A66A4}"/>
          </ac:spMkLst>
        </pc:spChg>
        <pc:spChg chg="mod">
          <ac:chgData name="Barkasi, Michael" userId="604489e9-c8b5-4a18-ae0d-3a3e29c44efc" providerId="ADAL" clId="{D13E91AC-465B-5CE2-B248-94C3CC50D681}" dt="2025-11-17T16:28:56.317" v="364"/>
          <ac:spMkLst>
            <pc:docMk/>
            <pc:sldMk cId="194834470" sldId="259"/>
            <ac:spMk id="695" creationId="{5D9012CA-E804-0FC7-C2B3-3FAFA5FA2A0E}"/>
          </ac:spMkLst>
        </pc:spChg>
        <pc:spChg chg="mod">
          <ac:chgData name="Barkasi, Michael" userId="604489e9-c8b5-4a18-ae0d-3a3e29c44efc" providerId="ADAL" clId="{D13E91AC-465B-5CE2-B248-94C3CC50D681}" dt="2025-11-17T16:28:56.317" v="364"/>
          <ac:spMkLst>
            <pc:docMk/>
            <pc:sldMk cId="194834470" sldId="259"/>
            <ac:spMk id="696" creationId="{545F0927-5C90-8D51-B106-DFBC303A1CDF}"/>
          </ac:spMkLst>
        </pc:spChg>
        <pc:spChg chg="mod">
          <ac:chgData name="Barkasi, Michael" userId="604489e9-c8b5-4a18-ae0d-3a3e29c44efc" providerId="ADAL" clId="{D13E91AC-465B-5CE2-B248-94C3CC50D681}" dt="2025-11-17T16:28:56.317" v="364"/>
          <ac:spMkLst>
            <pc:docMk/>
            <pc:sldMk cId="194834470" sldId="259"/>
            <ac:spMk id="698" creationId="{0166CC88-B722-33D9-0740-29CB74F0AD65}"/>
          </ac:spMkLst>
        </pc:spChg>
        <pc:spChg chg="mod">
          <ac:chgData name="Barkasi, Michael" userId="604489e9-c8b5-4a18-ae0d-3a3e29c44efc" providerId="ADAL" clId="{D13E91AC-465B-5CE2-B248-94C3CC50D681}" dt="2025-11-17T16:30:05.462" v="377"/>
          <ac:spMkLst>
            <pc:docMk/>
            <pc:sldMk cId="194834470" sldId="259"/>
            <ac:spMk id="702" creationId="{10C82384-4EE8-A91B-ABAF-6B310FCB7AC5}"/>
          </ac:spMkLst>
        </pc:spChg>
        <pc:grpChg chg="mod">
          <ac:chgData name="Barkasi, Michael" userId="604489e9-c8b5-4a18-ae0d-3a3e29c44efc" providerId="ADAL" clId="{D13E91AC-465B-5CE2-B248-94C3CC50D681}" dt="2025-11-17T16:31:38.736" v="394" actId="164"/>
          <ac:grpSpMkLst>
            <pc:docMk/>
            <pc:sldMk cId="194834470" sldId="259"/>
            <ac:grpSpMk id="2" creationId="{3DA4BE23-1D45-EF37-7C79-B35181505344}"/>
          </ac:grpSpMkLst>
        </pc:grpChg>
        <pc:grpChg chg="mod">
          <ac:chgData name="Barkasi, Michael" userId="604489e9-c8b5-4a18-ae0d-3a3e29c44efc" providerId="ADAL" clId="{D13E91AC-465B-5CE2-B248-94C3CC50D681}" dt="2025-11-17T16:31:38.736" v="394" actId="164"/>
          <ac:grpSpMkLst>
            <pc:docMk/>
            <pc:sldMk cId="194834470" sldId="259"/>
            <ac:grpSpMk id="3" creationId="{C18BFE85-5DE1-047D-108F-D47C0A57461E}"/>
          </ac:grpSpMkLst>
        </pc:grpChg>
        <pc:grpChg chg="del">
          <ac:chgData name="Barkasi, Michael" userId="604489e9-c8b5-4a18-ae0d-3a3e29c44efc" providerId="ADAL" clId="{D13E91AC-465B-5CE2-B248-94C3CC50D681}" dt="2025-11-17T16:30:04.075" v="376" actId="478"/>
          <ac:grpSpMkLst>
            <pc:docMk/>
            <pc:sldMk cId="194834470" sldId="259"/>
            <ac:grpSpMk id="9" creationId="{E7499619-E650-3DFE-3AA4-8D5151B3C76B}"/>
          </ac:grpSpMkLst>
        </pc:grpChg>
        <pc:grpChg chg="mod">
          <ac:chgData name="Barkasi, Michael" userId="604489e9-c8b5-4a18-ae0d-3a3e29c44efc" providerId="ADAL" clId="{D13E91AC-465B-5CE2-B248-94C3CC50D681}" dt="2025-11-17T16:28:02.970" v="353" actId="1076"/>
          <ac:grpSpMkLst>
            <pc:docMk/>
            <pc:sldMk cId="194834470" sldId="259"/>
            <ac:grpSpMk id="31" creationId="{21EF157A-01FF-57BA-041C-D50A013FA847}"/>
          </ac:grpSpMkLst>
        </pc:grpChg>
        <pc:grpChg chg="mod">
          <ac:chgData name="Barkasi, Michael" userId="604489e9-c8b5-4a18-ae0d-3a3e29c44efc" providerId="ADAL" clId="{D13E91AC-465B-5CE2-B248-94C3CC50D681}" dt="2025-11-17T16:28:29.106" v="355" actId="1076"/>
          <ac:grpSpMkLst>
            <pc:docMk/>
            <pc:sldMk cId="194834470" sldId="259"/>
            <ac:grpSpMk id="51" creationId="{E0250550-2BDF-E429-23EC-00734185D19B}"/>
          </ac:grpSpMkLst>
        </pc:grpChg>
        <pc:grpChg chg="mod">
          <ac:chgData name="Barkasi, Michael" userId="604489e9-c8b5-4a18-ae0d-3a3e29c44efc" providerId="ADAL" clId="{D13E91AC-465B-5CE2-B248-94C3CC50D681}" dt="2025-11-17T16:31:38.736" v="394" actId="164"/>
          <ac:grpSpMkLst>
            <pc:docMk/>
            <pc:sldMk cId="194834470" sldId="259"/>
            <ac:grpSpMk id="142" creationId="{90F6D396-588A-C749-A6B8-F5A4A6142122}"/>
          </ac:grpSpMkLst>
        </pc:grpChg>
        <pc:grpChg chg="mod">
          <ac:chgData name="Barkasi, Michael" userId="604489e9-c8b5-4a18-ae0d-3a3e29c44efc" providerId="ADAL" clId="{D13E91AC-465B-5CE2-B248-94C3CC50D681}" dt="2025-11-17T16:29:29.976" v="369" actId="1076"/>
          <ac:grpSpMkLst>
            <pc:docMk/>
            <pc:sldMk cId="194834470" sldId="259"/>
            <ac:grpSpMk id="162" creationId="{29859E0E-98C5-0C6C-04D8-11B4DF3C0F60}"/>
          </ac:grpSpMkLst>
        </pc:grpChg>
        <pc:grpChg chg="del">
          <ac:chgData name="Barkasi, Michael" userId="604489e9-c8b5-4a18-ae0d-3a3e29c44efc" providerId="ADAL" clId="{D13E91AC-465B-5CE2-B248-94C3CC50D681}" dt="2025-11-17T16:28:50.031" v="360" actId="478"/>
          <ac:grpSpMkLst>
            <pc:docMk/>
            <pc:sldMk cId="194834470" sldId="259"/>
            <ac:grpSpMk id="257" creationId="{17FB01A5-4A84-9CA6-B7F1-7CA6F15A44A6}"/>
          </ac:grpSpMkLst>
        </pc:grpChg>
        <pc:grpChg chg="mod">
          <ac:chgData name="Barkasi, Michael" userId="604489e9-c8b5-4a18-ae0d-3a3e29c44efc" providerId="ADAL" clId="{D13E91AC-465B-5CE2-B248-94C3CC50D681}" dt="2025-11-17T16:31:38.736" v="394" actId="164"/>
          <ac:grpSpMkLst>
            <pc:docMk/>
            <pc:sldMk cId="194834470" sldId="259"/>
            <ac:grpSpMk id="281" creationId="{9D6D8A92-A214-7DF0-4095-B56924436C2A}"/>
          </ac:grpSpMkLst>
        </pc:grpChg>
        <pc:grpChg chg="mod">
          <ac:chgData name="Barkasi, Michael" userId="604489e9-c8b5-4a18-ae0d-3a3e29c44efc" providerId="ADAL" clId="{D13E91AC-465B-5CE2-B248-94C3CC50D681}" dt="2025-11-17T16:31:38.736" v="394" actId="164"/>
          <ac:grpSpMkLst>
            <pc:docMk/>
            <pc:sldMk cId="194834470" sldId="259"/>
            <ac:grpSpMk id="301" creationId="{696F6F67-9503-2526-5AAD-E3FAD687AD84}"/>
          </ac:grpSpMkLst>
        </pc:grpChg>
        <pc:grpChg chg="mod">
          <ac:chgData name="Barkasi, Michael" userId="604489e9-c8b5-4a18-ae0d-3a3e29c44efc" providerId="ADAL" clId="{D13E91AC-465B-5CE2-B248-94C3CC50D681}" dt="2025-11-17T16:31:38.736" v="394" actId="164"/>
          <ac:grpSpMkLst>
            <pc:docMk/>
            <pc:sldMk cId="194834470" sldId="259"/>
            <ac:grpSpMk id="385" creationId="{54D3F87C-E146-AFFC-4B1F-696A79F933AA}"/>
          </ac:grpSpMkLst>
        </pc:grpChg>
        <pc:grpChg chg="add mod">
          <ac:chgData name="Barkasi, Michael" userId="604489e9-c8b5-4a18-ae0d-3a3e29c44efc" providerId="ADAL" clId="{D13E91AC-465B-5CE2-B248-94C3CC50D681}" dt="2025-11-17T17:00:11.117" v="481" actId="1076"/>
          <ac:grpSpMkLst>
            <pc:docMk/>
            <pc:sldMk cId="194834470" sldId="259"/>
            <ac:grpSpMk id="405" creationId="{9EB33F95-15A6-8028-567F-5A1C4AD36EA7}"/>
          </ac:grpSpMkLst>
        </pc:grpChg>
        <pc:grpChg chg="del">
          <ac:chgData name="Barkasi, Michael" userId="604489e9-c8b5-4a18-ae0d-3a3e29c44efc" providerId="ADAL" clId="{D13E91AC-465B-5CE2-B248-94C3CC50D681}" dt="2025-11-17T16:25:57.499" v="334" actId="478"/>
          <ac:grpSpMkLst>
            <pc:docMk/>
            <pc:sldMk cId="194834470" sldId="259"/>
            <ac:grpSpMk id="448" creationId="{926B8A6B-312C-CCD0-BC1C-452A9FBDA228}"/>
          </ac:grpSpMkLst>
        </pc:grpChg>
        <pc:grpChg chg="del">
          <ac:chgData name="Barkasi, Michael" userId="604489e9-c8b5-4a18-ae0d-3a3e29c44efc" providerId="ADAL" clId="{D13E91AC-465B-5CE2-B248-94C3CC50D681}" dt="2025-11-17T16:30:03.155" v="375" actId="478"/>
          <ac:grpSpMkLst>
            <pc:docMk/>
            <pc:sldMk cId="194834470" sldId="259"/>
            <ac:grpSpMk id="469" creationId="{C5621C6B-FB5C-370F-9DE1-11B9FD52919B}"/>
          </ac:grpSpMkLst>
        </pc:grpChg>
        <pc:grpChg chg="del">
          <ac:chgData name="Barkasi, Michael" userId="604489e9-c8b5-4a18-ae0d-3a3e29c44efc" providerId="ADAL" clId="{D13E91AC-465B-5CE2-B248-94C3CC50D681}" dt="2025-11-17T16:30:02.314" v="374" actId="478"/>
          <ac:grpSpMkLst>
            <pc:docMk/>
            <pc:sldMk cId="194834470" sldId="259"/>
            <ac:grpSpMk id="490" creationId="{DCFA2083-BAD0-E2A0-93A0-9BCD96B800E9}"/>
          </ac:grpSpMkLst>
        </pc:grpChg>
        <pc:grpChg chg="del">
          <ac:chgData name="Barkasi, Michael" userId="604489e9-c8b5-4a18-ae0d-3a3e29c44efc" providerId="ADAL" clId="{D13E91AC-465B-5CE2-B248-94C3CC50D681}" dt="2025-11-17T16:30:01.193" v="373" actId="478"/>
          <ac:grpSpMkLst>
            <pc:docMk/>
            <pc:sldMk cId="194834470" sldId="259"/>
            <ac:grpSpMk id="511" creationId="{56D9E480-9F4D-E226-6D2A-603E6FA11950}"/>
          </ac:grpSpMkLst>
        </pc:grpChg>
        <pc:grpChg chg="del">
          <ac:chgData name="Barkasi, Michael" userId="604489e9-c8b5-4a18-ae0d-3a3e29c44efc" providerId="ADAL" clId="{D13E91AC-465B-5CE2-B248-94C3CC50D681}" dt="2025-11-17T16:28:49.158" v="359" actId="478"/>
          <ac:grpSpMkLst>
            <pc:docMk/>
            <pc:sldMk cId="194834470" sldId="259"/>
            <ac:grpSpMk id="532" creationId="{FD6D0CB0-8198-FA22-C25C-A04FAD81F933}"/>
          </ac:grpSpMkLst>
        </pc:grpChg>
        <pc:grpChg chg="del">
          <ac:chgData name="Barkasi, Michael" userId="604489e9-c8b5-4a18-ae0d-3a3e29c44efc" providerId="ADAL" clId="{D13E91AC-465B-5CE2-B248-94C3CC50D681}" dt="2025-11-17T16:28:48.063" v="358" actId="478"/>
          <ac:grpSpMkLst>
            <pc:docMk/>
            <pc:sldMk cId="194834470" sldId="259"/>
            <ac:grpSpMk id="553" creationId="{80F2EF03-F1B4-2F92-E489-FEB5641FA03E}"/>
          </ac:grpSpMkLst>
        </pc:grpChg>
        <pc:grpChg chg="del">
          <ac:chgData name="Barkasi, Michael" userId="604489e9-c8b5-4a18-ae0d-3a3e29c44efc" providerId="ADAL" clId="{D13E91AC-465B-5CE2-B248-94C3CC50D681}" dt="2025-11-17T16:28:46.443" v="357" actId="478"/>
          <ac:grpSpMkLst>
            <pc:docMk/>
            <pc:sldMk cId="194834470" sldId="259"/>
            <ac:grpSpMk id="574" creationId="{2692955D-39B9-FC40-AC9F-FE86CD39FBFA}"/>
          </ac:grpSpMkLst>
        </pc:grpChg>
        <pc:grpChg chg="del">
          <ac:chgData name="Barkasi, Michael" userId="604489e9-c8b5-4a18-ae0d-3a3e29c44efc" providerId="ADAL" clId="{D13E91AC-465B-5CE2-B248-94C3CC50D681}" dt="2025-11-17T16:25:55.760" v="333" actId="478"/>
          <ac:grpSpMkLst>
            <pc:docMk/>
            <pc:sldMk cId="194834470" sldId="259"/>
            <ac:grpSpMk id="595" creationId="{1006DF2F-7F83-85AF-01A8-282C75D16D56}"/>
          </ac:grpSpMkLst>
        </pc:grpChg>
        <pc:grpChg chg="del">
          <ac:chgData name="Barkasi, Michael" userId="604489e9-c8b5-4a18-ae0d-3a3e29c44efc" providerId="ADAL" clId="{D13E91AC-465B-5CE2-B248-94C3CC50D681}" dt="2025-11-17T16:25:53.573" v="332" actId="478"/>
          <ac:grpSpMkLst>
            <pc:docMk/>
            <pc:sldMk cId="194834470" sldId="259"/>
            <ac:grpSpMk id="616" creationId="{91967647-157E-E154-21D7-BDA8F9418B9F}"/>
          </ac:grpSpMkLst>
        </pc:grpChg>
        <pc:grpChg chg="mod">
          <ac:chgData name="Barkasi, Michael" userId="604489e9-c8b5-4a18-ae0d-3a3e29c44efc" providerId="ADAL" clId="{D13E91AC-465B-5CE2-B248-94C3CC50D681}" dt="2025-11-17T16:16:54.868" v="54" actId="1076"/>
          <ac:grpSpMkLst>
            <pc:docMk/>
            <pc:sldMk cId="194834470" sldId="259"/>
            <ac:grpSpMk id="637" creationId="{B76E2D46-5FC9-98DB-8D68-2FA34BC724B7}"/>
          </ac:grpSpMkLst>
        </pc:grpChg>
        <pc:grpChg chg="del">
          <ac:chgData name="Barkasi, Michael" userId="604489e9-c8b5-4a18-ae0d-3a3e29c44efc" providerId="ADAL" clId="{D13E91AC-465B-5CE2-B248-94C3CC50D681}" dt="2025-11-17T16:19:45.432" v="62" actId="165"/>
          <ac:grpSpMkLst>
            <pc:docMk/>
            <pc:sldMk cId="194834470" sldId="259"/>
            <ac:grpSpMk id="655" creationId="{82BEC77A-09C8-7E1A-0381-0BF011FAD314}"/>
          </ac:grpSpMkLst>
        </pc:grpChg>
        <pc:grpChg chg="mod">
          <ac:chgData name="Barkasi, Michael" userId="604489e9-c8b5-4a18-ae0d-3a3e29c44efc" providerId="ADAL" clId="{D13E91AC-465B-5CE2-B248-94C3CC50D681}" dt="2025-11-17T16:31:38.736" v="394" actId="164"/>
          <ac:grpSpMkLst>
            <pc:docMk/>
            <pc:sldMk cId="194834470" sldId="259"/>
            <ac:grpSpMk id="660" creationId="{576DB535-51E9-CE8E-B83B-41B6096A3258}"/>
          </ac:grpSpMkLst>
        </pc:grpChg>
        <pc:grpChg chg="mod">
          <ac:chgData name="Barkasi, Michael" userId="604489e9-c8b5-4a18-ae0d-3a3e29c44efc" providerId="ADAL" clId="{D13E91AC-465B-5CE2-B248-94C3CC50D681}" dt="2025-11-17T16:31:38.736" v="394" actId="164"/>
          <ac:grpSpMkLst>
            <pc:docMk/>
            <pc:sldMk cId="194834470" sldId="259"/>
            <ac:grpSpMk id="680" creationId="{732D4B85-2FD7-E49B-7994-C04C9567D125}"/>
          </ac:grpSpMkLst>
        </pc:grpChg>
        <pc:grpChg chg="mod">
          <ac:chgData name="Barkasi, Michael" userId="604489e9-c8b5-4a18-ae0d-3a3e29c44efc" providerId="ADAL" clId="{D13E91AC-465B-5CE2-B248-94C3CC50D681}" dt="2025-11-17T16:31:38.736" v="394" actId="164"/>
          <ac:grpSpMkLst>
            <pc:docMk/>
            <pc:sldMk cId="194834470" sldId="259"/>
            <ac:grpSpMk id="700" creationId="{F39BE5D3-44D2-2872-B0E7-596B9771BB8B}"/>
          </ac:grpSpMkLst>
        </pc:grpChg>
        <pc:cxnChg chg="add del mod">
          <ac:chgData name="Barkasi, Michael" userId="604489e9-c8b5-4a18-ae0d-3a3e29c44efc" providerId="ADAL" clId="{D13E91AC-465B-5CE2-B248-94C3CC50D681}" dt="2025-11-17T16:31:22.413" v="390" actId="478"/>
          <ac:cxnSpMkLst>
            <pc:docMk/>
            <pc:sldMk cId="194834470" sldId="259"/>
            <ac:cxnSpMk id="136" creationId="{31BC982A-D681-6F31-56F8-4A5E9A97C5C7}"/>
          </ac:cxnSpMkLst>
        </pc:cxnChg>
        <pc:cxnChg chg="add del mod">
          <ac:chgData name="Barkasi, Michael" userId="604489e9-c8b5-4a18-ae0d-3a3e29c44efc" providerId="ADAL" clId="{D13E91AC-465B-5CE2-B248-94C3CC50D681}" dt="2025-11-17T16:31:26.183" v="393" actId="478"/>
          <ac:cxnSpMkLst>
            <pc:docMk/>
            <pc:sldMk cId="194834470" sldId="259"/>
            <ac:cxnSpMk id="137" creationId="{E91A5358-A9A9-BEAF-D6EC-0C52FB792829}"/>
          </ac:cxnSpMkLst>
        </pc:cxnChg>
        <pc:cxnChg chg="add del mod">
          <ac:chgData name="Barkasi, Michael" userId="604489e9-c8b5-4a18-ae0d-3a3e29c44efc" providerId="ADAL" clId="{D13E91AC-465B-5CE2-B248-94C3CC50D681}" dt="2025-11-17T16:31:24.709" v="392" actId="478"/>
          <ac:cxnSpMkLst>
            <pc:docMk/>
            <pc:sldMk cId="194834470" sldId="259"/>
            <ac:cxnSpMk id="138" creationId="{6B04681B-D1A4-8EE6-3F87-DECCEC9777FD}"/>
          </ac:cxnSpMkLst>
        </pc:cxnChg>
        <pc:cxnChg chg="add del mod">
          <ac:chgData name="Barkasi, Michael" userId="604489e9-c8b5-4a18-ae0d-3a3e29c44efc" providerId="ADAL" clId="{D13E91AC-465B-5CE2-B248-94C3CC50D681}" dt="2025-11-17T16:31:23.440" v="391" actId="478"/>
          <ac:cxnSpMkLst>
            <pc:docMk/>
            <pc:sldMk cId="194834470" sldId="259"/>
            <ac:cxnSpMk id="139" creationId="{2B02CA38-E592-AACE-8E97-DE3E401EB9D5}"/>
          </ac:cxnSpMkLst>
        </pc:cxnChg>
        <pc:cxnChg chg="add del mod">
          <ac:chgData name="Barkasi, Michael" userId="604489e9-c8b5-4a18-ae0d-3a3e29c44efc" providerId="ADAL" clId="{D13E91AC-465B-5CE2-B248-94C3CC50D681}" dt="2025-11-17T16:31:20.948" v="389" actId="478"/>
          <ac:cxnSpMkLst>
            <pc:docMk/>
            <pc:sldMk cId="194834470" sldId="259"/>
            <ac:cxnSpMk id="141" creationId="{9DB6557E-FD6B-98B5-9569-76C12FA85385}"/>
          </ac:cxnSpMkLst>
        </pc:cxnChg>
        <pc:cxnChg chg="mod">
          <ac:chgData name="Barkasi, Michael" userId="604489e9-c8b5-4a18-ae0d-3a3e29c44efc" providerId="ADAL" clId="{D13E91AC-465B-5CE2-B248-94C3CC50D681}" dt="2025-11-17T16:23:09.748" v="327" actId="692"/>
          <ac:cxnSpMkLst>
            <pc:docMk/>
            <pc:sldMk cId="194834470" sldId="259"/>
            <ac:cxnSpMk id="641" creationId="{E35CCA65-A398-4D45-AD15-A696D1517FBB}"/>
          </ac:cxnSpMkLst>
        </pc:cxnChg>
        <pc:cxnChg chg="mod">
          <ac:chgData name="Barkasi, Michael" userId="604489e9-c8b5-4a18-ae0d-3a3e29c44efc" providerId="ADAL" clId="{D13E91AC-465B-5CE2-B248-94C3CC50D681}" dt="2025-11-17T16:24:37.403" v="329" actId="692"/>
          <ac:cxnSpMkLst>
            <pc:docMk/>
            <pc:sldMk cId="194834470" sldId="259"/>
            <ac:cxnSpMk id="646" creationId="{41452C1C-13DF-09C9-C7BC-FE0AFD34130E}"/>
          </ac:cxnSpMkLst>
        </pc:cxnChg>
        <pc:cxnChg chg="mod">
          <ac:chgData name="Barkasi, Michael" userId="604489e9-c8b5-4a18-ae0d-3a3e29c44efc" providerId="ADAL" clId="{D13E91AC-465B-5CE2-B248-94C3CC50D681}" dt="2025-11-17T16:20:47.397" v="65" actId="692"/>
          <ac:cxnSpMkLst>
            <pc:docMk/>
            <pc:sldMk cId="194834470" sldId="259"/>
            <ac:cxnSpMk id="647" creationId="{EBA8DEEA-E245-0305-2C23-9F44972FE873}"/>
          </ac:cxnSpMkLst>
        </pc:cxnChg>
        <pc:cxnChg chg="mod topLvl">
          <ac:chgData name="Barkasi, Michael" userId="604489e9-c8b5-4a18-ae0d-3a3e29c44efc" providerId="ADAL" clId="{D13E91AC-465B-5CE2-B248-94C3CC50D681}" dt="2025-11-17T16:23:27.501" v="328" actId="692"/>
          <ac:cxnSpMkLst>
            <pc:docMk/>
            <pc:sldMk cId="194834470" sldId="259"/>
            <ac:cxnSpMk id="657" creationId="{18C56A90-01D5-DB4B-2D4B-7C584EFD992A}"/>
          </ac:cxnSpMkLst>
        </pc:cxnChg>
      </pc:sldChg>
      <pc:sldChg chg="modSp mod">
        <pc:chgData name="Barkasi, Michael" userId="604489e9-c8b5-4a18-ae0d-3a3e29c44efc" providerId="ADAL" clId="{D13E91AC-465B-5CE2-B248-94C3CC50D681}" dt="2025-11-17T16:09:46.619" v="41" actId="20577"/>
        <pc:sldMkLst>
          <pc:docMk/>
          <pc:sldMk cId="839171824" sldId="260"/>
        </pc:sldMkLst>
        <pc:spChg chg="mod">
          <ac:chgData name="Barkasi, Michael" userId="604489e9-c8b5-4a18-ae0d-3a3e29c44efc" providerId="ADAL" clId="{D13E91AC-465B-5CE2-B248-94C3CC50D681}" dt="2025-11-17T16:08:32.906" v="13" actId="1076"/>
          <ac:spMkLst>
            <pc:docMk/>
            <pc:sldMk cId="839171824" sldId="260"/>
            <ac:spMk id="15" creationId="{83D69C6B-71E9-59B1-DA86-CEF670E59B38}"/>
          </ac:spMkLst>
        </pc:spChg>
        <pc:spChg chg="mod">
          <ac:chgData name="Barkasi, Michael" userId="604489e9-c8b5-4a18-ae0d-3a3e29c44efc" providerId="ADAL" clId="{D13E91AC-465B-5CE2-B248-94C3CC50D681}" dt="2025-11-17T16:08:32.906" v="13" actId="1076"/>
          <ac:spMkLst>
            <pc:docMk/>
            <pc:sldMk cId="839171824" sldId="260"/>
            <ac:spMk id="136" creationId="{D39B2251-F763-7C51-9D4B-E6E4D01B5912}"/>
          </ac:spMkLst>
        </pc:spChg>
        <pc:spChg chg="mod">
          <ac:chgData name="Barkasi, Michael" userId="604489e9-c8b5-4a18-ae0d-3a3e29c44efc" providerId="ADAL" clId="{D13E91AC-465B-5CE2-B248-94C3CC50D681}" dt="2025-11-17T16:08:32.906" v="13" actId="1076"/>
          <ac:spMkLst>
            <pc:docMk/>
            <pc:sldMk cId="839171824" sldId="260"/>
            <ac:spMk id="139" creationId="{DBFFD9A8-00DD-42C9-C53A-5F5A152313CD}"/>
          </ac:spMkLst>
        </pc:spChg>
        <pc:spChg chg="mod">
          <ac:chgData name="Barkasi, Michael" userId="604489e9-c8b5-4a18-ae0d-3a3e29c44efc" providerId="ADAL" clId="{D13E91AC-465B-5CE2-B248-94C3CC50D681}" dt="2025-11-17T16:08:32.906" v="13" actId="1076"/>
          <ac:spMkLst>
            <pc:docMk/>
            <pc:sldMk cId="839171824" sldId="260"/>
            <ac:spMk id="144" creationId="{CF2A8764-EB48-33F6-3D59-B073B99444FC}"/>
          </ac:spMkLst>
        </pc:spChg>
        <pc:spChg chg="mod">
          <ac:chgData name="Barkasi, Michael" userId="604489e9-c8b5-4a18-ae0d-3a3e29c44efc" providerId="ADAL" clId="{D13E91AC-465B-5CE2-B248-94C3CC50D681}" dt="2025-11-17T16:08:32.906" v="13" actId="1076"/>
          <ac:spMkLst>
            <pc:docMk/>
            <pc:sldMk cId="839171824" sldId="260"/>
            <ac:spMk id="170" creationId="{5094D66C-0ED1-5E4B-8BEE-D94F437CBE7F}"/>
          </ac:spMkLst>
        </pc:spChg>
        <pc:spChg chg="mod">
          <ac:chgData name="Barkasi, Michael" userId="604489e9-c8b5-4a18-ae0d-3a3e29c44efc" providerId="ADAL" clId="{D13E91AC-465B-5CE2-B248-94C3CC50D681}" dt="2025-11-17T16:08:32.906" v="13" actId="1076"/>
          <ac:spMkLst>
            <pc:docMk/>
            <pc:sldMk cId="839171824" sldId="260"/>
            <ac:spMk id="173" creationId="{59632800-B359-F492-F287-53BB065A4CE3}"/>
          </ac:spMkLst>
        </pc:spChg>
        <pc:spChg chg="mod">
          <ac:chgData name="Barkasi, Michael" userId="604489e9-c8b5-4a18-ae0d-3a3e29c44efc" providerId="ADAL" clId="{D13E91AC-465B-5CE2-B248-94C3CC50D681}" dt="2025-11-17T16:08:32.906" v="13" actId="1076"/>
          <ac:spMkLst>
            <pc:docMk/>
            <pc:sldMk cId="839171824" sldId="260"/>
            <ac:spMk id="176" creationId="{425202A7-C149-C815-7299-2D4E24D830BA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839171824" sldId="260"/>
            <ac:spMk id="187" creationId="{89BA62BB-E7DF-BF92-72FD-E6644618421F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839171824" sldId="260"/>
            <ac:spMk id="263" creationId="{61ECB071-88CB-3F14-71B8-CD2BB2279C8C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839171824" sldId="260"/>
            <ac:spMk id="443" creationId="{E70AED85-43A8-EE23-7922-4FC513CD65CE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839171824" sldId="260"/>
            <ac:spMk id="455" creationId="{13D51997-3038-9E1A-3260-A5622A34DC39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839171824" sldId="260"/>
            <ac:spMk id="465" creationId="{7BC3510A-1C11-4664-FE74-433A9862E61C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839171824" sldId="260"/>
            <ac:spMk id="585" creationId="{D026F78C-99DD-ECAD-F8A6-770270490370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839171824" sldId="260"/>
            <ac:spMk id="596" creationId="{DE7123C7-2D6B-C088-E0B2-A15C3178B0EA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839171824" sldId="260"/>
            <ac:spMk id="638" creationId="{70241310-111D-DB43-4169-C48272F6D27A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839171824" sldId="260"/>
            <ac:spMk id="649" creationId="{3DFEB53F-B64B-8203-065B-2FEFA1AE1C98}"/>
          </ac:spMkLst>
        </pc:spChg>
        <pc:spChg chg="mod">
          <ac:chgData name="Barkasi, Michael" userId="604489e9-c8b5-4a18-ae0d-3a3e29c44efc" providerId="ADAL" clId="{D13E91AC-465B-5CE2-B248-94C3CC50D681}" dt="2025-11-17T16:08:32.906" v="13" actId="1076"/>
          <ac:spMkLst>
            <pc:docMk/>
            <pc:sldMk cId="839171824" sldId="260"/>
            <ac:spMk id="658" creationId="{76DA40B6-E14B-87AD-8298-EA63EBCB1446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839171824" sldId="260"/>
            <ac:spMk id="659" creationId="{C51CFA13-C7E2-384B-A457-B85A8AB36CF7}"/>
          </ac:spMkLst>
        </pc:spChg>
        <pc:spChg chg="mod">
          <ac:chgData name="Barkasi, Michael" userId="604489e9-c8b5-4a18-ae0d-3a3e29c44efc" providerId="ADAL" clId="{D13E91AC-465B-5CE2-B248-94C3CC50D681}" dt="2025-11-17T16:08:32.906" v="13" actId="1076"/>
          <ac:spMkLst>
            <pc:docMk/>
            <pc:sldMk cId="839171824" sldId="260"/>
            <ac:spMk id="661" creationId="{CBA47115-31EF-0256-84C7-C74FB9BD74C1}"/>
          </ac:spMkLst>
        </pc:spChg>
        <pc:spChg chg="mod">
          <ac:chgData name="Barkasi, Michael" userId="604489e9-c8b5-4a18-ae0d-3a3e29c44efc" providerId="ADAL" clId="{D13E91AC-465B-5CE2-B248-94C3CC50D681}" dt="2025-11-17T16:07:40.634" v="9" actId="1076"/>
          <ac:spMkLst>
            <pc:docMk/>
            <pc:sldMk cId="839171824" sldId="260"/>
            <ac:spMk id="662" creationId="{EC26C707-3F66-8436-F0D3-9274032AC60C}"/>
          </ac:spMkLst>
        </pc:spChg>
        <pc:spChg chg="mod">
          <ac:chgData name="Barkasi, Michael" userId="604489e9-c8b5-4a18-ae0d-3a3e29c44efc" providerId="ADAL" clId="{D13E91AC-465B-5CE2-B248-94C3CC50D681}" dt="2025-11-17T16:07:46.156" v="10" actId="1076"/>
          <ac:spMkLst>
            <pc:docMk/>
            <pc:sldMk cId="839171824" sldId="260"/>
            <ac:spMk id="663" creationId="{8DADA228-BDB1-F4F6-92AD-149FCF6D2971}"/>
          </ac:spMkLst>
        </pc:spChg>
        <pc:spChg chg="mod">
          <ac:chgData name="Barkasi, Michael" userId="604489e9-c8b5-4a18-ae0d-3a3e29c44efc" providerId="ADAL" clId="{D13E91AC-465B-5CE2-B248-94C3CC50D681}" dt="2025-11-17T16:09:46.619" v="41" actId="20577"/>
          <ac:spMkLst>
            <pc:docMk/>
            <pc:sldMk cId="839171824" sldId="260"/>
            <ac:spMk id="664" creationId="{85CA46F8-B295-9323-7775-182BDF17F612}"/>
          </ac:spMkLst>
        </pc:spChg>
        <pc:cxnChg chg="mod">
          <ac:chgData name="Barkasi, Michael" userId="604489e9-c8b5-4a18-ae0d-3a3e29c44efc" providerId="ADAL" clId="{D13E91AC-465B-5CE2-B248-94C3CC50D681}" dt="2025-11-17T16:07:58.652" v="11" actId="14100"/>
          <ac:cxnSpMkLst>
            <pc:docMk/>
            <pc:sldMk cId="839171824" sldId="260"/>
            <ac:cxnSpMk id="666" creationId="{703CFCD2-B11B-4BF1-0D55-DED7641ADF58}"/>
          </ac:cxnSpMkLst>
        </pc:cxnChg>
      </pc:sldChg>
      <pc:sldChg chg="modSp">
        <pc:chgData name="Barkasi, Michael" userId="604489e9-c8b5-4a18-ae0d-3a3e29c44efc" providerId="ADAL" clId="{D13E91AC-465B-5CE2-B248-94C3CC50D681}" dt="2025-11-17T16:08:17.150" v="12"/>
        <pc:sldMkLst>
          <pc:docMk/>
          <pc:sldMk cId="505085775" sldId="261"/>
        </pc:sldMkLst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505085775" sldId="261"/>
            <ac:spMk id="441" creationId="{3D75AD6A-E030-DE23-7F40-117863A544BD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505085775" sldId="261"/>
            <ac:spMk id="459" creationId="{40EF43C1-AAE9-9958-F29B-AEE12C833D91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505085775" sldId="261"/>
            <ac:spMk id="491" creationId="{758F81A9-B86E-4C39-BCA4-2389DB55B071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505085775" sldId="261"/>
            <ac:spMk id="502" creationId="{78FB09EE-6537-B081-00A0-91720154D16C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505085775" sldId="261"/>
            <ac:spMk id="513" creationId="{00F8D079-C36F-595E-A475-C3EE4CA7722C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505085775" sldId="261"/>
            <ac:spMk id="569" creationId="{02AB72F4-D28E-3BFD-08F4-08C99EA987D9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505085775" sldId="261"/>
            <ac:spMk id="581" creationId="{73E285C8-14F8-1249-41AE-8BF7C1DD18D9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505085775" sldId="261"/>
            <ac:spMk id="591" creationId="{B753ACFA-DFE7-B5FC-4D4A-95D2151DE030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505085775" sldId="261"/>
            <ac:spMk id="596" creationId="{DE7123C7-2D6B-C088-E0B2-A15C3178B0EA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505085775" sldId="261"/>
            <ac:spMk id="606" creationId="{53A7D0E6-2327-57D5-6110-33FB763A2D3B}"/>
          </ac:spMkLst>
        </pc:spChg>
      </pc:sldChg>
      <pc:sldChg chg="modSp">
        <pc:chgData name="Barkasi, Michael" userId="604489e9-c8b5-4a18-ae0d-3a3e29c44efc" providerId="ADAL" clId="{D13E91AC-465B-5CE2-B248-94C3CC50D681}" dt="2025-11-17T16:08:17.150" v="12"/>
        <pc:sldMkLst>
          <pc:docMk/>
          <pc:sldMk cId="4038410980" sldId="262"/>
        </pc:sldMkLst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4038410980" sldId="262"/>
            <ac:spMk id="19" creationId="{03EBEDCD-1709-23DB-DEEC-5C20305E384F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4038410980" sldId="262"/>
            <ac:spMk id="132" creationId="{C33C23A2-2652-35A7-1223-D81EEADA44BB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4038410980" sldId="262"/>
            <ac:spMk id="438" creationId="{EFD73D5E-8B63-A138-AD69-0AC3315EB2DE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4038410980" sldId="262"/>
            <ac:spMk id="453" creationId="{F576E0B6-48FD-DB62-4126-AC0ECE3D3B6B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4038410980" sldId="262"/>
            <ac:spMk id="522" creationId="{C7B15200-333D-3620-3BC1-9A82302552CE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4038410980" sldId="262"/>
            <ac:spMk id="564" creationId="{38F6C02C-3EE1-CA94-EF83-34E94FA4AFDF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4038410980" sldId="262"/>
            <ac:spMk id="596" creationId="{DE7123C7-2D6B-C088-E0B2-A15C3178B0EA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4038410980" sldId="262"/>
            <ac:spMk id="628" creationId="{8C9D7DA4-E9C9-1E0F-3EF9-F46BD14E802B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4038410980" sldId="262"/>
            <ac:spMk id="630" creationId="{B9E50CD3-68DA-70B3-54B1-D7A05FF623E6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4038410980" sldId="262"/>
            <ac:spMk id="663" creationId="{8DADA228-BDB1-F4F6-92AD-149FCF6D2971}"/>
          </ac:spMkLst>
        </pc:spChg>
      </pc:sldChg>
      <pc:sldChg chg="addSp delSp modSp mod">
        <pc:chgData name="Barkasi, Michael" userId="604489e9-c8b5-4a18-ae0d-3a3e29c44efc" providerId="ADAL" clId="{D13E91AC-465B-5CE2-B248-94C3CC50D681}" dt="2025-11-17T17:01:28.234" v="490" actId="478"/>
        <pc:sldMkLst>
          <pc:docMk/>
          <pc:sldMk cId="146201039" sldId="263"/>
        </pc:sldMkLst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46201039" sldId="263"/>
            <ac:spMk id="13" creationId="{CCB7852B-B2BE-EDA2-5DA1-CAFC97664B04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46201039" sldId="263"/>
            <ac:spMk id="15" creationId="{48ABA40D-1995-3BAF-8F03-5FC0922C1A0C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46201039" sldId="263"/>
            <ac:spMk id="17" creationId="{7C140B5E-F614-CA1E-C56F-695FC646CCDA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46201039" sldId="263"/>
            <ac:spMk id="28" creationId="{74092578-DE56-EBFF-4D10-3E7CB20916D4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46201039" sldId="263"/>
            <ac:spMk id="38" creationId="{686B190A-3C98-592A-8EEE-E81E52903630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46201039" sldId="263"/>
            <ac:spMk id="42" creationId="{C0CEF763-1307-DDEB-3B5E-9C6A6A7FD14D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46201039" sldId="263"/>
            <ac:spMk id="49" creationId="{16B29DC9-85C7-85B3-1160-3B64874836C4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46201039" sldId="263"/>
            <ac:spMk id="56" creationId="{8E19195B-7B20-D07C-F100-61B6538BBF9C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46201039" sldId="263"/>
            <ac:spMk id="79" creationId="{E690BBD0-9387-539E-125B-971F92A1531F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k cId="146201039" sldId="263"/>
            <ac:spMk id="86" creationId="{AC315BF4-8850-43E3-8BB6-8B7C22083255}"/>
          </ac:spMkLst>
        </pc:spChg>
        <pc:spChg chg="mod">
          <ac:chgData name="Barkasi, Michael" userId="604489e9-c8b5-4a18-ae0d-3a3e29c44efc" providerId="ADAL" clId="{D13E91AC-465B-5CE2-B248-94C3CC50D681}" dt="2025-11-17T17:00:29.404" v="483"/>
          <ac:spMkLst>
            <pc:docMk/>
            <pc:sldMk cId="146201039" sldId="263"/>
            <ac:spMk id="93" creationId="{DC9D3A40-47B8-AE73-52D3-A0E251853ADF}"/>
          </ac:spMkLst>
        </pc:spChg>
        <pc:spChg chg="mod">
          <ac:chgData name="Barkasi, Michael" userId="604489e9-c8b5-4a18-ae0d-3a3e29c44efc" providerId="ADAL" clId="{D13E91AC-465B-5CE2-B248-94C3CC50D681}" dt="2025-11-17T17:00:29.404" v="483"/>
          <ac:spMkLst>
            <pc:docMk/>
            <pc:sldMk cId="146201039" sldId="263"/>
            <ac:spMk id="94" creationId="{28EBEB60-D3F9-D772-EF71-299D67D9CA16}"/>
          </ac:spMkLst>
        </pc:spChg>
        <pc:spChg chg="mod">
          <ac:chgData name="Barkasi, Michael" userId="604489e9-c8b5-4a18-ae0d-3a3e29c44efc" providerId="ADAL" clId="{D13E91AC-465B-5CE2-B248-94C3CC50D681}" dt="2025-11-17T17:00:29.404" v="483"/>
          <ac:spMkLst>
            <pc:docMk/>
            <pc:sldMk cId="146201039" sldId="263"/>
            <ac:spMk id="95" creationId="{B7BF9404-C013-0213-265C-29ECC8E94D3C}"/>
          </ac:spMkLst>
        </pc:spChg>
        <pc:spChg chg="mod">
          <ac:chgData name="Barkasi, Michael" userId="604489e9-c8b5-4a18-ae0d-3a3e29c44efc" providerId="ADAL" clId="{D13E91AC-465B-5CE2-B248-94C3CC50D681}" dt="2025-11-17T17:00:29.404" v="483"/>
          <ac:spMkLst>
            <pc:docMk/>
            <pc:sldMk cId="146201039" sldId="263"/>
            <ac:spMk id="98" creationId="{1C2DB717-AFE0-5EAF-903E-D6DDE9E437BA}"/>
          </ac:spMkLst>
        </pc:spChg>
        <pc:spChg chg="mod">
          <ac:chgData name="Barkasi, Michael" userId="604489e9-c8b5-4a18-ae0d-3a3e29c44efc" providerId="ADAL" clId="{D13E91AC-465B-5CE2-B248-94C3CC50D681}" dt="2025-11-17T17:00:29.404" v="483"/>
          <ac:spMkLst>
            <pc:docMk/>
            <pc:sldMk cId="146201039" sldId="263"/>
            <ac:spMk id="100" creationId="{B5F8E1EB-0E7E-582C-2B1B-8E529AB99573}"/>
          </ac:spMkLst>
        </pc:spChg>
        <pc:spChg chg="mod">
          <ac:chgData name="Barkasi, Michael" userId="604489e9-c8b5-4a18-ae0d-3a3e29c44efc" providerId="ADAL" clId="{D13E91AC-465B-5CE2-B248-94C3CC50D681}" dt="2025-11-17T17:00:29.404" v="483"/>
          <ac:spMkLst>
            <pc:docMk/>
            <pc:sldMk cId="146201039" sldId="263"/>
            <ac:spMk id="103" creationId="{9835A638-B206-20C7-EE58-3957C0E98E8D}"/>
          </ac:spMkLst>
        </pc:spChg>
        <pc:spChg chg="mod">
          <ac:chgData name="Barkasi, Michael" userId="604489e9-c8b5-4a18-ae0d-3a3e29c44efc" providerId="ADAL" clId="{D13E91AC-465B-5CE2-B248-94C3CC50D681}" dt="2025-11-17T17:00:29.404" v="483"/>
          <ac:spMkLst>
            <pc:docMk/>
            <pc:sldMk cId="146201039" sldId="263"/>
            <ac:spMk id="106" creationId="{43101676-E77E-ACC3-C6BB-75E59DFB3F1C}"/>
          </ac:spMkLst>
        </pc:spChg>
        <pc:spChg chg="mod">
          <ac:chgData name="Barkasi, Michael" userId="604489e9-c8b5-4a18-ae0d-3a3e29c44efc" providerId="ADAL" clId="{D13E91AC-465B-5CE2-B248-94C3CC50D681}" dt="2025-11-17T17:00:29.404" v="483"/>
          <ac:spMkLst>
            <pc:docMk/>
            <pc:sldMk cId="146201039" sldId="263"/>
            <ac:spMk id="108" creationId="{60EDB582-8542-CF4D-E169-1A2E3ADBE54E}"/>
          </ac:spMkLst>
        </pc:spChg>
        <pc:spChg chg="mod">
          <ac:chgData name="Barkasi, Michael" userId="604489e9-c8b5-4a18-ae0d-3a3e29c44efc" providerId="ADAL" clId="{D13E91AC-465B-5CE2-B248-94C3CC50D681}" dt="2025-11-17T17:00:29.404" v="483"/>
          <ac:spMkLst>
            <pc:docMk/>
            <pc:sldMk cId="146201039" sldId="263"/>
            <ac:spMk id="109" creationId="{DF7D61C6-28EA-4B02-0D3B-251C35F5B3A8}"/>
          </ac:spMkLst>
        </pc:spChg>
        <pc:spChg chg="mod">
          <ac:chgData name="Barkasi, Michael" userId="604489e9-c8b5-4a18-ae0d-3a3e29c44efc" providerId="ADAL" clId="{D13E91AC-465B-5CE2-B248-94C3CC50D681}" dt="2025-11-17T17:00:29.404" v="483"/>
          <ac:spMkLst>
            <pc:docMk/>
            <pc:sldMk cId="146201039" sldId="263"/>
            <ac:spMk id="110" creationId="{2FA548B2-FA4D-C307-EB27-EFC8EE563858}"/>
          </ac:spMkLst>
        </pc:spChg>
        <pc:spChg chg="mod">
          <ac:chgData name="Barkasi, Michael" userId="604489e9-c8b5-4a18-ae0d-3a3e29c44efc" providerId="ADAL" clId="{D13E91AC-465B-5CE2-B248-94C3CC50D681}" dt="2025-11-17T17:00:58.625" v="487"/>
          <ac:spMkLst>
            <pc:docMk/>
            <pc:sldMk cId="146201039" sldId="263"/>
            <ac:spMk id="113" creationId="{4A8BE2FF-3670-C1CB-A60C-6E0D0D3ED2AF}"/>
          </ac:spMkLst>
        </pc:spChg>
        <pc:spChg chg="mod">
          <ac:chgData name="Barkasi, Michael" userId="604489e9-c8b5-4a18-ae0d-3a3e29c44efc" providerId="ADAL" clId="{D13E91AC-465B-5CE2-B248-94C3CC50D681}" dt="2025-11-17T17:00:58.625" v="487"/>
          <ac:spMkLst>
            <pc:docMk/>
            <pc:sldMk cId="146201039" sldId="263"/>
            <ac:spMk id="114" creationId="{C04CF5BD-A245-46C6-4B78-E589E7B38D39}"/>
          </ac:spMkLst>
        </pc:spChg>
        <pc:spChg chg="mod">
          <ac:chgData name="Barkasi, Michael" userId="604489e9-c8b5-4a18-ae0d-3a3e29c44efc" providerId="ADAL" clId="{D13E91AC-465B-5CE2-B248-94C3CC50D681}" dt="2025-11-17T17:00:58.625" v="487"/>
          <ac:spMkLst>
            <pc:docMk/>
            <pc:sldMk cId="146201039" sldId="263"/>
            <ac:spMk id="117" creationId="{F4476A23-9641-A603-21DD-7717647071E2}"/>
          </ac:spMkLst>
        </pc:spChg>
        <pc:spChg chg="mod">
          <ac:chgData name="Barkasi, Michael" userId="604489e9-c8b5-4a18-ae0d-3a3e29c44efc" providerId="ADAL" clId="{D13E91AC-465B-5CE2-B248-94C3CC50D681}" dt="2025-11-17T17:00:58.625" v="487"/>
          <ac:spMkLst>
            <pc:docMk/>
            <pc:sldMk cId="146201039" sldId="263"/>
            <ac:spMk id="118" creationId="{3A432511-48B7-AE8A-B893-DB9F51F2E8A3}"/>
          </ac:spMkLst>
        </pc:spChg>
        <pc:spChg chg="mod">
          <ac:chgData name="Barkasi, Michael" userId="604489e9-c8b5-4a18-ae0d-3a3e29c44efc" providerId="ADAL" clId="{D13E91AC-465B-5CE2-B248-94C3CC50D681}" dt="2025-11-17T17:00:58.625" v="487"/>
          <ac:spMkLst>
            <pc:docMk/>
            <pc:sldMk cId="146201039" sldId="263"/>
            <ac:spMk id="119" creationId="{15E21E17-FD8F-B575-5FBF-DC67B05ABA29}"/>
          </ac:spMkLst>
        </pc:spChg>
        <pc:spChg chg="mod">
          <ac:chgData name="Barkasi, Michael" userId="604489e9-c8b5-4a18-ae0d-3a3e29c44efc" providerId="ADAL" clId="{D13E91AC-465B-5CE2-B248-94C3CC50D681}" dt="2025-11-17T17:00:58.625" v="487"/>
          <ac:spMkLst>
            <pc:docMk/>
            <pc:sldMk cId="146201039" sldId="263"/>
            <ac:spMk id="120" creationId="{44906434-FD6D-6EC2-77B7-927BDBEE6839}"/>
          </ac:spMkLst>
        </pc:spChg>
        <pc:spChg chg="mod">
          <ac:chgData name="Barkasi, Michael" userId="604489e9-c8b5-4a18-ae0d-3a3e29c44efc" providerId="ADAL" clId="{D13E91AC-465B-5CE2-B248-94C3CC50D681}" dt="2025-11-17T17:00:58.625" v="487"/>
          <ac:spMkLst>
            <pc:docMk/>
            <pc:sldMk cId="146201039" sldId="263"/>
            <ac:spMk id="125" creationId="{94FC85B3-08DF-6BEC-A901-032097EA44A0}"/>
          </ac:spMkLst>
        </pc:spChg>
        <pc:spChg chg="mod">
          <ac:chgData name="Barkasi, Michael" userId="604489e9-c8b5-4a18-ae0d-3a3e29c44efc" providerId="ADAL" clId="{D13E91AC-465B-5CE2-B248-94C3CC50D681}" dt="2025-11-17T17:00:58.625" v="487"/>
          <ac:spMkLst>
            <pc:docMk/>
            <pc:sldMk cId="146201039" sldId="263"/>
            <ac:spMk id="127" creationId="{8C7CFBB8-6363-2614-0521-8A34ABD3C0BC}"/>
          </ac:spMkLst>
        </pc:spChg>
        <pc:spChg chg="mod">
          <ac:chgData name="Barkasi, Michael" userId="604489e9-c8b5-4a18-ae0d-3a3e29c44efc" providerId="ADAL" clId="{D13E91AC-465B-5CE2-B248-94C3CC50D681}" dt="2025-11-17T17:00:58.625" v="487"/>
          <ac:spMkLst>
            <pc:docMk/>
            <pc:sldMk cId="146201039" sldId="263"/>
            <ac:spMk id="129" creationId="{A0C1B033-4183-55A1-0CC1-6E8C4A7D8A44}"/>
          </ac:spMkLst>
        </pc:spChg>
        <pc:spChg chg="mod">
          <ac:chgData name="Barkasi, Michael" userId="604489e9-c8b5-4a18-ae0d-3a3e29c44efc" providerId="ADAL" clId="{D13E91AC-465B-5CE2-B248-94C3CC50D681}" dt="2025-11-17T17:00:58.625" v="487"/>
          <ac:spMkLst>
            <pc:docMk/>
            <pc:sldMk cId="146201039" sldId="263"/>
            <ac:spMk id="130" creationId="{0966B387-EC2A-36EB-54DB-6B9745EA4FC6}"/>
          </ac:spMkLst>
        </pc:spChg>
        <pc:spChg chg="mod">
          <ac:chgData name="Barkasi, Michael" userId="604489e9-c8b5-4a18-ae0d-3a3e29c44efc" providerId="ADAL" clId="{D13E91AC-465B-5CE2-B248-94C3CC50D681}" dt="2025-11-17T17:01:25.039" v="488"/>
          <ac:spMkLst>
            <pc:docMk/>
            <pc:sldMk cId="146201039" sldId="263"/>
            <ac:spMk id="133" creationId="{D69628F6-38CD-470E-02D7-C87701A95EF2}"/>
          </ac:spMkLst>
        </pc:spChg>
        <pc:spChg chg="mod">
          <ac:chgData name="Barkasi, Michael" userId="604489e9-c8b5-4a18-ae0d-3a3e29c44efc" providerId="ADAL" clId="{D13E91AC-465B-5CE2-B248-94C3CC50D681}" dt="2025-11-17T17:01:25.039" v="488"/>
          <ac:spMkLst>
            <pc:docMk/>
            <pc:sldMk cId="146201039" sldId="263"/>
            <ac:spMk id="135" creationId="{124B4B55-9FFE-48D8-2B99-8FC3A470F82F}"/>
          </ac:spMkLst>
        </pc:spChg>
        <pc:spChg chg="mod">
          <ac:chgData name="Barkasi, Michael" userId="604489e9-c8b5-4a18-ae0d-3a3e29c44efc" providerId="ADAL" clId="{D13E91AC-465B-5CE2-B248-94C3CC50D681}" dt="2025-11-17T17:01:25.039" v="488"/>
          <ac:spMkLst>
            <pc:docMk/>
            <pc:sldMk cId="146201039" sldId="263"/>
            <ac:spMk id="137" creationId="{EA8D4BB6-421C-E06D-6AA6-7CB8771A359B}"/>
          </ac:spMkLst>
        </pc:spChg>
        <pc:spChg chg="mod">
          <ac:chgData name="Barkasi, Michael" userId="604489e9-c8b5-4a18-ae0d-3a3e29c44efc" providerId="ADAL" clId="{D13E91AC-465B-5CE2-B248-94C3CC50D681}" dt="2025-11-17T17:01:25.039" v="488"/>
          <ac:spMkLst>
            <pc:docMk/>
            <pc:sldMk cId="146201039" sldId="263"/>
            <ac:spMk id="139" creationId="{7EF49DC3-32A8-10D1-3BE8-A2F94EF51506}"/>
          </ac:spMkLst>
        </pc:spChg>
        <pc:spChg chg="mod">
          <ac:chgData name="Barkasi, Michael" userId="604489e9-c8b5-4a18-ae0d-3a3e29c44efc" providerId="ADAL" clId="{D13E91AC-465B-5CE2-B248-94C3CC50D681}" dt="2025-11-17T17:01:25.039" v="488"/>
          <ac:spMkLst>
            <pc:docMk/>
            <pc:sldMk cId="146201039" sldId="263"/>
            <ac:spMk id="143" creationId="{8402812A-8E05-2133-397B-EE45CDC5C98E}"/>
          </ac:spMkLst>
        </pc:spChg>
        <pc:spChg chg="mod">
          <ac:chgData name="Barkasi, Michael" userId="604489e9-c8b5-4a18-ae0d-3a3e29c44efc" providerId="ADAL" clId="{D13E91AC-465B-5CE2-B248-94C3CC50D681}" dt="2025-11-17T17:01:25.039" v="488"/>
          <ac:spMkLst>
            <pc:docMk/>
            <pc:sldMk cId="146201039" sldId="263"/>
            <ac:spMk id="145" creationId="{EB950703-90B4-9A91-5944-10AFA1EB1B42}"/>
          </ac:spMkLst>
        </pc:spChg>
        <pc:spChg chg="mod">
          <ac:chgData name="Barkasi, Michael" userId="604489e9-c8b5-4a18-ae0d-3a3e29c44efc" providerId="ADAL" clId="{D13E91AC-465B-5CE2-B248-94C3CC50D681}" dt="2025-11-17T17:01:25.039" v="488"/>
          <ac:spMkLst>
            <pc:docMk/>
            <pc:sldMk cId="146201039" sldId="263"/>
            <ac:spMk id="147" creationId="{2D3A8DE2-F333-6B59-EB31-EC74E6BA0476}"/>
          </ac:spMkLst>
        </pc:spChg>
        <pc:spChg chg="mod">
          <ac:chgData name="Barkasi, Michael" userId="604489e9-c8b5-4a18-ae0d-3a3e29c44efc" providerId="ADAL" clId="{D13E91AC-465B-5CE2-B248-94C3CC50D681}" dt="2025-11-17T17:01:25.039" v="488"/>
          <ac:spMkLst>
            <pc:docMk/>
            <pc:sldMk cId="146201039" sldId="263"/>
            <ac:spMk id="148" creationId="{283ACD65-DC58-6C8C-C7B0-3DF0B9F68B82}"/>
          </ac:spMkLst>
        </pc:spChg>
        <pc:spChg chg="mod">
          <ac:chgData name="Barkasi, Michael" userId="604489e9-c8b5-4a18-ae0d-3a3e29c44efc" providerId="ADAL" clId="{D13E91AC-465B-5CE2-B248-94C3CC50D681}" dt="2025-11-17T17:01:25.039" v="488"/>
          <ac:spMkLst>
            <pc:docMk/>
            <pc:sldMk cId="146201039" sldId="263"/>
            <ac:spMk id="149" creationId="{A1CBBF0F-A080-F8E5-7CEB-71602960A5BB}"/>
          </ac:spMkLst>
        </pc:spChg>
        <pc:spChg chg="mod">
          <ac:chgData name="Barkasi, Michael" userId="604489e9-c8b5-4a18-ae0d-3a3e29c44efc" providerId="ADAL" clId="{D13E91AC-465B-5CE2-B248-94C3CC50D681}" dt="2025-11-17T17:01:25.039" v="488"/>
          <ac:spMkLst>
            <pc:docMk/>
            <pc:sldMk cId="146201039" sldId="263"/>
            <ac:spMk id="150" creationId="{99ACA626-92EE-96B4-65B4-5EF64ADC7D5A}"/>
          </ac:spMkLst>
        </pc:spChg>
        <pc:grpChg chg="del">
          <ac:chgData name="Barkasi, Michael" userId="604489e9-c8b5-4a18-ae0d-3a3e29c44efc" providerId="ADAL" clId="{D13E91AC-465B-5CE2-B248-94C3CC50D681}" dt="2025-11-17T17:00:57.214" v="486" actId="478"/>
          <ac:grpSpMkLst>
            <pc:docMk/>
            <pc:sldMk cId="146201039" sldId="263"/>
            <ac:grpSpMk id="64" creationId="{B93A9352-7AC6-5F77-D42F-EF6B23CC020D}"/>
          </ac:grpSpMkLst>
        </pc:grpChg>
        <pc:grpChg chg="del mod">
          <ac:chgData name="Barkasi, Michael" userId="604489e9-c8b5-4a18-ae0d-3a3e29c44efc" providerId="ADAL" clId="{D13E91AC-465B-5CE2-B248-94C3CC50D681}" dt="2025-11-17T17:00:53.232" v="485" actId="21"/>
          <ac:grpSpMkLst>
            <pc:docMk/>
            <pc:sldMk cId="146201039" sldId="263"/>
            <ac:grpSpMk id="92" creationId="{F0858972-0D8F-0EE6-7C3B-9AF2F237EC25}"/>
          </ac:grpSpMkLst>
        </pc:grpChg>
        <pc:grpChg chg="del mod">
          <ac:chgData name="Barkasi, Michael" userId="604489e9-c8b5-4a18-ae0d-3a3e29c44efc" providerId="ADAL" clId="{D13E91AC-465B-5CE2-B248-94C3CC50D681}" dt="2025-11-17T17:01:28.234" v="490" actId="478"/>
          <ac:grpSpMkLst>
            <pc:docMk/>
            <pc:sldMk cId="146201039" sldId="263"/>
            <ac:grpSpMk id="132" creationId="{652095F8-9981-81FD-03F2-873228183769}"/>
          </ac:grpSpMkLst>
        </pc:grpChg>
      </pc:sldChg>
      <pc:sldChg chg="modSp">
        <pc:chgData name="Barkasi, Michael" userId="604489e9-c8b5-4a18-ae0d-3a3e29c44efc" providerId="ADAL" clId="{D13E91AC-465B-5CE2-B248-94C3CC50D681}" dt="2025-11-17T16:08:17.150" v="12"/>
        <pc:sldMkLst>
          <pc:docMk/>
          <pc:sldMk cId="1532447577" sldId="264"/>
        </pc:sldMkLst>
        <pc:picChg chg="mod">
          <ac:chgData name="Barkasi, Michael" userId="604489e9-c8b5-4a18-ae0d-3a3e29c44efc" providerId="ADAL" clId="{D13E91AC-465B-5CE2-B248-94C3CC50D681}" dt="2025-11-17T16:08:17.150" v="12"/>
          <ac:picMkLst>
            <pc:docMk/>
            <pc:sldMk cId="1532447577" sldId="264"/>
            <ac:picMk id="23" creationId="{FFC9DBDF-6BCD-61C0-2A26-B8B2FA6847E4}"/>
          </ac:picMkLst>
        </pc:picChg>
        <pc:picChg chg="mod">
          <ac:chgData name="Barkasi, Michael" userId="604489e9-c8b5-4a18-ae0d-3a3e29c44efc" providerId="ADAL" clId="{D13E91AC-465B-5CE2-B248-94C3CC50D681}" dt="2025-11-17T16:08:17.150" v="12"/>
          <ac:picMkLst>
            <pc:docMk/>
            <pc:sldMk cId="1532447577" sldId="264"/>
            <ac:picMk id="30" creationId="{D16222D2-7E65-95B9-E40E-FF9BC0F59E12}"/>
          </ac:picMkLst>
        </pc:picChg>
      </pc:sldChg>
      <pc:sldChg chg="modSp">
        <pc:chgData name="Barkasi, Michael" userId="604489e9-c8b5-4a18-ae0d-3a3e29c44efc" providerId="ADAL" clId="{D13E91AC-465B-5CE2-B248-94C3CC50D681}" dt="2025-11-17T16:08:17.150" v="12"/>
        <pc:sldMkLst>
          <pc:docMk/>
          <pc:sldMk cId="2105065981" sldId="265"/>
        </pc:sldMkLst>
        <pc:picChg chg="mod">
          <ac:chgData name="Barkasi, Michael" userId="604489e9-c8b5-4a18-ae0d-3a3e29c44efc" providerId="ADAL" clId="{D13E91AC-465B-5CE2-B248-94C3CC50D681}" dt="2025-11-17T16:08:17.150" v="12"/>
          <ac:picMkLst>
            <pc:docMk/>
            <pc:sldMk cId="2105065981" sldId="265"/>
            <ac:picMk id="3" creationId="{50FF8045-681A-6997-1857-2E6B6E36800D}"/>
          </ac:picMkLst>
        </pc:picChg>
        <pc:picChg chg="mod">
          <ac:chgData name="Barkasi, Michael" userId="604489e9-c8b5-4a18-ae0d-3a3e29c44efc" providerId="ADAL" clId="{D13E91AC-465B-5CE2-B248-94C3CC50D681}" dt="2025-11-17T16:08:17.150" v="12"/>
          <ac:picMkLst>
            <pc:docMk/>
            <pc:sldMk cId="2105065981" sldId="265"/>
            <ac:picMk id="23" creationId="{FFC9DBDF-6BCD-61C0-2A26-B8B2FA6847E4}"/>
          </ac:picMkLst>
        </pc:picChg>
      </pc:sldChg>
      <pc:sldChg chg="addSp delSp modSp add mod">
        <pc:chgData name="Barkasi, Michael" userId="604489e9-c8b5-4a18-ae0d-3a3e29c44efc" providerId="ADAL" clId="{D13E91AC-465B-5CE2-B248-94C3CC50D681}" dt="2025-11-17T16:51:00.035" v="480" actId="11529"/>
        <pc:sldMkLst>
          <pc:docMk/>
          <pc:sldMk cId="841026231" sldId="266"/>
        </pc:sldMkLst>
        <pc:spChg chg="mod">
          <ac:chgData name="Barkasi, Michael" userId="604489e9-c8b5-4a18-ae0d-3a3e29c44efc" providerId="ADAL" clId="{D13E91AC-465B-5CE2-B248-94C3CC50D681}" dt="2025-11-17T16:37:01.438" v="411" actId="692"/>
          <ac:spMkLst>
            <pc:docMk/>
            <pc:sldMk cId="841026231" sldId="266"/>
            <ac:spMk id="15" creationId="{A722D7C6-F60B-D7D4-F0CB-5B9506823109}"/>
          </ac:spMkLst>
        </pc:spChg>
        <pc:spChg chg="add del mod">
          <ac:chgData name="Barkasi, Michael" userId="604489e9-c8b5-4a18-ae0d-3a3e29c44efc" providerId="ADAL" clId="{D13E91AC-465B-5CE2-B248-94C3CC50D681}" dt="2025-11-17T16:50:54.388" v="477" actId="1076"/>
          <ac:spMkLst>
            <pc:docMk/>
            <pc:sldMk cId="841026231" sldId="266"/>
            <ac:spMk id="16" creationId="{805013CB-E196-D242-3ABB-D5361E95A96D}"/>
          </ac:spMkLst>
        </pc:spChg>
        <pc:spChg chg="mod">
          <ac:chgData name="Barkasi, Michael" userId="604489e9-c8b5-4a18-ae0d-3a3e29c44efc" providerId="ADAL" clId="{D13E91AC-465B-5CE2-B248-94C3CC50D681}" dt="2025-11-17T16:37:17.240" v="412" actId="692"/>
          <ac:spMkLst>
            <pc:docMk/>
            <pc:sldMk cId="841026231" sldId="266"/>
            <ac:spMk id="17" creationId="{9FC24215-B10D-05A7-1DF4-F94600BEFAF4}"/>
          </ac:spMkLst>
        </pc:spChg>
        <pc:spChg chg="mod">
          <ac:chgData name="Barkasi, Michael" userId="604489e9-c8b5-4a18-ae0d-3a3e29c44efc" providerId="ADAL" clId="{D13E91AC-465B-5CE2-B248-94C3CC50D681}" dt="2025-11-17T16:37:01.438" v="411" actId="692"/>
          <ac:spMkLst>
            <pc:docMk/>
            <pc:sldMk cId="841026231" sldId="266"/>
            <ac:spMk id="21" creationId="{2143DA4B-E9E3-B03A-061D-AB7250F0F196}"/>
          </ac:spMkLst>
        </pc:spChg>
        <pc:spChg chg="mod">
          <ac:chgData name="Barkasi, Michael" userId="604489e9-c8b5-4a18-ae0d-3a3e29c44efc" providerId="ADAL" clId="{D13E91AC-465B-5CE2-B248-94C3CC50D681}" dt="2025-11-17T16:37:17.240" v="412" actId="692"/>
          <ac:spMkLst>
            <pc:docMk/>
            <pc:sldMk cId="841026231" sldId="266"/>
            <ac:spMk id="24" creationId="{262FF3BC-15B7-CC53-466A-3CE01000AA91}"/>
          </ac:spMkLst>
        </pc:spChg>
        <pc:spChg chg="mod">
          <ac:chgData name="Barkasi, Michael" userId="604489e9-c8b5-4a18-ae0d-3a3e29c44efc" providerId="ADAL" clId="{D13E91AC-465B-5CE2-B248-94C3CC50D681}" dt="2025-11-17T16:37:01.438" v="411" actId="692"/>
          <ac:spMkLst>
            <pc:docMk/>
            <pc:sldMk cId="841026231" sldId="266"/>
            <ac:spMk id="25" creationId="{A811C549-1B6E-728D-04C8-A963F3EE6416}"/>
          </ac:spMkLst>
        </pc:spChg>
        <pc:spChg chg="mod">
          <ac:chgData name="Barkasi, Michael" userId="604489e9-c8b5-4a18-ae0d-3a3e29c44efc" providerId="ADAL" clId="{D13E91AC-465B-5CE2-B248-94C3CC50D681}" dt="2025-11-17T16:37:01.438" v="411" actId="692"/>
          <ac:spMkLst>
            <pc:docMk/>
            <pc:sldMk cId="841026231" sldId="266"/>
            <ac:spMk id="41" creationId="{64C636E3-AC7D-98C2-2DA2-D2B504B0692B}"/>
          </ac:spMkLst>
        </pc:spChg>
        <pc:spChg chg="del">
          <ac:chgData name="Barkasi, Michael" userId="604489e9-c8b5-4a18-ae0d-3a3e29c44efc" providerId="ADAL" clId="{D13E91AC-465B-5CE2-B248-94C3CC50D681}" dt="2025-11-17T16:40:40.658" v="426" actId="478"/>
          <ac:spMkLst>
            <pc:docMk/>
            <pc:sldMk cId="841026231" sldId="266"/>
            <ac:spMk id="60" creationId="{891EF00E-2ABE-A7E5-B97C-0F154D1F3A32}"/>
          </ac:spMkLst>
        </pc:spChg>
        <pc:spChg chg="mod">
          <ac:chgData name="Barkasi, Michael" userId="604489e9-c8b5-4a18-ae0d-3a3e29c44efc" providerId="ADAL" clId="{D13E91AC-465B-5CE2-B248-94C3CC50D681}" dt="2025-11-17T16:37:01.438" v="411" actId="692"/>
          <ac:spMkLst>
            <pc:docMk/>
            <pc:sldMk cId="841026231" sldId="266"/>
            <ac:spMk id="61" creationId="{CD0F9742-4D16-5C4B-4CF7-4CF3DA35C8E0}"/>
          </ac:spMkLst>
        </pc:spChg>
        <pc:spChg chg="mod">
          <ac:chgData name="Barkasi, Michael" userId="604489e9-c8b5-4a18-ae0d-3a3e29c44efc" providerId="ADAL" clId="{D13E91AC-465B-5CE2-B248-94C3CC50D681}" dt="2025-11-17T16:32:50.533" v="395"/>
          <ac:spMkLst>
            <pc:docMk/>
            <pc:sldMk cId="841026231" sldId="266"/>
            <ac:spMk id="130" creationId="{C0824CB6-EB23-6F45-24AE-85010DCE9CBF}"/>
          </ac:spMkLst>
        </pc:spChg>
        <pc:spChg chg="mod">
          <ac:chgData name="Barkasi, Michael" userId="604489e9-c8b5-4a18-ae0d-3a3e29c44efc" providerId="ADAL" clId="{D13E91AC-465B-5CE2-B248-94C3CC50D681}" dt="2025-11-17T16:49:33.595" v="470" actId="164"/>
          <ac:spMkLst>
            <pc:docMk/>
            <pc:sldMk cId="841026231" sldId="266"/>
            <ac:spMk id="133" creationId="{779FE336-32B9-7AC8-311A-22D1B9352197}"/>
          </ac:spMkLst>
        </pc:spChg>
        <pc:spChg chg="mod">
          <ac:chgData name="Barkasi, Michael" userId="604489e9-c8b5-4a18-ae0d-3a3e29c44efc" providerId="ADAL" clId="{D13E91AC-465B-5CE2-B248-94C3CC50D681}" dt="2025-11-17T16:49:33.595" v="470" actId="164"/>
          <ac:spMkLst>
            <pc:docMk/>
            <pc:sldMk cId="841026231" sldId="266"/>
            <ac:spMk id="135" creationId="{082856D7-1815-F4D5-1AB7-E1C6A7BC683C}"/>
          </ac:spMkLst>
        </pc:spChg>
        <pc:spChg chg="mod">
          <ac:chgData name="Barkasi, Michael" userId="604489e9-c8b5-4a18-ae0d-3a3e29c44efc" providerId="ADAL" clId="{D13E91AC-465B-5CE2-B248-94C3CC50D681}" dt="2025-11-17T16:49:33.595" v="470" actId="164"/>
          <ac:spMkLst>
            <pc:docMk/>
            <pc:sldMk cId="841026231" sldId="266"/>
            <ac:spMk id="136" creationId="{E5569921-61AC-7711-2872-7A1994BABAB3}"/>
          </ac:spMkLst>
        </pc:spChg>
        <pc:spChg chg="mod">
          <ac:chgData name="Barkasi, Michael" userId="604489e9-c8b5-4a18-ae0d-3a3e29c44efc" providerId="ADAL" clId="{D13E91AC-465B-5CE2-B248-94C3CC50D681}" dt="2025-11-17T16:38:11.328" v="414" actId="692"/>
          <ac:spMkLst>
            <pc:docMk/>
            <pc:sldMk cId="841026231" sldId="266"/>
            <ac:spMk id="137" creationId="{D0BA32B6-7FCE-917D-9EA0-FF29C7F013B6}"/>
          </ac:spMkLst>
        </pc:spChg>
        <pc:spChg chg="mod">
          <ac:chgData name="Barkasi, Michael" userId="604489e9-c8b5-4a18-ae0d-3a3e29c44efc" providerId="ADAL" clId="{D13E91AC-465B-5CE2-B248-94C3CC50D681}" dt="2025-11-17T16:49:33.595" v="470" actId="164"/>
          <ac:spMkLst>
            <pc:docMk/>
            <pc:sldMk cId="841026231" sldId="266"/>
            <ac:spMk id="138" creationId="{A5D2A335-E9E2-D0F8-8F08-D63E52EAE241}"/>
          </ac:spMkLst>
        </pc:spChg>
        <pc:spChg chg="mod">
          <ac:chgData name="Barkasi, Michael" userId="604489e9-c8b5-4a18-ae0d-3a3e29c44efc" providerId="ADAL" clId="{D13E91AC-465B-5CE2-B248-94C3CC50D681}" dt="2025-11-17T16:37:01.438" v="411" actId="692"/>
          <ac:spMkLst>
            <pc:docMk/>
            <pc:sldMk cId="841026231" sldId="266"/>
            <ac:spMk id="139" creationId="{9215353A-1C1B-F554-FF18-109F56D2CD86}"/>
          </ac:spMkLst>
        </pc:spChg>
        <pc:spChg chg="mod">
          <ac:chgData name="Barkasi, Michael" userId="604489e9-c8b5-4a18-ae0d-3a3e29c44efc" providerId="ADAL" clId="{D13E91AC-465B-5CE2-B248-94C3CC50D681}" dt="2025-11-17T16:37:01.438" v="411" actId="692"/>
          <ac:spMkLst>
            <pc:docMk/>
            <pc:sldMk cId="841026231" sldId="266"/>
            <ac:spMk id="140" creationId="{303FD4C8-A45B-7BC9-5529-867A1E40AFE3}"/>
          </ac:spMkLst>
        </pc:spChg>
        <pc:spChg chg="mod">
          <ac:chgData name="Barkasi, Michael" userId="604489e9-c8b5-4a18-ae0d-3a3e29c44efc" providerId="ADAL" clId="{D13E91AC-465B-5CE2-B248-94C3CC50D681}" dt="2025-11-17T16:49:33.595" v="470" actId="164"/>
          <ac:spMkLst>
            <pc:docMk/>
            <pc:sldMk cId="841026231" sldId="266"/>
            <ac:spMk id="144" creationId="{6B022DF2-7C95-75AA-D9EC-11276BFF737D}"/>
          </ac:spMkLst>
        </pc:spChg>
        <pc:spChg chg="mod">
          <ac:chgData name="Barkasi, Michael" userId="604489e9-c8b5-4a18-ae0d-3a3e29c44efc" providerId="ADAL" clId="{D13E91AC-465B-5CE2-B248-94C3CC50D681}" dt="2025-11-17T16:37:40.190" v="413" actId="692"/>
          <ac:spMkLst>
            <pc:docMk/>
            <pc:sldMk cId="841026231" sldId="266"/>
            <ac:spMk id="145" creationId="{BAEAD9AA-3C90-ED81-BA6F-F1BF8F720A34}"/>
          </ac:spMkLst>
        </pc:spChg>
        <pc:spChg chg="mod">
          <ac:chgData name="Barkasi, Michael" userId="604489e9-c8b5-4a18-ae0d-3a3e29c44efc" providerId="ADAL" clId="{D13E91AC-465B-5CE2-B248-94C3CC50D681}" dt="2025-11-17T16:36:24.932" v="409" actId="692"/>
          <ac:spMkLst>
            <pc:docMk/>
            <pc:sldMk cId="841026231" sldId="266"/>
            <ac:spMk id="146" creationId="{BDF52D0B-D6CD-5F2B-B94C-185475E6DB38}"/>
          </ac:spMkLst>
        </pc:spChg>
        <pc:spChg chg="mod">
          <ac:chgData name="Barkasi, Michael" userId="604489e9-c8b5-4a18-ae0d-3a3e29c44efc" providerId="ADAL" clId="{D13E91AC-465B-5CE2-B248-94C3CC50D681}" dt="2025-11-17T16:49:33.595" v="470" actId="164"/>
          <ac:spMkLst>
            <pc:docMk/>
            <pc:sldMk cId="841026231" sldId="266"/>
            <ac:spMk id="147" creationId="{339D5153-4CA0-9E1B-5F9F-2448AF3EE66B}"/>
          </ac:spMkLst>
        </pc:spChg>
        <pc:spChg chg="mod">
          <ac:chgData name="Barkasi, Michael" userId="604489e9-c8b5-4a18-ae0d-3a3e29c44efc" providerId="ADAL" clId="{D13E91AC-465B-5CE2-B248-94C3CC50D681}" dt="2025-11-17T16:36:24.932" v="409" actId="692"/>
          <ac:spMkLst>
            <pc:docMk/>
            <pc:sldMk cId="841026231" sldId="266"/>
            <ac:spMk id="148" creationId="{7CE18440-D9FE-C41E-EC51-BEE3DE507349}"/>
          </ac:spMkLst>
        </pc:spChg>
        <pc:spChg chg="mod">
          <ac:chgData name="Barkasi, Michael" userId="604489e9-c8b5-4a18-ae0d-3a3e29c44efc" providerId="ADAL" clId="{D13E91AC-465B-5CE2-B248-94C3CC50D681}" dt="2025-11-17T16:42:18.714" v="434" actId="207"/>
          <ac:spMkLst>
            <pc:docMk/>
            <pc:sldMk cId="841026231" sldId="266"/>
            <ac:spMk id="162" creationId="{1FC48E8C-046C-9CEA-5CE9-C26A6380DE36}"/>
          </ac:spMkLst>
        </pc:spChg>
        <pc:spChg chg="mod">
          <ac:chgData name="Barkasi, Michael" userId="604489e9-c8b5-4a18-ae0d-3a3e29c44efc" providerId="ADAL" clId="{D13E91AC-465B-5CE2-B248-94C3CC50D681}" dt="2025-11-17T16:43:04.265" v="440" actId="207"/>
          <ac:spMkLst>
            <pc:docMk/>
            <pc:sldMk cId="841026231" sldId="266"/>
            <ac:spMk id="163" creationId="{BF00A5EF-0328-5E69-3ECA-DDA41D44798A}"/>
          </ac:spMkLst>
        </pc:spChg>
        <pc:spChg chg="mod">
          <ac:chgData name="Barkasi, Michael" userId="604489e9-c8b5-4a18-ae0d-3a3e29c44efc" providerId="ADAL" clId="{D13E91AC-465B-5CE2-B248-94C3CC50D681}" dt="2025-11-17T16:41:40.882" v="431" actId="207"/>
          <ac:spMkLst>
            <pc:docMk/>
            <pc:sldMk cId="841026231" sldId="266"/>
            <ac:spMk id="164" creationId="{15316A3F-5F93-7046-ABE7-138396BF8F7B}"/>
          </ac:spMkLst>
        </pc:spChg>
        <pc:spChg chg="mod">
          <ac:chgData name="Barkasi, Michael" userId="604489e9-c8b5-4a18-ae0d-3a3e29c44efc" providerId="ADAL" clId="{D13E91AC-465B-5CE2-B248-94C3CC50D681}" dt="2025-11-17T16:49:33.595" v="470" actId="164"/>
          <ac:spMkLst>
            <pc:docMk/>
            <pc:sldMk cId="841026231" sldId="266"/>
            <ac:spMk id="166" creationId="{1E907C75-751A-57B7-CDD4-CBE038254843}"/>
          </ac:spMkLst>
        </pc:spChg>
        <pc:spChg chg="mod">
          <ac:chgData name="Barkasi, Michael" userId="604489e9-c8b5-4a18-ae0d-3a3e29c44efc" providerId="ADAL" clId="{D13E91AC-465B-5CE2-B248-94C3CC50D681}" dt="2025-11-17T16:42:44.369" v="438" actId="207"/>
          <ac:spMkLst>
            <pc:docMk/>
            <pc:sldMk cId="841026231" sldId="266"/>
            <ac:spMk id="168" creationId="{623834BC-ECCC-1E23-3C7A-2095CBE2B34A}"/>
          </ac:spMkLst>
        </pc:spChg>
        <pc:spChg chg="mod">
          <ac:chgData name="Barkasi, Michael" userId="604489e9-c8b5-4a18-ae0d-3a3e29c44efc" providerId="ADAL" clId="{D13E91AC-465B-5CE2-B248-94C3CC50D681}" dt="2025-11-17T16:42:50.016" v="439" actId="692"/>
          <ac:spMkLst>
            <pc:docMk/>
            <pc:sldMk cId="841026231" sldId="266"/>
            <ac:spMk id="169" creationId="{2178D7AA-16BF-16D7-8E0F-6D93A3C794B1}"/>
          </ac:spMkLst>
        </pc:spChg>
        <pc:spChg chg="mod">
          <ac:chgData name="Barkasi, Michael" userId="604489e9-c8b5-4a18-ae0d-3a3e29c44efc" providerId="ADAL" clId="{D13E91AC-465B-5CE2-B248-94C3CC50D681}" dt="2025-11-17T16:49:33.595" v="470" actId="164"/>
          <ac:spMkLst>
            <pc:docMk/>
            <pc:sldMk cId="841026231" sldId="266"/>
            <ac:spMk id="170" creationId="{93FC5C12-8DA4-3AA7-F98D-898180B10DFA}"/>
          </ac:spMkLst>
        </pc:spChg>
        <pc:spChg chg="mod">
          <ac:chgData name="Barkasi, Michael" userId="604489e9-c8b5-4a18-ae0d-3a3e29c44efc" providerId="ADAL" clId="{D13E91AC-465B-5CE2-B248-94C3CC50D681}" dt="2025-11-17T16:47:28.500" v="455" actId="692"/>
          <ac:spMkLst>
            <pc:docMk/>
            <pc:sldMk cId="841026231" sldId="266"/>
            <ac:spMk id="171" creationId="{E913825A-BC18-1E01-E88B-7C79F17FED9A}"/>
          </ac:spMkLst>
        </pc:spChg>
        <pc:spChg chg="mod">
          <ac:chgData name="Barkasi, Michael" userId="604489e9-c8b5-4a18-ae0d-3a3e29c44efc" providerId="ADAL" clId="{D13E91AC-465B-5CE2-B248-94C3CC50D681}" dt="2025-11-17T16:47:42.154" v="456" actId="166"/>
          <ac:spMkLst>
            <pc:docMk/>
            <pc:sldMk cId="841026231" sldId="266"/>
            <ac:spMk id="172" creationId="{9DB66B8C-E60A-E9A6-C2C4-BA1E041FCDF0}"/>
          </ac:spMkLst>
        </pc:spChg>
        <pc:spChg chg="mod">
          <ac:chgData name="Barkasi, Michael" userId="604489e9-c8b5-4a18-ae0d-3a3e29c44efc" providerId="ADAL" clId="{D13E91AC-465B-5CE2-B248-94C3CC50D681}" dt="2025-11-17T16:49:22.827" v="469" actId="14100"/>
          <ac:spMkLst>
            <pc:docMk/>
            <pc:sldMk cId="841026231" sldId="266"/>
            <ac:spMk id="173" creationId="{9B00E121-75F6-7861-DB6A-10D81F4F875F}"/>
          </ac:spMkLst>
        </pc:spChg>
        <pc:spChg chg="mod">
          <ac:chgData name="Barkasi, Michael" userId="604489e9-c8b5-4a18-ae0d-3a3e29c44efc" providerId="ADAL" clId="{D13E91AC-465B-5CE2-B248-94C3CC50D681}" dt="2025-11-17T16:49:18.655" v="468" actId="14100"/>
          <ac:spMkLst>
            <pc:docMk/>
            <pc:sldMk cId="841026231" sldId="266"/>
            <ac:spMk id="174" creationId="{2C990489-EABF-96F4-A50C-D8C98A945E87}"/>
          </ac:spMkLst>
        </pc:spChg>
        <pc:spChg chg="mod">
          <ac:chgData name="Barkasi, Michael" userId="604489e9-c8b5-4a18-ae0d-3a3e29c44efc" providerId="ADAL" clId="{D13E91AC-465B-5CE2-B248-94C3CC50D681}" dt="2025-11-17T16:49:15.228" v="467" actId="14100"/>
          <ac:spMkLst>
            <pc:docMk/>
            <pc:sldMk cId="841026231" sldId="266"/>
            <ac:spMk id="175" creationId="{B0988B9E-5367-634C-46EC-88E053104C22}"/>
          </ac:spMkLst>
        </pc:spChg>
        <pc:spChg chg="mod">
          <ac:chgData name="Barkasi, Michael" userId="604489e9-c8b5-4a18-ae0d-3a3e29c44efc" providerId="ADAL" clId="{D13E91AC-465B-5CE2-B248-94C3CC50D681}" dt="2025-11-17T16:49:10.293" v="466" actId="14100"/>
          <ac:spMkLst>
            <pc:docMk/>
            <pc:sldMk cId="841026231" sldId="266"/>
            <ac:spMk id="176" creationId="{ED79562B-C6DA-AA19-DD29-D0B8CC74D889}"/>
          </ac:spMkLst>
        </pc:spChg>
        <pc:spChg chg="mod">
          <ac:chgData name="Barkasi, Michael" userId="604489e9-c8b5-4a18-ae0d-3a3e29c44efc" providerId="ADAL" clId="{D13E91AC-465B-5CE2-B248-94C3CC50D681}" dt="2025-11-17T16:32:50.533" v="395"/>
          <ac:spMkLst>
            <pc:docMk/>
            <pc:sldMk cId="841026231" sldId="266"/>
            <ac:spMk id="276" creationId="{AAEA994C-8841-D16A-C701-5F16685BD021}"/>
          </ac:spMkLst>
        </pc:spChg>
        <pc:spChg chg="mod">
          <ac:chgData name="Barkasi, Michael" userId="604489e9-c8b5-4a18-ae0d-3a3e29c44efc" providerId="ADAL" clId="{D13E91AC-465B-5CE2-B248-94C3CC50D681}" dt="2025-11-17T16:32:50.533" v="395"/>
          <ac:spMkLst>
            <pc:docMk/>
            <pc:sldMk cId="841026231" sldId="266"/>
            <ac:spMk id="306" creationId="{E5EAA796-25C7-A6F8-99D8-578E221D84C8}"/>
          </ac:spMkLst>
        </pc:spChg>
        <pc:spChg chg="mod">
          <ac:chgData name="Barkasi, Michael" userId="604489e9-c8b5-4a18-ae0d-3a3e29c44efc" providerId="ADAL" clId="{D13E91AC-465B-5CE2-B248-94C3CC50D681}" dt="2025-11-17T16:32:50.533" v="395"/>
          <ac:spMkLst>
            <pc:docMk/>
            <pc:sldMk cId="841026231" sldId="266"/>
            <ac:spMk id="407" creationId="{CFBF7647-6070-7F91-2041-7A6A4D701A47}"/>
          </ac:spMkLst>
        </pc:spChg>
        <pc:spChg chg="mod">
          <ac:chgData name="Barkasi, Michael" userId="604489e9-c8b5-4a18-ae0d-3a3e29c44efc" providerId="ADAL" clId="{D13E91AC-465B-5CE2-B248-94C3CC50D681}" dt="2025-11-17T16:32:50.533" v="395"/>
          <ac:spMkLst>
            <pc:docMk/>
            <pc:sldMk cId="841026231" sldId="266"/>
            <ac:spMk id="422" creationId="{F88943BF-7BEF-0F34-6588-22294A379E9B}"/>
          </ac:spMkLst>
        </pc:spChg>
        <pc:spChg chg="mod">
          <ac:chgData name="Barkasi, Michael" userId="604489e9-c8b5-4a18-ae0d-3a3e29c44efc" providerId="ADAL" clId="{D13E91AC-465B-5CE2-B248-94C3CC50D681}" dt="2025-11-17T16:32:50.533" v="395"/>
          <ac:spMkLst>
            <pc:docMk/>
            <pc:sldMk cId="841026231" sldId="266"/>
            <ac:spMk id="425" creationId="{045F5FD0-778F-28BA-E7A2-3D17AE835DB5}"/>
          </ac:spMkLst>
        </pc:spChg>
        <pc:spChg chg="mod">
          <ac:chgData name="Barkasi, Michael" userId="604489e9-c8b5-4a18-ae0d-3a3e29c44efc" providerId="ADAL" clId="{D13E91AC-465B-5CE2-B248-94C3CC50D681}" dt="2025-11-17T16:49:33.595" v="470" actId="164"/>
          <ac:spMkLst>
            <pc:docMk/>
            <pc:sldMk cId="841026231" sldId="266"/>
            <ac:spMk id="658" creationId="{9CFCDA2F-8D41-D1CA-C200-97B6CFFF792C}"/>
          </ac:spMkLst>
        </pc:spChg>
        <pc:spChg chg="mod">
          <ac:chgData name="Barkasi, Michael" userId="604489e9-c8b5-4a18-ae0d-3a3e29c44efc" providerId="ADAL" clId="{D13E91AC-465B-5CE2-B248-94C3CC50D681}" dt="2025-11-17T16:49:04.339" v="465" actId="122"/>
          <ac:spMkLst>
            <pc:docMk/>
            <pc:sldMk cId="841026231" sldId="266"/>
            <ac:spMk id="661" creationId="{A1503925-3387-181D-3F62-46D68F5AD895}"/>
          </ac:spMkLst>
        </pc:spChg>
        <pc:spChg chg="mod">
          <ac:chgData name="Barkasi, Michael" userId="604489e9-c8b5-4a18-ae0d-3a3e29c44efc" providerId="ADAL" clId="{D13E91AC-465B-5CE2-B248-94C3CC50D681}" dt="2025-11-17T16:48:25.546" v="460" actId="692"/>
          <ac:spMkLst>
            <pc:docMk/>
            <pc:sldMk cId="841026231" sldId="266"/>
            <ac:spMk id="662" creationId="{7DD154E3-D1B5-C25F-E3AF-DCA35C882A5B}"/>
          </ac:spMkLst>
        </pc:spChg>
        <pc:spChg chg="mod">
          <ac:chgData name="Barkasi, Michael" userId="604489e9-c8b5-4a18-ae0d-3a3e29c44efc" providerId="ADAL" clId="{D13E91AC-465B-5CE2-B248-94C3CC50D681}" dt="2025-11-17T16:48:37.663" v="462" actId="692"/>
          <ac:spMkLst>
            <pc:docMk/>
            <pc:sldMk cId="841026231" sldId="266"/>
            <ac:spMk id="663" creationId="{F8A0D1E3-6990-4CD4-5245-0B5D4A5DB494}"/>
          </ac:spMkLst>
        </pc:spChg>
        <pc:spChg chg="mod">
          <ac:chgData name="Barkasi, Michael" userId="604489e9-c8b5-4a18-ae0d-3a3e29c44efc" providerId="ADAL" clId="{D13E91AC-465B-5CE2-B248-94C3CC50D681}" dt="2025-11-17T16:48:04.463" v="458" actId="692"/>
          <ac:spMkLst>
            <pc:docMk/>
            <pc:sldMk cId="841026231" sldId="266"/>
            <ac:spMk id="664" creationId="{22E197FB-3261-82C0-6029-E23CE1D54F08}"/>
          </ac:spMkLst>
        </pc:spChg>
        <pc:spChg chg="mod">
          <ac:chgData name="Barkasi, Michael" userId="604489e9-c8b5-4a18-ae0d-3a3e29c44efc" providerId="ADAL" clId="{D13E91AC-465B-5CE2-B248-94C3CC50D681}" dt="2025-11-17T16:32:50.533" v="395"/>
          <ac:spMkLst>
            <pc:docMk/>
            <pc:sldMk cId="841026231" sldId="266"/>
            <ac:spMk id="677" creationId="{CBABDDA5-DFD4-2B43-32F4-C30331778909}"/>
          </ac:spMkLst>
        </pc:spChg>
        <pc:spChg chg="mod">
          <ac:chgData name="Barkasi, Michael" userId="604489e9-c8b5-4a18-ae0d-3a3e29c44efc" providerId="ADAL" clId="{D13E91AC-465B-5CE2-B248-94C3CC50D681}" dt="2025-11-17T16:32:50.533" v="395"/>
          <ac:spMkLst>
            <pc:docMk/>
            <pc:sldMk cId="841026231" sldId="266"/>
            <ac:spMk id="721" creationId="{AE02E9E7-1E80-B65B-77FA-8D44F0D0C7F6}"/>
          </ac:spMkLst>
        </pc:spChg>
        <pc:spChg chg="mod">
          <ac:chgData name="Barkasi, Michael" userId="604489e9-c8b5-4a18-ae0d-3a3e29c44efc" providerId="ADAL" clId="{D13E91AC-465B-5CE2-B248-94C3CC50D681}" dt="2025-11-17T16:32:50.533" v="395"/>
          <ac:spMkLst>
            <pc:docMk/>
            <pc:sldMk cId="841026231" sldId="266"/>
            <ac:spMk id="754" creationId="{977312D4-2FC7-E879-EE17-4B3E7D3292FD}"/>
          </ac:spMkLst>
        </pc:spChg>
        <pc:spChg chg="mod">
          <ac:chgData name="Barkasi, Michael" userId="604489e9-c8b5-4a18-ae0d-3a3e29c44efc" providerId="ADAL" clId="{D13E91AC-465B-5CE2-B248-94C3CC50D681}" dt="2025-11-17T16:32:50.533" v="395"/>
          <ac:spMkLst>
            <pc:docMk/>
            <pc:sldMk cId="841026231" sldId="266"/>
            <ac:spMk id="767" creationId="{81663A38-9411-C6F5-A033-592224DFED3D}"/>
          </ac:spMkLst>
        </pc:spChg>
        <pc:spChg chg="add mod">
          <ac:chgData name="Barkasi, Michael" userId="604489e9-c8b5-4a18-ae0d-3a3e29c44efc" providerId="ADAL" clId="{D13E91AC-465B-5CE2-B248-94C3CC50D681}" dt="2025-11-17T16:34:23.789" v="403"/>
          <ac:spMkLst>
            <pc:docMk/>
            <pc:sldMk cId="841026231" sldId="266"/>
            <ac:spMk id="776" creationId="{BB40E5B5-2762-9C41-89B4-F684721610A5}"/>
          </ac:spMkLst>
        </pc:spChg>
        <pc:spChg chg="add del mod">
          <ac:chgData name="Barkasi, Michael" userId="604489e9-c8b5-4a18-ae0d-3a3e29c44efc" providerId="ADAL" clId="{D13E91AC-465B-5CE2-B248-94C3CC50D681}" dt="2025-11-17T16:51:00.035" v="480" actId="11529"/>
          <ac:spMkLst>
            <pc:docMk/>
            <pc:sldMk cId="841026231" sldId="266"/>
            <ac:spMk id="778" creationId="{9E54FFE8-52BF-9ADE-E31D-87246B05E0ED}"/>
          </ac:spMkLst>
        </pc:spChg>
        <pc:grpChg chg="del mod">
          <ac:chgData name="Barkasi, Michael" userId="604489e9-c8b5-4a18-ae0d-3a3e29c44efc" providerId="ADAL" clId="{D13E91AC-465B-5CE2-B248-94C3CC50D681}" dt="2025-11-17T16:33:58.457" v="401" actId="478"/>
          <ac:grpSpMkLst>
            <pc:docMk/>
            <pc:sldMk cId="841026231" sldId="266"/>
            <ac:grpSpMk id="2" creationId="{0277ACBD-1AFD-59E2-356F-06ABE4811D54}"/>
          </ac:grpSpMkLst>
        </pc:grpChg>
        <pc:grpChg chg="add del mod">
          <ac:chgData name="Barkasi, Michael" userId="604489e9-c8b5-4a18-ae0d-3a3e29c44efc" providerId="ADAL" clId="{D13E91AC-465B-5CE2-B248-94C3CC50D681}" dt="2025-11-17T16:33:39.950" v="399" actId="478"/>
          <ac:grpSpMkLst>
            <pc:docMk/>
            <pc:sldMk cId="841026231" sldId="266"/>
            <ac:grpSpMk id="14" creationId="{0C5944FE-A3E1-3AD9-DB20-EFA5EA56CB86}"/>
          </ac:grpSpMkLst>
        </pc:grpChg>
        <pc:grpChg chg="mod">
          <ac:chgData name="Barkasi, Michael" userId="604489e9-c8b5-4a18-ae0d-3a3e29c44efc" providerId="ADAL" clId="{D13E91AC-465B-5CE2-B248-94C3CC50D681}" dt="2025-11-17T16:49:44.452" v="471" actId="1076"/>
          <ac:grpSpMkLst>
            <pc:docMk/>
            <pc:sldMk cId="841026231" sldId="266"/>
            <ac:grpSpMk id="777" creationId="{F38B38F6-17CF-DE30-9CB5-EAF821E3A78A}"/>
          </ac:grpSpMkLst>
        </pc:grpChg>
      </pc:sldChg>
      <pc:sldMasterChg chg="modSp modSldLayout">
        <pc:chgData name="Barkasi, Michael" userId="604489e9-c8b5-4a18-ae0d-3a3e29c44efc" providerId="ADAL" clId="{D13E91AC-465B-5CE2-B248-94C3CC50D681}" dt="2025-11-17T16:06:27.396" v="0"/>
        <pc:sldMasterMkLst>
          <pc:docMk/>
          <pc:sldMasterMk cId="147267648" sldId="2147483732"/>
        </pc:sldMasterMkLst>
        <pc:spChg chg="mod">
          <ac:chgData name="Barkasi, Michael" userId="604489e9-c8b5-4a18-ae0d-3a3e29c44efc" providerId="ADAL" clId="{D13E91AC-465B-5CE2-B248-94C3CC50D681}" dt="2025-11-17T16:06:27.396" v="0"/>
          <ac:spMkLst>
            <pc:docMk/>
            <pc:sldMasterMk cId="147267648" sldId="2147483732"/>
            <ac:spMk id="2" creationId="{00000000-0000-0000-0000-000000000000}"/>
          </ac:spMkLst>
        </pc:spChg>
        <pc:spChg chg="mod">
          <ac:chgData name="Barkasi, Michael" userId="604489e9-c8b5-4a18-ae0d-3a3e29c44efc" providerId="ADAL" clId="{D13E91AC-465B-5CE2-B248-94C3CC50D681}" dt="2025-11-17T16:06:27.396" v="0"/>
          <ac:spMkLst>
            <pc:docMk/>
            <pc:sldMasterMk cId="147267648" sldId="2147483732"/>
            <ac:spMk id="3" creationId="{00000000-0000-0000-0000-000000000000}"/>
          </ac:spMkLst>
        </pc:spChg>
        <pc:spChg chg="mod">
          <ac:chgData name="Barkasi, Michael" userId="604489e9-c8b5-4a18-ae0d-3a3e29c44efc" providerId="ADAL" clId="{D13E91AC-465B-5CE2-B248-94C3CC50D681}" dt="2025-11-17T16:06:27.396" v="0"/>
          <ac:spMkLst>
            <pc:docMk/>
            <pc:sldMasterMk cId="147267648" sldId="2147483732"/>
            <ac:spMk id="4" creationId="{00000000-0000-0000-0000-000000000000}"/>
          </ac:spMkLst>
        </pc:spChg>
        <pc:spChg chg="mod">
          <ac:chgData name="Barkasi, Michael" userId="604489e9-c8b5-4a18-ae0d-3a3e29c44efc" providerId="ADAL" clId="{D13E91AC-465B-5CE2-B248-94C3CC50D681}" dt="2025-11-17T16:06:27.396" v="0"/>
          <ac:spMkLst>
            <pc:docMk/>
            <pc:sldMasterMk cId="147267648" sldId="2147483732"/>
            <ac:spMk id="5" creationId="{00000000-0000-0000-0000-000000000000}"/>
          </ac:spMkLst>
        </pc:spChg>
        <pc:spChg chg="mod">
          <ac:chgData name="Barkasi, Michael" userId="604489e9-c8b5-4a18-ae0d-3a3e29c44efc" providerId="ADAL" clId="{D13E91AC-465B-5CE2-B248-94C3CC50D681}" dt="2025-11-17T16:06:27.396" v="0"/>
          <ac:spMkLst>
            <pc:docMk/>
            <pc:sldMasterMk cId="147267648" sldId="2147483732"/>
            <ac:spMk id="6" creationId="{00000000-0000-0000-0000-000000000000}"/>
          </ac:spMkLst>
        </pc:spChg>
        <pc:sldLayoutChg chg="modSp">
          <pc:chgData name="Barkasi, Michael" userId="604489e9-c8b5-4a18-ae0d-3a3e29c44efc" providerId="ADAL" clId="{D13E91AC-465B-5CE2-B248-94C3CC50D681}" dt="2025-11-17T16:06:27.396" v="0"/>
          <pc:sldLayoutMkLst>
            <pc:docMk/>
            <pc:sldMasterMk cId="147267648" sldId="2147483732"/>
            <pc:sldLayoutMk cId="3040569351" sldId="2147483733"/>
          </pc:sldLayoutMkLst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3040569351" sldId="2147483733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3040569351" sldId="2147483733"/>
              <ac:spMk id="3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6:27.396" v="0"/>
          <pc:sldLayoutMkLst>
            <pc:docMk/>
            <pc:sldMasterMk cId="147267648" sldId="2147483732"/>
            <pc:sldLayoutMk cId="844159013" sldId="2147483735"/>
          </pc:sldLayoutMkLst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844159013" sldId="2147483735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844159013" sldId="2147483735"/>
              <ac:spMk id="3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6:27.396" v="0"/>
          <pc:sldLayoutMkLst>
            <pc:docMk/>
            <pc:sldMasterMk cId="147267648" sldId="2147483732"/>
            <pc:sldLayoutMk cId="4275975082" sldId="2147483736"/>
          </pc:sldLayoutMkLst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4275975082" sldId="2147483736"/>
              <ac:spMk id="3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4275975082" sldId="2147483736"/>
              <ac:spMk id="4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6:27.396" v="0"/>
          <pc:sldLayoutMkLst>
            <pc:docMk/>
            <pc:sldMasterMk cId="147267648" sldId="2147483732"/>
            <pc:sldLayoutMk cId="1855082839" sldId="2147483737"/>
          </pc:sldLayoutMkLst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1855082839" sldId="2147483737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1855082839" sldId="2147483737"/>
              <ac:spMk id="3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1855082839" sldId="2147483737"/>
              <ac:spMk id="4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1855082839" sldId="2147483737"/>
              <ac:spMk id="5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1855082839" sldId="2147483737"/>
              <ac:spMk id="6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6:27.396" v="0"/>
          <pc:sldLayoutMkLst>
            <pc:docMk/>
            <pc:sldMasterMk cId="147267648" sldId="2147483732"/>
            <pc:sldLayoutMk cId="704398351" sldId="2147483740"/>
          </pc:sldLayoutMkLst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704398351" sldId="2147483740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704398351" sldId="2147483740"/>
              <ac:spMk id="3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704398351" sldId="2147483740"/>
              <ac:spMk id="4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6:27.396" v="0"/>
          <pc:sldLayoutMkLst>
            <pc:docMk/>
            <pc:sldMasterMk cId="147267648" sldId="2147483732"/>
            <pc:sldLayoutMk cId="185406523" sldId="2147483741"/>
          </pc:sldLayoutMkLst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185406523" sldId="2147483741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185406523" sldId="2147483741"/>
              <ac:spMk id="3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185406523" sldId="2147483741"/>
              <ac:spMk id="4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6:27.396" v="0"/>
          <pc:sldLayoutMkLst>
            <pc:docMk/>
            <pc:sldMasterMk cId="147267648" sldId="2147483732"/>
            <pc:sldLayoutMk cId="103672493" sldId="2147483743"/>
          </pc:sldLayoutMkLst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103672493" sldId="2147483743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6:27.396" v="0"/>
            <ac:spMkLst>
              <pc:docMk/>
              <pc:sldMasterMk cId="147267648" sldId="2147483732"/>
              <pc:sldLayoutMk cId="103672493" sldId="2147483743"/>
              <ac:spMk id="3" creationId="{00000000-0000-0000-0000-000000000000}"/>
            </ac:spMkLst>
          </pc:spChg>
        </pc:sldLayoutChg>
      </pc:sldMasterChg>
      <pc:sldMasterChg chg="modSp modSldLayout">
        <pc:chgData name="Barkasi, Michael" userId="604489e9-c8b5-4a18-ae0d-3a3e29c44efc" providerId="ADAL" clId="{D13E91AC-465B-5CE2-B248-94C3CC50D681}" dt="2025-11-17T16:08:17.150" v="12"/>
        <pc:sldMasterMkLst>
          <pc:docMk/>
          <pc:sldMasterMk cId="5306649" sldId="2147483744"/>
        </pc:sldMasterMkLst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asterMk cId="5306649" sldId="2147483744"/>
            <ac:spMk id="2" creationId="{00000000-0000-0000-0000-000000000000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asterMk cId="5306649" sldId="2147483744"/>
            <ac:spMk id="3" creationId="{00000000-0000-0000-0000-000000000000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asterMk cId="5306649" sldId="2147483744"/>
            <ac:spMk id="4" creationId="{00000000-0000-0000-0000-000000000000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asterMk cId="5306649" sldId="2147483744"/>
            <ac:spMk id="5" creationId="{00000000-0000-0000-0000-000000000000}"/>
          </ac:spMkLst>
        </pc:spChg>
        <pc:spChg chg="mod">
          <ac:chgData name="Barkasi, Michael" userId="604489e9-c8b5-4a18-ae0d-3a3e29c44efc" providerId="ADAL" clId="{D13E91AC-465B-5CE2-B248-94C3CC50D681}" dt="2025-11-17T16:08:17.150" v="12"/>
          <ac:spMkLst>
            <pc:docMk/>
            <pc:sldMasterMk cId="5306649" sldId="2147483744"/>
            <ac:spMk id="6" creationId="{00000000-0000-0000-0000-000000000000}"/>
          </ac:spMkLst>
        </pc:spChg>
        <pc:sldLayoutChg chg="modSp">
          <pc:chgData name="Barkasi, Michael" userId="604489e9-c8b5-4a18-ae0d-3a3e29c44efc" providerId="ADAL" clId="{D13E91AC-465B-5CE2-B248-94C3CC50D681}" dt="2025-11-17T16:08:17.150" v="12"/>
          <pc:sldLayoutMkLst>
            <pc:docMk/>
            <pc:sldMasterMk cId="5306649" sldId="2147483744"/>
            <pc:sldLayoutMk cId="1395420469" sldId="2147483745"/>
          </pc:sldLayoutMkLst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1395420469" sldId="2147483745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1395420469" sldId="2147483745"/>
              <ac:spMk id="3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8:17.150" v="12"/>
          <pc:sldLayoutMkLst>
            <pc:docMk/>
            <pc:sldMasterMk cId="5306649" sldId="2147483744"/>
            <pc:sldLayoutMk cId="3894878813" sldId="2147483747"/>
          </pc:sldLayoutMkLst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3894878813" sldId="2147483747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3894878813" sldId="2147483747"/>
              <ac:spMk id="3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8:17.150" v="12"/>
          <pc:sldLayoutMkLst>
            <pc:docMk/>
            <pc:sldMasterMk cId="5306649" sldId="2147483744"/>
            <pc:sldLayoutMk cId="580764646" sldId="2147483748"/>
          </pc:sldLayoutMkLst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580764646" sldId="2147483748"/>
              <ac:spMk id="3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580764646" sldId="2147483748"/>
              <ac:spMk id="4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8:17.150" v="12"/>
          <pc:sldLayoutMkLst>
            <pc:docMk/>
            <pc:sldMasterMk cId="5306649" sldId="2147483744"/>
            <pc:sldLayoutMk cId="1771172854" sldId="2147483749"/>
          </pc:sldLayoutMkLst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1771172854" sldId="2147483749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1771172854" sldId="2147483749"/>
              <ac:spMk id="3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1771172854" sldId="2147483749"/>
              <ac:spMk id="4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1771172854" sldId="2147483749"/>
              <ac:spMk id="5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1771172854" sldId="2147483749"/>
              <ac:spMk id="6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8:17.150" v="12"/>
          <pc:sldLayoutMkLst>
            <pc:docMk/>
            <pc:sldMasterMk cId="5306649" sldId="2147483744"/>
            <pc:sldLayoutMk cId="48118947" sldId="2147483752"/>
          </pc:sldLayoutMkLst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48118947" sldId="2147483752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48118947" sldId="2147483752"/>
              <ac:spMk id="3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48118947" sldId="2147483752"/>
              <ac:spMk id="4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8:17.150" v="12"/>
          <pc:sldLayoutMkLst>
            <pc:docMk/>
            <pc:sldMasterMk cId="5306649" sldId="2147483744"/>
            <pc:sldLayoutMk cId="4165058602" sldId="2147483753"/>
          </pc:sldLayoutMkLst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4165058602" sldId="2147483753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4165058602" sldId="2147483753"/>
              <ac:spMk id="3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4165058602" sldId="2147483753"/>
              <ac:spMk id="4" creationId="{00000000-0000-0000-0000-000000000000}"/>
            </ac:spMkLst>
          </pc:spChg>
        </pc:sldLayoutChg>
        <pc:sldLayoutChg chg="modSp">
          <pc:chgData name="Barkasi, Michael" userId="604489e9-c8b5-4a18-ae0d-3a3e29c44efc" providerId="ADAL" clId="{D13E91AC-465B-5CE2-B248-94C3CC50D681}" dt="2025-11-17T16:08:17.150" v="12"/>
          <pc:sldLayoutMkLst>
            <pc:docMk/>
            <pc:sldMasterMk cId="5306649" sldId="2147483744"/>
            <pc:sldLayoutMk cId="2905721515" sldId="2147483755"/>
          </pc:sldLayoutMkLst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2905721515" sldId="2147483755"/>
              <ac:spMk id="2" creationId="{00000000-0000-0000-0000-000000000000}"/>
            </ac:spMkLst>
          </pc:spChg>
          <pc:spChg chg="mod">
            <ac:chgData name="Barkasi, Michael" userId="604489e9-c8b5-4a18-ae0d-3a3e29c44efc" providerId="ADAL" clId="{D13E91AC-465B-5CE2-B248-94C3CC50D681}" dt="2025-11-17T16:08:17.150" v="12"/>
            <ac:spMkLst>
              <pc:docMk/>
              <pc:sldMasterMk cId="5306649" sldId="2147483744"/>
              <pc:sldLayoutMk cId="2905721515" sldId="2147483755"/>
              <ac:spMk id="3" creationId="{00000000-0000-0000-0000-000000000000}"/>
            </ac:spMkLst>
          </pc:spChg>
        </pc:sldLayoutChg>
      </pc:sldMaster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19.7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1.9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2.7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3.7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4.7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7.5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8.3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32.9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37.9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5.6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6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9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9.2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2.9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4.8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7.2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8.8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41.7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3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5.8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24575,'5'7'0,"-2"-2"0,-1 0 0,-2-2 0,0 1 0,0 1 0,1-3 0,0 2 0,2-3 0,-1 0 0,0 1 0,-1 0 0,1-1 0,-2 4 0,3-3 0,-3 5 0,3-5 0,-2 2 0,0-2 0,1 0 0,-2 1 0,2-1 0,-2 1 0,0 1 0,0-2 0,0-1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0.3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24575,'4'5'0,"-1"-2"0,-1 0 0,1-2 0,-1 1 0,1 0 0,-1 5 0,-1-2 0,-1 2 0,0-2 0,0-2 0,2-1 0,-2 1 0,3-2 0,-2 2 0,0-2 0,1 3 0,-2-1 0,1 1 0,-1-1 0,0 0 0,0 1 0,2-1 0,0 0 0,0 1 0,-1-1 0,1-1 0,0 0 0,-1-1 0,1 1 0,-1 1 0,0 1 0,2-1 0,-3 0 0,3 2 0,-1-3 0,0 3 0,-1-3 0,1 0 0,-2 1 0,2 0 0,-1-1 0,0 3 0,2-5 0,-3 2 0,2-2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6.8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2.0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1 110 24575,'3'-8'0,"-1"1"0,3-1 0,-4 3 0,1 2 0,-1 1 0,1-2 0,0 4 0,0-4 0,-1 2 0,1 1 0,-1-2 0,1 2 0,0-2 0,-1 0 0,1 1 0,-2-1 0,3 3 0,-3-2 0,3 1 0,-3-1 0,4 0 0,-3-1 0,2 2 0,-1-2 0,0 1 0,0 1 0,0-2 0,1 1 0,-1 1 0,1 0 0,0 1 0,0 0 0,1 0 0,-1 0 0,0-2 0,0 2 0,-2-1 0,2-1 0,0 2 0,-1-3 0,0 3 0,1-2 0,0 1 0,1-1 0,-1 1 0,0 0 0,-1 0 0,0 0 0,0-1 0,1 0 0,0-1 0,0 2 0,-1-1 0,0 2 0,-1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8.1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97 24575,'8'-13'0,"-2"4"0,0-2 0,-3 7 0,-1 1 0,1 3 0,0-1 0,-2-1 0,2 2 0,-2-1 0,2-1 0,0 1 0,0-2 0,0 1 0,0 0 0,-2 0 0,2 0 0,-1 1 0,-1 0 0,2 0 0,-2 0 0,2 1 0,-1-1 0,0 1 0,0-2 0,2 1 0,-1 1 0,1-3 0,-1 1 0,0 1 0,0 0 0,0-1 0,0 2 0,0-1 0,-1 1 0,1-3 0,0 2 0,1-2 0,-1 1 0,0-1 0,0 1 0,-2 1 0,1 0 0,1-1 0,-2 1 0,1-1 0,-1 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01.2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44 24575,'5'0'0,"-1"0"0,-3 2 0,2-2 0,2 1 0,0-1 0,2-1 0,-1 1 0,-5-3 0,5 3 0,-4-3 0,2 3 0,-3-3 0,2 3 0,-2-1 0,1-1 0,1 1 0,-2-1 0,2-1 0,0 2 0,0-1 0,0 0 0,-1 1 0,1 0 0,0 1 0,-1-1 0,0 0 0,1 0 0,2 0 0,0-1 0,0 1 0,-1-1 0,-1 2 0,0 0 0,0 0 0,0-1 0,-1 1 0,1-2 0,1 1 0,0 1 0,0-3 0,-1 3 0,-1-1 0,1 1 0,-1-2 0,0 2 0,0-1 0,1 1 0,0 0 0,0 0 0,0 0 0,-1 0 0,1 0 0,0 0 0,0 0 0,-1 0 0,-1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04.6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36 24575,'8'-1'0,"1"-2"0,-2-1 0,0 1 0,-4 2 0,0 1 0,1-1 0,0 0 0,1 0 0,-1 1 0,-3-1 0,2 0 0,-1 0 0,-1 0 0,2 0 0,-2 0 0,2 1 0,0 0 0,0 0 0,-2-1 0,2 0 0,-1 0 0,0 1 0,1 0 0,0 0 0,0 0 0,1 0 0,-1 0 0,2 0 0,-3 0 0,1 0 0,0-1 0,0 1 0,0-2 0,0 2 0,-2-1 0,2 1 0,-2-2 0,2 2 0,0-1 0,0 1 0,1-2 0,-1 2 0,1 0 0,-1 0 0,1-1 0,1 1 0,-1-1 0,1 1 0,-3 0 0,1 0 0,0 0 0,0 0 0,0 0 0,1 0 0,-1 0 0,0 0 0,-2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10.7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126 0 24575,'-5'3'0,"0"0"0,3 0 0,-1 0 0,2-2 0,1 2 0,-2-1 0,1-1 0,0 2 0,-1-2 0,-1 1 0,3 0 0,-3 0 0,2 1 0,-1 0 0,0-2 0,1 2 0,-1-3 0,1 3 0,-1-3 0,1 3 0,-1-3 0,0 2 0,1 0 0,-2 0 0,1-1 0,-1 0 0,2 1 0,-2 1 0,2-2 0,-2 1 0,0-1 0,0-1 0,1 3 0,0-3 0,1 3 0,-1-3 0,1 2 0,-1-1 0,0 0 0,-1 0 0,0 0 0,2 1 0,-2-2 0,2 3 0,-2-3 0,1 3 0,0-3 0,0 1 0,0 1 0,0-2 0,0 1 0,0 1 0,0-2 0,0 2 0,-1-1 0,0 1 0,-1-1 0,2 0 0,0-1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36.2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66 24575,'6'-1'0,"-1"0"0,-2 0 0,-1-1 0,0 1 0,0 0 0,0-1 0,-1 1 0,0-1 0,-1 0 0,1 1 0,0-1 0,-1 1 0,0-1 0,1 0 0,0 1 0,1 0 0,-1-2 0,0 1 0,-1 0 0,1 1 0,0-1 0,0 2 0,0-1 0,1 1 0,-1-1 0,1 0 0,-1-1 0,1 1 0,-1-1 0,1 2 0,-1-2 0,1 2 0,0-2 0,0 1 0,0 0 0,-1-1 0,1 2 0,-2-2 0,2 2 0,-2-2 0,2 2 0,-2-2 0,2 2 0,-1-1 0,1 1 0,-1-1 0,1 1 0,0-2 0,0 1 0,1 0 0,-2-1 0,0 2 0,-1-1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5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24575,'3'2'0,"2"-1"0,-3 1 0,1-1 0,0 0 0,-1 0 0,0 0 0,0-1 0,0 1 0,0-1 0,0 0 0,0 0 0,0 0 0,0 0 0,0 0 0,0 0 0,0 0 0,-1-1 0,1 1 0,-2-2 0,2 2 0,-1-1 0,0 0 0,1 1 0,-1-2 0,1 2 0,-1-2 0,1 2 0,-1-1 0,1 1 0,0 0 0,0 0 0,0 0 0,1 0 0,-1 0 0,1 0 0,0 0 0,-1 0 0,1 0 0,-1 0 0,0 0 0,0 0 0,0 1 0,1-1 0,-1 1 0,1-1 0,-1 0 0,0 0 0,0 0 0,0 0 0,0-1 0,0 1 0,-1-1 0,0 1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8.4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24575,'4'1'0,"0"0"0,-1-1 0,-1 0 0,1 0 0,-1 0 0,0 0 0,0 0 0,0 0 0,0 0 0,-1-1 0,1 1 0,-1-1 0,1 1 0,0 0 0,0 0 0,0 0 0,0 0 0,0 0 0,0 0 0,0 0 0,0 0 0,0 0 0,0 0 0,0 0 0,0 0 0,0 0 0,0 0 0,0 0 0,0 0 0,0 0 0,0 0 0,0 0 0,-1 0 0,0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1.6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24575,'-2'3'0,"1"1"0,-1-3 0,2 1 0,-1 0 0,0 0 0,1 0 0,-1 0 0,1 0 0,0 0 0,0 0 0,0 0 0,-1-1 0,1 1 0,-1-1 0,0 0 0,1 1 0,-1-1 0,1 1 0,0 0 0,-1-1 0,1 1 0,-1-1 0,1 1 0,0 0 0,0-1 0,0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6.0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1 106 24575,'0'-5'0,"1"1"0,0 1 0,-1 0 0,1 1 0,0-1 0,-1 2 0,1-1 0,0 1 0,-1-1 0,0 0 0,0 0 0,0-1 0,0 1 0,0 0 0,-1-1 0,0 1 0,0-1 0,1 1 0,0 0 0,0 0 0,0 0 0,0 0 0,0 0 0,0 0 0,0 0 0,0 0 0,1 1 0,0-1 0,-1 1 0,0-1 0,0 0 0,0 0 0,0 0 0,0 0 0,0 0 0,1 0 0,0 0 0,-1 0 0,0 0 0,0 0 0,1 0 0,0 1 0,-1-1 0,0 0 0,0 0 0,0 0 0,1 0 0,0 0 0,-1 1 0,0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19.7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1.9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2.7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3.7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4.7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7.5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28.3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32.9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37.9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5.6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6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9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9.2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2.9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4.8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7.2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8.8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41.7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3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5.8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24575,'5'7'0,"-2"-2"0,-1 0 0,-2-2 0,0 1 0,0 1 0,1-3 0,0 2 0,2-3 0,-1 0 0,0 1 0,-1 0 0,1-1 0,-2 4 0,3-3 0,-3 5 0,3-5 0,-2 2 0,0-2 0,1 0 0,-2 1 0,2-1 0,-2 1 0,0 1 0,0-2 0,0-1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0.3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24575,'4'5'0,"-1"-2"0,-1 0 0,1-2 0,-1 1 0,1 0 0,-1 5 0,-1-2 0,-1 2 0,0-2 0,0-2 0,2-1 0,-2 1 0,3-2 0,-2 2 0,0-2 0,1 3 0,-2-1 0,1 1 0,-1-1 0,0 0 0,0 1 0,2-1 0,0 0 0,0 1 0,-1-1 0,1-1 0,0 0 0,-1-1 0,1 1 0,-1 1 0,0 1 0,2-1 0,-3 0 0,3 2 0,-1-3 0,0 3 0,-1-3 0,1 0 0,-2 1 0,2 0 0,-1-1 0,0 3 0,2-5 0,-3 2 0,2-2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6.8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2.0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1 110 24575,'3'-8'0,"-1"1"0,3-1 0,-4 3 0,1 2 0,-1 1 0,1-2 0,0 4 0,0-4 0,-1 2 0,1 1 0,-1-2 0,1 2 0,0-2 0,-1 0 0,1 1 0,-2-1 0,3 3 0,-3-2 0,3 1 0,-3-1 0,4 0 0,-3-1 0,2 2 0,-1-2 0,0 1 0,0 1 0,0-2 0,1 1 0,-1 1 0,1 0 0,0 1 0,0 0 0,1 0 0,-1 0 0,0-2 0,0 2 0,-2-1 0,2-1 0,0 2 0,-1-3 0,0 3 0,1-2 0,0 1 0,1-1 0,-1 1 0,0 0 0,-1 0 0,0 0 0,0-1 0,1 0 0,0-1 0,0 2 0,-1-1 0,0 2 0,-1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8.1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97 24575,'8'-13'0,"-2"4"0,0-2 0,-3 7 0,-1 1 0,1 3 0,0-1 0,-2-1 0,2 2 0,-2-1 0,2-1 0,0 1 0,0-2 0,0 1 0,0 0 0,-2 0 0,2 0 0,-1 1 0,-1 0 0,2 0 0,-2 0 0,2 1 0,-1-1 0,0 1 0,0-2 0,2 1 0,-1 1 0,1-3 0,-1 1 0,0 1 0,0 0 0,0-1 0,0 2 0,0-1 0,-1 1 0,1-3 0,0 2 0,1-2 0,-1 1 0,0-1 0,0 1 0,-2 1 0,1 0 0,1-1 0,-2 1 0,1-1 0,-1 2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01.2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44 24575,'5'0'0,"-1"0"0,-3 2 0,2-2 0,2 1 0,0-1 0,2-1 0,-1 1 0,-5-3 0,5 3 0,-4-3 0,2 3 0,-3-3 0,2 3 0,-2-1 0,1-1 0,1 1 0,-2-1 0,2-1 0,0 2 0,0-1 0,0 0 0,-1 1 0,1 0 0,0 1 0,-1-1 0,0 0 0,1 0 0,2 0 0,0-1 0,0 1 0,-1-1 0,-1 2 0,0 0 0,0 0 0,0-1 0,-1 1 0,1-2 0,1 1 0,0 1 0,0-3 0,-1 3 0,-1-1 0,1 1 0,-1-2 0,0 2 0,0-1 0,1 1 0,0 0 0,0 0 0,0 0 0,-1 0 0,1 0 0,0 0 0,0 0 0,-1 0 0,-1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04.6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36 24575,'8'-1'0,"1"-2"0,-2-1 0,0 1 0,-4 2 0,0 1 0,1-1 0,0 0 0,1 0 0,-1 1 0,-3-1 0,2 0 0,-1 0 0,-1 0 0,2 0 0,-2 0 0,2 1 0,0 0 0,0 0 0,-2-1 0,2 0 0,-1 0 0,0 1 0,1 0 0,0 0 0,0 0 0,1 0 0,-1 0 0,2 0 0,-3 0 0,1 0 0,0-1 0,0 1 0,0-2 0,0 2 0,-2-1 0,2 1 0,-2-2 0,2 2 0,0-1 0,0 1 0,1-2 0,-1 2 0,1 0 0,-1 0 0,1-1 0,1 1 0,-1-1 0,1 1 0,-3 0 0,1 0 0,0 0 0,0 0 0,0 0 0,1 0 0,-1 0 0,0 0 0,-2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10.7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126 0 24575,'-5'3'0,"0"0"0,3 0 0,-1 0 0,2-2 0,1 2 0,-2-1 0,1-1 0,0 2 0,-1-2 0,-1 1 0,3 0 0,-3 0 0,2 1 0,-1 0 0,0-2 0,1 2 0,-1-3 0,1 3 0,-1-3 0,1 3 0,-1-3 0,0 2 0,1 0 0,-2 0 0,1-1 0,-1 0 0,2 1 0,-2 1 0,2-2 0,-2 1 0,0-1 0,0-1 0,1 3 0,0-3 0,1 3 0,-1-3 0,1 2 0,-1-1 0,0 0 0,-1 0 0,0 0 0,2 1 0,-2-2 0,2 3 0,-2-3 0,1 3 0,0-3 0,0 1 0,0 1 0,0-2 0,0 1 0,0 1 0,0-2 0,0 2 0,-1-1 0,0 1 0,-1-1 0,2 0 0,0-1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36.2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66 24575,'6'-1'0,"-1"0"0,-2 0 0,-1-1 0,0 1 0,0 0 0,0-1 0,-1 1 0,0-1 0,-1 0 0,1 1 0,0-1 0,-1 1 0,0-1 0,1 0 0,0 1 0,1 0 0,-1-2 0,0 1 0,-1 0 0,1 1 0,0-1 0,0 2 0,0-1 0,1 1 0,-1-1 0,1 0 0,-1-1 0,1 1 0,-1-1 0,1 2 0,-1-2 0,1 2 0,0-2 0,0 1 0,0 0 0,-1-1 0,1 2 0,-2-2 0,2 2 0,-2-2 0,2 2 0,-2-2 0,2 2 0,-1-1 0,1 1 0,-1-1 0,1 1 0,0-2 0,0 1 0,1 0 0,-2-1 0,0 2 0,-1-1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5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24575,'3'2'0,"2"-1"0,-3 1 0,1-1 0,0 0 0,-1 0 0,0 0 0,0-1 0,0 1 0,0-1 0,0 0 0,0 0 0,0 0 0,0 0 0,0 0 0,0 0 0,0 0 0,-1-1 0,1 1 0,-2-2 0,2 2 0,-1-1 0,0 0 0,1 1 0,-1-2 0,1 2 0,-1-2 0,1 2 0,-1-1 0,1 1 0,0 0 0,0 0 0,0 0 0,1 0 0,-1 0 0,1 0 0,0 0 0,-1 0 0,1 0 0,-1 0 0,0 0 0,0 0 0,0 1 0,1-1 0,-1 1 0,1-1 0,-1 0 0,0 0 0,0 0 0,0 0 0,0-1 0,0 1 0,-1-1 0,0 1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8.4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24575,'4'1'0,"0"0"0,-1-1 0,-1 0 0,1 0 0,-1 0 0,0 0 0,0 0 0,0 0 0,0 0 0,-1-1 0,1 1 0,-1-1 0,1 1 0,0 0 0,0 0 0,0 0 0,0 0 0,0 0 0,0 0 0,0 0 0,0 0 0,0 0 0,0 0 0,0 0 0,0 0 0,0 0 0,0 0 0,0 0 0,0 0 0,0 0 0,0 0 0,0 0 0,-1 0 0,0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1.6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24575,'-2'3'0,"1"1"0,-1-3 0,2 1 0,-1 0 0,0 0 0,1 0 0,-1 0 0,1 0 0,0 0 0,0 0 0,0 0 0,-1-1 0,1 1 0,-1-1 0,0 0 0,1 1 0,-1-1 0,1 1 0,0 0 0,-1-1 0,1 1 0,-1-1 0,1 1 0,0 0 0,0-1 0,0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6.0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1 106 24575,'0'-5'0,"1"1"0,0 1 0,-1 0 0,1 1 0,0-1 0,-1 2 0,1-1 0,0 1 0,-1-1 0,0 0 0,0 0 0,0-1 0,0 1 0,0 0 0,-1-1 0,0 1 0,0-1 0,1 1 0,0 0 0,0 0 0,0 0 0,0 0 0,0 0 0,0 0 0,0 0 0,0 0 0,1 1 0,0-1 0,-1 1 0,0-1 0,0 0 0,0 0 0,0 0 0,0 0 0,0 0 0,1 0 0,0 0 0,-1 0 0,0 0 0,0 0 0,1 0 0,0 1 0,-1-1 0,0 0 0,0 0 0,0 0 0,1 0 0,0 0 0,-1 1 0,0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37.9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5.6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6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9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9.2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2.9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4.8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3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5.8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24575,'5'7'0,"-2"-2"0,-1 0 0,-2-2 0,0 1 0,0 1 0,1-3 0,0 2 0,2-3 0,-1 0 0,0 1 0,-1 0 0,1-1 0,-2 4 0,3-3 0,-3 5 0,3-5 0,-2 2 0,0-2 0,1 0 0,-2 1 0,2-1 0,-2 1 0,0 1 0,0-2 0,0-1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0.3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24575,'4'5'0,"-1"-2"0,-1 0 0,1-2 0,-1 1 0,1 0 0,-1 5 0,-1-2 0,-1 2 0,0-2 0,0-2 0,2-1 0,-2 1 0,3-2 0,-2 2 0,0-2 0,1 3 0,-2-1 0,1 1 0,-1-1 0,0 0 0,0 1 0,2-1 0,0 0 0,0 1 0,-1-1 0,1-1 0,0 0 0,-1-1 0,1 1 0,-1 1 0,0 1 0,2-1 0,-3 0 0,3 2 0,-1-3 0,0 3 0,-1-3 0,1 0 0,-2 1 0,2 0 0,-1-1 0,0 3 0,2-5 0,-3 2 0,2-2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6.8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2.0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1 110 24575,'3'-8'0,"-1"1"0,3-1 0,-4 3 0,1 2 0,-1 1 0,1-2 0,0 4 0,0-4 0,-1 2 0,1 1 0,-1-2 0,1 2 0,0-2 0,-1 0 0,1 1 0,-2-1 0,3 3 0,-3-2 0,3 1 0,-3-1 0,4 0 0,-3-1 0,2 2 0,-1-2 0,0 1 0,0 1 0,0-2 0,1 1 0,-1 1 0,1 0 0,0 1 0,0 0 0,1 0 0,-1 0 0,0-2 0,0 2 0,-2-1 0,2-1 0,0 2 0,-1-3 0,0 3 0,1-2 0,0 1 0,1-1 0,-1 1 0,0 0 0,-1 0 0,0 0 0,0-1 0,1 0 0,0-1 0,0 2 0,-1-1 0,0 2 0,-1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8.1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97 24575,'8'-13'0,"-2"4"0,0-2 0,-3 7 0,-1 1 0,1 3 0,0-1 0,-2-1 0,2 2 0,-2-1 0,2-1 0,0 1 0,0-2 0,0 1 0,0 0 0,-2 0 0,2 0 0,-1 1 0,-1 0 0,2 0 0,-2 0 0,2 1 0,-1-1 0,0 1 0,0-2 0,2 1 0,-1 1 0,1-3 0,-1 1 0,0 1 0,0 0 0,0-1 0,0 2 0,0-1 0,-1 1 0,1-3 0,0 2 0,1-2 0,-1 1 0,0-1 0,0 1 0,-2 1 0,1 0 0,1-1 0,-2 1 0,1-1 0,-1 2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10.7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126 0 24575,'-5'3'0,"0"0"0,3 0 0,-1 0 0,2-2 0,1 2 0,-2-1 0,1-1 0,0 2 0,-1-2 0,-1 1 0,3 0 0,-3 0 0,2 1 0,-1 0 0,0-2 0,1 2 0,-1-3 0,1 3 0,-1-3 0,1 3 0,-1-3 0,0 2 0,1 0 0,-2 0 0,1-1 0,-1 0 0,2 1 0,-2 1 0,2-2 0,-2 1 0,0-1 0,0-1 0,1 3 0,0-3 0,1 3 0,-1-3 0,1 2 0,-1-1 0,0 0 0,-1 0 0,0 0 0,2 1 0,-2-2 0,2 3 0,-2-3 0,1 3 0,0-3 0,0 1 0,0 1 0,0-2 0,0 1 0,0 1 0,0-2 0,0 2 0,-1-1 0,0 1 0,-1-1 0,2 0 0,0-1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36.2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66 24575,'6'-1'0,"-1"0"0,-2 0 0,-1-1 0,0 1 0,0 0 0,0-1 0,-1 1 0,0-1 0,-1 0 0,1 1 0,0-1 0,-1 1 0,0-1 0,1 0 0,0 1 0,1 0 0,-1-2 0,0 1 0,-1 0 0,1 1 0,0-1 0,0 2 0,0-1 0,1 1 0,-1-1 0,1 0 0,-1-1 0,1 1 0,-1-1 0,1 2 0,-1-2 0,1 2 0,0-2 0,0 1 0,0 0 0,-1-1 0,1 2 0,-2-2 0,2 2 0,-2-2 0,2 2 0,-2-2 0,2 2 0,-1-1 0,1 1 0,-1-1 0,1 1 0,0-2 0,0 1 0,1 0 0,-2-1 0,0 2 0,-1-1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5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24575,'3'2'0,"2"-1"0,-3 1 0,1-1 0,0 0 0,-1 0 0,0 0 0,0-1 0,0 1 0,0-1 0,0 0 0,0 0 0,0 0 0,0 0 0,0 0 0,0 0 0,0 0 0,-1-1 0,1 1 0,-2-2 0,2 2 0,-1-1 0,0 0 0,1 1 0,-1-2 0,1 2 0,-1-2 0,1 2 0,-1-1 0,1 1 0,0 0 0,0 0 0,0 0 0,1 0 0,-1 0 0,1 0 0,0 0 0,-1 0 0,1 0 0,-1 0 0,0 0 0,0 0 0,0 1 0,1-1 0,-1 1 0,1-1 0,-1 0 0,0 0 0,0 0 0,0 0 0,0-1 0,0 1 0,-1-1 0,0 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8.4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24575,'4'1'0,"0"0"0,-1-1 0,-1 0 0,1 0 0,-1 0 0,0 0 0,0 0 0,0 0 0,0 0 0,-1-1 0,1 1 0,-1-1 0,1 1 0,0 0 0,0 0 0,0 0 0,0 0 0,0 0 0,0 0 0,0 0 0,0 0 0,0 0 0,0 0 0,0 0 0,0 0 0,0 0 0,0 0 0,0 0 0,0 0 0,0 0 0,0 0 0,0 0 0,-1 0 0,0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1.6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24575,'-2'3'0,"1"1"0,-1-3 0,2 1 0,-1 0 0,0 0 0,1 0 0,-1 0 0,1 0 0,0 0 0,0 0 0,0 0 0,-1-1 0,1 1 0,-1-1 0,0 0 0,1 1 0,-1-1 0,1 1 0,0 0 0,-1-1 0,1 1 0,-1-1 0,1 1 0,0 0 0,0-1 0,0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6.0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1 106 24575,'0'-5'0,"1"1"0,0 1 0,-1 0 0,1 1 0,0-1 0,-1 2 0,1-1 0,0 1 0,-1-1 0,0 0 0,0 0 0,0-1 0,0 1 0,0 0 0,-1-1 0,0 1 0,0-1 0,1 1 0,0 0 0,0 0 0,0 0 0,0 0 0,0 0 0,0 0 0,0 0 0,0 0 0,1 1 0,0-1 0,-1 1 0,0-1 0,0 0 0,0 0 0,0 0 0,0 0 0,0 0 0,1 0 0,0 0 0,-1 0 0,0 0 0,0 0 0,1 0 0,0 1 0,-1-1 0,0 0 0,0 0 0,0 0 0,1 0 0,0 0 0,-1 1 0,0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4:37.9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5.6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6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7.9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29.2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24575,'0'0'0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2.9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34.8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3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7:55.8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24575,'5'7'0,"-2"-2"0,-1 0 0,-2-2 0,0 1 0,0 1 0,1-3 0,0 2 0,2-3 0,-1 0 0,0 1 0,-1 0 0,1-1 0,-2 4 0,3-3 0,-3 5 0,3-5 0,-2 2 0,0-2 0,1 0 0,-2 1 0,2-1 0,-2 1 0,0 1 0,0-2 0,0-1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0.3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24575,'4'5'0,"-1"-2"0,-1 0 0,1-2 0,-1 1 0,1 0 0,-1 5 0,-1-2 0,-1 2 0,0-2 0,0-2 0,2-1 0,-2 1 0,3-2 0,-2 2 0,0-2 0,1 3 0,-2-1 0,1 1 0,-1-1 0,0 0 0,0 1 0,2-1 0,0 0 0,0 1 0,-1-1 0,1-1 0,0 0 0,-1-1 0,1 1 0,-1 1 0,0 1 0,2-1 0,-3 0 0,3 2 0,-1-3 0,0 3 0,-1-3 0,1 0 0,-2 1 0,2 0 0,-1-1 0,0 3 0,2-5 0,-3 2 0,2-2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28:06.8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2.0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1 110 24575,'3'-8'0,"-1"1"0,3-1 0,-4 3 0,1 2 0,-1 1 0,1-2 0,0 4 0,0-4 0,-1 2 0,1 1 0,-1-2 0,1 2 0,0-2 0,-1 0 0,1 1 0,-2-1 0,3 3 0,-3-2 0,3 1 0,-3-1 0,4 0 0,-3-1 0,2 2 0,-1-2 0,0 1 0,0 1 0,0-2 0,1 1 0,-1 1 0,1 0 0,0 1 0,0 0 0,1 0 0,-1 0 0,0-2 0,0 2 0,-2-1 0,2-1 0,0 2 0,-1-3 0,0 3 0,1-2 0,0 1 0,1-1 0,-1 1 0,0 0 0,-1 0 0,0 0 0,0-1 0,1 0 0,0-1 0,0 2 0,-1-1 0,0 2 0,-1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8:58.1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97 24575,'8'-13'0,"-2"4"0,0-2 0,-3 7 0,-1 1 0,1 3 0,0-1 0,-2-1 0,2 2 0,-2-1 0,2-1 0,0 1 0,0-2 0,0 1 0,0 0 0,-2 0 0,2 0 0,-1 1 0,-1 0 0,2 0 0,-2 0 0,2 1 0,-1-1 0,0 1 0,0-2 0,2 1 0,-1 1 0,1-3 0,-1 1 0,0 1 0,0 0 0,0-1 0,0 2 0,0-1 0,-1 1 0,1-3 0,0 2 0,1-2 0,-1 1 0,0-1 0,0 1 0,-2 1 0,1 0 0,1-1 0,-2 1 0,1-1 0,-1 2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5:59:10.7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126 0 24575,'-5'3'0,"0"0"0,3 0 0,-1 0 0,2-2 0,1 2 0,-2-1 0,1-1 0,0 2 0,-1-2 0,-1 1 0,3 0 0,-3 0 0,2 1 0,-1 0 0,0-2 0,1 2 0,-1-3 0,1 3 0,-1-3 0,1 3 0,-1-3 0,0 2 0,1 0 0,-2 0 0,1-1 0,-1 0 0,2 1 0,-2 1 0,2-2 0,-2 1 0,0-1 0,0-1 0,1 3 0,0-3 0,1 3 0,-1-3 0,1 2 0,-1-1 0,0 0 0,-1 0 0,0 0 0,2 1 0,-2-2 0,2 3 0,-2-3 0,1 3 0,0-3 0,0 1 0,0 1 0,0-2 0,0 1 0,0 1 0,0-2 0,0 2 0,-1-1 0,0 1 0,-1-1 0,2 0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36.2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66 24575,'6'-1'0,"-1"0"0,-2 0 0,-1-1 0,0 1 0,0 0 0,0-1 0,-1 1 0,0-1 0,-1 0 0,1 1 0,0-1 0,-1 1 0,0-1 0,1 0 0,0 1 0,1 0 0,-1-2 0,0 1 0,-1 0 0,1 1 0,0-1 0,0 2 0,0-1 0,1 1 0,-1-1 0,1 0 0,-1-1 0,1 1 0,-1-1 0,1 2 0,-1-2 0,1 2 0,0-2 0,0 1 0,0 0 0,-1-1 0,1 2 0,-2-2 0,2 2 0,-2-2 0,2 2 0,-2-2 0,2 2 0,-1-1 0,1 1 0,-1-1 0,1 1 0,0-2 0,0 1 0,1 0 0,-2-1 0,0 2 0,-1-1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5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24575,'3'2'0,"2"-1"0,-3 1 0,1-1 0,0 0 0,-1 0 0,0 0 0,0-1 0,0 1 0,0-1 0,0 0 0,0 0 0,0 0 0,0 0 0,0 0 0,0 0 0,0 0 0,-1-1 0,1 1 0,-2-2 0,2 2 0,-1-1 0,0 0 0,1 1 0,-1-2 0,1 2 0,-1-2 0,1 2 0,-1-1 0,1 1 0,0 0 0,0 0 0,0 0 0,1 0 0,-1 0 0,1 0 0,0 0 0,-1 0 0,1 0 0,-1 0 0,0 0 0,0 0 0,0 1 0,1-1 0,-1 1 0,1-1 0,-1 0 0,0 0 0,0 0 0,0 0 0,0-1 0,0 1 0,-1-1 0,0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1:48.4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24575,'4'1'0,"0"0"0,-1-1 0,-1 0 0,1 0 0,-1 0 0,0 0 0,0 0 0,0 0 0,0 0 0,-1-1 0,1 1 0,-1-1 0,1 1 0,0 0 0,0 0 0,0 0 0,0 0 0,0 0 0,0 0 0,0 0 0,0 0 0,0 0 0,0 0 0,0 0 0,0 0 0,0 0 0,0 0 0,0 0 0,0 0 0,0 0 0,0 0 0,0 0 0,-1 0 0,0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1.6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24575,'-2'3'0,"1"1"0,-1-3 0,2 1 0,-1 0 0,0 0 0,1 0 0,-1 0 0,1 0 0,0 0 0,0 0 0,0 0 0,-1-1 0,1 1 0,-1-1 0,0 0 0,1 1 0,-1-1 0,1 1 0,0 0 0,-1-1 0,1 1 0,-1-1 0,1 1 0,0 0 0,0-1 0,0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6:02:26.0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1 106 24575,'0'-5'0,"1"1"0,0 1 0,-1 0 0,1 1 0,0-1 0,-1 2 0,1-1 0,0 1 0,-1-1 0,0 0 0,0 0 0,0-1 0,0 1 0,0 0 0,-1-1 0,0 1 0,0-1 0,1 1 0,0 0 0,0 0 0,0 0 0,0 0 0,0 0 0,0 0 0,0 0 0,0 0 0,1 1 0,0-1 0,-1 1 0,0-1 0,0 0 0,0 0 0,0 0 0,0 0 0,0 0 0,1 0 0,0 0 0,-1 0 0,0 0 0,0 0 0,1 0 0,0 1 0,-1-1 0,0 0 0,0 0 0,0 0 0,1 0 0,0 0 0,-1 1 0,0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8:48:53.6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7 632 24575,'0'-6'0,"0"-4"0,0 5 0,0-4 0,0 6 0,0-2 0,0 2 0,0 0 0,0 0 0,0 1 0,-1 0 0,1 0 0,-1 0 0,1 0 0,-1-1 0,1 1 0,-1-1 0,1 1 0,0 0 0,0 0 0,0 0 0,-1 1 0,1-1 0,-1 1 0,1-1 0,0 0 0,0 0 0,0 0 0,0 0 0,0 0 0,0 0 0,0 0 0,0 0 0,0 0 0,0 0 0,0 0 0,0 0 0,0 0 0,0-1 0,0 0 0,0 0 0,0 1 0,1 0 0,-1 0 0,1 0 0,-1 0 0,0 0 0,0 0 0,1 0 0,-1 0 0,1 0 0,-1 0 0,0 0 0,1 0 0,0 0 0,-1 1 0,1-1 0,0 1 0,-1-1 0,0 1 0,1-1 0,0 1 0,-1-2 0,0 1 0,1 0 0,0 1 0,-1-1 0,0 0 0,0 0 0,0-1 0,0 1 0,0 1 0,1 0 0,0-1 0,-1 0 0,0 0 0,0 0 0,1 0 0,0 0 0,-1 0 0,1 0 0,0-1 0,0 1 0,0-1 0,0 1 0,0 0 0,-1 0 0,0-1 0,0 1 0,0-1 0,0 1 0,1 0 0,0 0 0,-1 1 0,1-1 0,0 1 0,-1-1 0,0 0 0,0 0 0,1 1 0,0 0 0,-1-2 0,0 1 0,0 0 0,0 0 0,1 0 0,0 0 0,-1 0 0,0 0 0,1 0 0,0 0 0,-1 0 0,0 1 0,1-1 0,0 1 0,-1-1 0,0 0 0,0 0 0,0 0 0,0 0 0,0 0 0,0 0 0,1 0 0,0 0 0,-1 0 0,0 0 0,0 0 0,1 0 0,0 0 0,-1 0 0,0 0 0,0 0 0,0 0 0,0-1 0,0 1 0,0 0 0,1 0 0,0 0 0,-1 0 0,0 0 0,0 0 0,0 0 0,0 0 0,0 0 0,0 0 0,0 0 0,0 0 0,0 0 0,0 0 0,0 0 0,0 0 0,0 0 0,0 0 0,0 0 0,0 0 0,0 0 0,0 0 0,0 0 0,0 0 0,0 0 0,0 0 0,1 1 0,0 0 0,-1-1 0,0-1 0,0 0 0,0 0 0,0 1 0,0 0 0,0 0 0,1 0 0,0 0 0,-1 0 0,0 0 0,0 1 0,1-1 0,0 1 0,-1 0 0,1-1 0,0 1 0,-1-1 0,0 0 0,1 0 0,0 0 0,0 0 0,0 0 0,-1 0 0,1 0 0,0 0 0,0 0 0,0 0 0,0 0 0,0 0 0,-1 0 0,0 0 0,1 1 0,0-1 0,-1-1 0,0 0 0,1 1 0,0 0 0,-1 0 0,1 0 0,0 0 0,-1 0 0,0 0 0,1 0 0,0 0 0,-1 0 0,0 0 0,1 0 0,0 0 0,-1-1 0,0 2 0,1-2 0,0 2 0,-1-2 0,0 1 0,0-1 0,0 1 0,0 0 0,0 0 0,0 0 0,0 0 0,0 0 0,0 0 0,1 1 0,0-1 0,-1 0 0,0 1 0,1 0 0,0-1 0,-1-1 0,0 1 0,0-1 0,0 1 0,1 0 0,0 0 0,-1 0 0,0 0 0,0 0 0,0 0 0,0 0 0,0 0 0,0 0 0,0 0 0,1 0 0,0-1 0,-1 1 0,0-2 0,0 2 0,0-1 0,0 1 0,0 0 0,1 0 0,0-1 0,-1 1 0,0 0 0,0 0 0,0 0 0,1 0 0,0-1 0,-1 0 0,0 0 0,0 0 0,0 1 0,0 0 0,0 0 0,-1-2 0,0 2 0,1-3 0,0 3 0,0-1 0,0 0 0,0 0 0,0 0 0,0 0 0,0 1 0,0 0 0,1-1 0,0 1 0,-1 0 0,1 0 0,0 0 0,-1 0 0,0-1 0,0 1 0,0-1 0,0 1 0,0 0 0,0 0 0,0 1 0,0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8-13T18:49:08.4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98 1 24575,'-2'3'0,"0"1"0,1-3 0,1 2 0,-1-1 0,1 0 0,0 1 0,0 0 0,0-1 0,0 1 0,0-1 0,0 0 0,0 0 0,0 0 0,-1-1 0,1 1 0,-1-1 0,1 1 0,0 0 0,0 0 0,-1 0 0,1 0 0,-1 0 0,1 0 0,0 0 0,-1 0 0,1 0 0,-1 1 0,1-1 0,0 1 0,0-1 0,0 0 0,0 1 0,0-1 0,0 2 0,0-2 0,0 1 0,0-1 0,0 0 0,0 0 0,0 0 0,-1 0 0,1 0 0,-1 0 0,1 0 0,0 0 0,0 0 0,0 0 0,0 0 0,0 0 0,0 0 0,0 0 0,0 0 0,0 0 0,1-1 0,-1 1 0,1-1 0,-1 2 0,0-1 0,1 1 0,-1-1 0,1 0 0,-1 0 0,0 0 0,0 0 0,0 0 0,0 0 0,0 0 0,-1 0 0,1 0 0,-1 0 0,0 0 0,1 0 0,-1 0 0,1 0 0,-1 0 0,1 0 0,-1 0 0,0 0 0,1 0 0,-2 0 0,2 0 0,-1 0 0,0 0 0,1 0 0,-1 0 0,1 0 0,1-1 0,-1 0 0,2 0 0,-2 0 0,1 1 0,-1 0 0,0 0 0,0 0 0,-1 0 0,1 0 0,-1 0 0,1 0 0,0 0 0,1-1 0,-1 0 0,1 1 0,-1 0 0,0 0 0,0 0 0,0 0 0,0 0 0,0 0 0,0 0 0,0 0 0,0 1 0,0 0 0,0-1 0,0 1 0,0 0 0,0-1 0,0 0 0,0 0 0,0 0 0,-1 0 0,1 0 0,-1 0 0,1 0 0,0 0 0,-1 0 0,1 0 0,-1 0 0,1 0 0,-1-1 0,1 0 0,-1 1 0,1 0 0,-1-1 0,1 1 0,-1 0 0,1 1 0,0-1 0,-1 0 0,0 0 0,-1 1 0,2 0 0,0-1 0,-1-1 0,0 0 0,1 1 0,0 0 0,0 0 0,0 0 0,0 0 0,0 0 0,0 0 0,-1-1 0,0 0 0,1 1 0,0 0 0,-1 0 0,0 0 0,0 0 0,1 0 0,0-1 0,-1 0 0,0 1 0,1 0 0,0-1 0,-1 1 0,0 0 0,1 0 0,-1-1 0,0 1 0,0-1 0,1 0 0,-1 1 0,1 0 0,0 0 0,-1-1 0,1 0 0,-1 1 0,1 0 0,-1 0 0,1 0 0,-1 0 0,1 0 0,0 0 0,0 0 0,0 0 0,0 0 0,0 0 0,0 0 0,0 0 0,0 0 0,0 0 0,0 0 0,0 0 0,0 0 0,0 0 0,0 0 0,0 0 0,0 0 0,0 0 0,0 0 0,-1 0 0,1 0 0,-1 0 0,1 0 0,0-1 0,0 1 0,0 0 0,0 0 0,-1 0 0,1-1 0,-1 0 0,1 1 0,0 0 0,0 0 0,-1 0 0,1-1 0,-1 0 0,1 1 0,0 0 0,-1 0 0,1-1 0,-1 0 0,1 1 0,-1 0 0,1 0 0,-1 0 0,0 0 0,1 0 0,-2 0 0,2 0 0,-1 0 0,0 0 0,1-1 0,-2 0 0,2 1 0,-1 0 0,1 0 0,0 0 0,1 0 0,0-2 0,0 2 0,0 0 0,-1 0 0,0 0 0,0 0 0,0 0 0,0 0 0,0 1 0,0 0 0,0-1 0,0 0 0,0 0 0,0 0 0,0 0 0,-1 0 0,1-1 0,-2 0 0,2 1 0,-1 0 0,1 0 0,0 0 0,-1 0 0,1-1 0,-1 0 0,0 1 0,1 0 0,-1 0 0,1 0 0,-1 0 0,1-1 0,-1 0 0,1 1 0,0 0 0,0 0 0,0 0 0,0 0 0,0 0 0,-1 0 0,1-1 0,-1 0 0,1 1 0,0 0 0,-1 0 0,1 0 0,-2 0 0,2 0 0,-1 0 0,1 0 0,0 0 0,0 0 0,0 0 0,0 0 0,0 0 0,0 0 0,0 0 0,0 0 0,0 1 0,0-1 0,0 1 0,0-1 0,0 0 0,0 0 0,0 0 0,0 0 0,0 0 0,-1-1 0,1 1 0,-1-1 0,1 1 0,0 0 0,-1 0 0,1 0 0,-1 1 0,1-1 0,0 1 0,0 0 0,-1-1 0,1 1 0,-1 0 0,1-1 0,0 1 0,-1-2 0,1 1 0,-1-1 0,1 1 0,0 0 0,0 0 0,0 0 0,-1-1 0,0 1 0,1 0 0,0 0 0,0 1 0,0-1 0,0 0 0,0 0 0,0 0 0,0 0 0,0 0 0,-1-1 0,0 1 0,1-1 0,0 1 0,0 0 0,0 1 0,-1-1 0,0 0 0,1-1 0,0 1 0,0 0 0,-1-1 0,0 1 0,0-1 0,1 1 0,0 0 0,0 0 0,-1 0 0,0 0 0,1 0 0,0 0 0,0 0 0,0 0 0,1-1 0,0 1 0,0-2 0,0 2 0,-1-1 0,0 1 0,0 0 0,1 0 0,0 0 0,-1 0 0,0 1 0,0-1 0,0 1 0,0-1 0,0 0 0,0 0 0,0 0 0,0 0 0,0 0 0,0-1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36CF8C-F0D0-154C-B0F4-FCA5F4B56349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858EF-CC4C-A542-82E2-2BDEDEF0F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596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2992968"/>
            <a:ext cx="11658600" cy="6366933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9605435"/>
            <a:ext cx="10287000" cy="4415365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249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894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2" y="4559305"/>
            <a:ext cx="11830050" cy="7607299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2" y="12238572"/>
            <a:ext cx="11830050" cy="4000499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82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82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93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4868333"/>
            <a:ext cx="58293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4868333"/>
            <a:ext cx="58293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911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1" y="973670"/>
            <a:ext cx="1183005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3" y="4483101"/>
            <a:ext cx="5802510" cy="219709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3" y="6680200"/>
            <a:ext cx="5802510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4483101"/>
            <a:ext cx="5831087" cy="2197099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6680200"/>
            <a:ext cx="5831087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963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464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0720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1219200"/>
            <a:ext cx="4423767" cy="42672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6" y="2633137"/>
            <a:ext cx="6943725" cy="12996333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5486400"/>
            <a:ext cx="4423767" cy="10164235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051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1219200"/>
            <a:ext cx="4423767" cy="42672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6" y="2633137"/>
            <a:ext cx="6943725" cy="12996333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5486400"/>
            <a:ext cx="4423767" cy="10164235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70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635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3" y="973666"/>
            <a:ext cx="2957513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6" y="973666"/>
            <a:ext cx="8701088" cy="154982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751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75" y="973670"/>
            <a:ext cx="1183005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75" y="4868333"/>
            <a:ext cx="1183005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16950271"/>
            <a:ext cx="30861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A521-5681-014E-8EC6-D96E13610AEE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16950271"/>
            <a:ext cx="462915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16950271"/>
            <a:ext cx="30861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699D2A-6E62-8149-ABD9-843FDD1224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8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0.xml"/><Relationship Id="rId18" Type="http://schemas.openxmlformats.org/officeDocument/2006/relationships/customXml" Target="../ink/ink15.xml"/><Relationship Id="rId26" Type="http://schemas.openxmlformats.org/officeDocument/2006/relationships/image" Target="../media/image4.png"/><Relationship Id="rId39" Type="http://schemas.openxmlformats.org/officeDocument/2006/relationships/image" Target="../media/image10.png"/><Relationship Id="rId21" Type="http://schemas.openxmlformats.org/officeDocument/2006/relationships/customXml" Target="../ink/ink18.xml"/><Relationship Id="rId34" Type="http://schemas.openxmlformats.org/officeDocument/2006/relationships/customXml" Target="../ink/ink26.xml"/><Relationship Id="rId42" Type="http://schemas.openxmlformats.org/officeDocument/2006/relationships/customXml" Target="../ink/ink30.xml"/><Relationship Id="rId47" Type="http://schemas.openxmlformats.org/officeDocument/2006/relationships/image" Target="../media/image14.png"/><Relationship Id="rId7" Type="http://schemas.openxmlformats.org/officeDocument/2006/relationships/customXml" Target="../ink/ink5.xml"/><Relationship Id="rId2" Type="http://schemas.openxmlformats.org/officeDocument/2006/relationships/customXml" Target="../ink/ink1.xml"/><Relationship Id="rId16" Type="http://schemas.openxmlformats.org/officeDocument/2006/relationships/customXml" Target="../ink/ink13.xml"/><Relationship Id="rId29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4.xml"/><Relationship Id="rId11" Type="http://schemas.openxmlformats.org/officeDocument/2006/relationships/customXml" Target="../ink/ink9.xml"/><Relationship Id="rId24" Type="http://schemas.openxmlformats.org/officeDocument/2006/relationships/image" Target="../media/image30.png"/><Relationship Id="rId32" Type="http://schemas.openxmlformats.org/officeDocument/2006/relationships/customXml" Target="../ink/ink25.xml"/><Relationship Id="rId37" Type="http://schemas.openxmlformats.org/officeDocument/2006/relationships/image" Target="../media/image9.png"/><Relationship Id="rId40" Type="http://schemas.openxmlformats.org/officeDocument/2006/relationships/customXml" Target="../ink/ink29.xml"/><Relationship Id="rId45" Type="http://schemas.openxmlformats.org/officeDocument/2006/relationships/image" Target="../media/image13.png"/><Relationship Id="rId5" Type="http://schemas.openxmlformats.org/officeDocument/2006/relationships/customXml" Target="../ink/ink3.xml"/><Relationship Id="rId15" Type="http://schemas.openxmlformats.org/officeDocument/2006/relationships/customXml" Target="../ink/ink12.xml"/><Relationship Id="rId23" Type="http://schemas.openxmlformats.org/officeDocument/2006/relationships/customXml" Target="../ink/ink20.xml"/><Relationship Id="rId28" Type="http://schemas.openxmlformats.org/officeDocument/2006/relationships/customXml" Target="../ink/ink23.xml"/><Relationship Id="rId36" Type="http://schemas.openxmlformats.org/officeDocument/2006/relationships/customXml" Target="../ink/ink27.xml"/><Relationship Id="rId10" Type="http://schemas.openxmlformats.org/officeDocument/2006/relationships/customXml" Target="../ink/ink8.xml"/><Relationship Id="rId19" Type="http://schemas.openxmlformats.org/officeDocument/2006/relationships/customXml" Target="../ink/ink16.xml"/><Relationship Id="rId31" Type="http://schemas.openxmlformats.org/officeDocument/2006/relationships/image" Target="../media/image6.png"/><Relationship Id="rId44" Type="http://schemas.openxmlformats.org/officeDocument/2006/relationships/customXml" Target="../ink/ink31.xml"/><Relationship Id="rId4" Type="http://schemas.openxmlformats.org/officeDocument/2006/relationships/customXml" Target="../ink/ink2.xml"/><Relationship Id="rId9" Type="http://schemas.openxmlformats.org/officeDocument/2006/relationships/customXml" Target="../ink/ink7.xml"/><Relationship Id="rId14" Type="http://schemas.openxmlformats.org/officeDocument/2006/relationships/customXml" Target="../ink/ink11.xml"/><Relationship Id="rId22" Type="http://schemas.openxmlformats.org/officeDocument/2006/relationships/customXml" Target="../ink/ink19.xml"/><Relationship Id="rId27" Type="http://schemas.openxmlformats.org/officeDocument/2006/relationships/customXml" Target="../ink/ink22.xml"/><Relationship Id="rId30" Type="http://schemas.openxmlformats.org/officeDocument/2006/relationships/customXml" Target="../ink/ink24.xml"/><Relationship Id="rId35" Type="http://schemas.openxmlformats.org/officeDocument/2006/relationships/image" Target="../media/image8.png"/><Relationship Id="rId43" Type="http://schemas.openxmlformats.org/officeDocument/2006/relationships/image" Target="../media/image12.png"/><Relationship Id="rId8" Type="http://schemas.openxmlformats.org/officeDocument/2006/relationships/customXml" Target="../ink/ink6.xml"/><Relationship Id="rId3" Type="http://schemas.openxmlformats.org/officeDocument/2006/relationships/image" Target="../media/image2.png"/><Relationship Id="rId12" Type="http://schemas.openxmlformats.org/officeDocument/2006/relationships/image" Target="../media/image3.png"/><Relationship Id="rId17" Type="http://schemas.openxmlformats.org/officeDocument/2006/relationships/customXml" Target="../ink/ink14.xml"/><Relationship Id="rId25" Type="http://schemas.openxmlformats.org/officeDocument/2006/relationships/customXml" Target="../ink/ink21.xml"/><Relationship Id="rId33" Type="http://schemas.openxmlformats.org/officeDocument/2006/relationships/image" Target="../media/image7.png"/><Relationship Id="rId38" Type="http://schemas.openxmlformats.org/officeDocument/2006/relationships/customXml" Target="../ink/ink28.xml"/><Relationship Id="rId46" Type="http://schemas.openxmlformats.org/officeDocument/2006/relationships/customXml" Target="../ink/ink32.xml"/><Relationship Id="rId20" Type="http://schemas.openxmlformats.org/officeDocument/2006/relationships/customXml" Target="../ink/ink17.xml"/><Relationship Id="rId41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43.xml"/><Relationship Id="rId18" Type="http://schemas.openxmlformats.org/officeDocument/2006/relationships/customXml" Target="../ink/ink48.xml"/><Relationship Id="rId26" Type="http://schemas.openxmlformats.org/officeDocument/2006/relationships/customXml" Target="../ink/ink54.xml"/><Relationship Id="rId39" Type="http://schemas.openxmlformats.org/officeDocument/2006/relationships/customXml" Target="../ink/ink61.xml"/><Relationship Id="rId21" Type="http://schemas.openxmlformats.org/officeDocument/2006/relationships/customXml" Target="../ink/ink51.xml"/><Relationship Id="rId34" Type="http://schemas.openxmlformats.org/officeDocument/2006/relationships/image" Target="../media/image8.png"/><Relationship Id="rId42" Type="http://schemas.openxmlformats.org/officeDocument/2006/relationships/image" Target="../media/image12.png"/><Relationship Id="rId7" Type="http://schemas.openxmlformats.org/officeDocument/2006/relationships/customXml" Target="../ink/ink37.xml"/><Relationship Id="rId2" Type="http://schemas.openxmlformats.org/officeDocument/2006/relationships/customXml" Target="../ink/ink33.xml"/><Relationship Id="rId16" Type="http://schemas.openxmlformats.org/officeDocument/2006/relationships/customXml" Target="../ink/ink46.xml"/><Relationship Id="rId29" Type="http://schemas.openxmlformats.org/officeDocument/2006/relationships/customXml" Target="../ink/ink56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6.xml"/><Relationship Id="rId11" Type="http://schemas.openxmlformats.org/officeDocument/2006/relationships/customXml" Target="../ink/ink41.xml"/><Relationship Id="rId24" Type="http://schemas.openxmlformats.org/officeDocument/2006/relationships/customXml" Target="../ink/ink53.xml"/><Relationship Id="rId32" Type="http://schemas.openxmlformats.org/officeDocument/2006/relationships/image" Target="../media/image7.png"/><Relationship Id="rId37" Type="http://schemas.openxmlformats.org/officeDocument/2006/relationships/customXml" Target="../ink/ink60.xml"/><Relationship Id="rId40" Type="http://schemas.openxmlformats.org/officeDocument/2006/relationships/image" Target="../media/image11.png"/><Relationship Id="rId45" Type="http://schemas.openxmlformats.org/officeDocument/2006/relationships/customXml" Target="../ink/ink64.xml"/><Relationship Id="rId5" Type="http://schemas.openxmlformats.org/officeDocument/2006/relationships/customXml" Target="../ink/ink35.xml"/><Relationship Id="rId15" Type="http://schemas.openxmlformats.org/officeDocument/2006/relationships/customXml" Target="../ink/ink45.xml"/><Relationship Id="rId23" Type="http://schemas.openxmlformats.org/officeDocument/2006/relationships/image" Target="../media/image15.png"/><Relationship Id="rId28" Type="http://schemas.openxmlformats.org/officeDocument/2006/relationships/image" Target="../media/image5.png"/><Relationship Id="rId36" Type="http://schemas.openxmlformats.org/officeDocument/2006/relationships/image" Target="../media/image9.png"/><Relationship Id="rId10" Type="http://schemas.openxmlformats.org/officeDocument/2006/relationships/customXml" Target="../ink/ink40.xml"/><Relationship Id="rId19" Type="http://schemas.openxmlformats.org/officeDocument/2006/relationships/customXml" Target="../ink/ink49.xml"/><Relationship Id="rId31" Type="http://schemas.openxmlformats.org/officeDocument/2006/relationships/customXml" Target="../ink/ink57.xml"/><Relationship Id="rId44" Type="http://schemas.openxmlformats.org/officeDocument/2006/relationships/image" Target="../media/image13.png"/><Relationship Id="rId4" Type="http://schemas.openxmlformats.org/officeDocument/2006/relationships/customXml" Target="../ink/ink34.xml"/><Relationship Id="rId9" Type="http://schemas.openxmlformats.org/officeDocument/2006/relationships/customXml" Target="../ink/ink39.xml"/><Relationship Id="rId14" Type="http://schemas.openxmlformats.org/officeDocument/2006/relationships/customXml" Target="../ink/ink44.xml"/><Relationship Id="rId22" Type="http://schemas.openxmlformats.org/officeDocument/2006/relationships/customXml" Target="../ink/ink52.xml"/><Relationship Id="rId27" Type="http://schemas.openxmlformats.org/officeDocument/2006/relationships/customXml" Target="../ink/ink55.xml"/><Relationship Id="rId30" Type="http://schemas.openxmlformats.org/officeDocument/2006/relationships/image" Target="../media/image6.png"/><Relationship Id="rId35" Type="http://schemas.openxmlformats.org/officeDocument/2006/relationships/customXml" Target="../ink/ink59.xml"/><Relationship Id="rId43" Type="http://schemas.openxmlformats.org/officeDocument/2006/relationships/customXml" Target="../ink/ink63.xml"/><Relationship Id="rId8" Type="http://schemas.openxmlformats.org/officeDocument/2006/relationships/customXml" Target="../ink/ink38.xml"/><Relationship Id="rId3" Type="http://schemas.openxmlformats.org/officeDocument/2006/relationships/image" Target="../media/image3.png"/><Relationship Id="rId12" Type="http://schemas.openxmlformats.org/officeDocument/2006/relationships/customXml" Target="../ink/ink42.xml"/><Relationship Id="rId17" Type="http://schemas.openxmlformats.org/officeDocument/2006/relationships/customXml" Target="../ink/ink47.xml"/><Relationship Id="rId25" Type="http://schemas.openxmlformats.org/officeDocument/2006/relationships/image" Target="../media/image4.png"/><Relationship Id="rId33" Type="http://schemas.openxmlformats.org/officeDocument/2006/relationships/customXml" Target="../ink/ink58.xml"/><Relationship Id="rId38" Type="http://schemas.openxmlformats.org/officeDocument/2006/relationships/image" Target="../media/image10.png"/><Relationship Id="rId46" Type="http://schemas.openxmlformats.org/officeDocument/2006/relationships/image" Target="../media/image14.png"/><Relationship Id="rId20" Type="http://schemas.openxmlformats.org/officeDocument/2006/relationships/customXml" Target="../ink/ink50.xml"/><Relationship Id="rId41" Type="http://schemas.openxmlformats.org/officeDocument/2006/relationships/customXml" Target="../ink/ink6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69.xml"/><Relationship Id="rId13" Type="http://schemas.openxmlformats.org/officeDocument/2006/relationships/image" Target="../media/image150.png"/><Relationship Id="rId18" Type="http://schemas.openxmlformats.org/officeDocument/2006/relationships/image" Target="../media/image5.png"/><Relationship Id="rId26" Type="http://schemas.openxmlformats.org/officeDocument/2006/relationships/image" Target="../media/image11.png"/><Relationship Id="rId3" Type="http://schemas.openxmlformats.org/officeDocument/2006/relationships/image" Target="../media/image3.png"/><Relationship Id="rId21" Type="http://schemas.openxmlformats.org/officeDocument/2006/relationships/customXml" Target="../ink/ink78.xml"/><Relationship Id="rId7" Type="http://schemas.openxmlformats.org/officeDocument/2006/relationships/customXml" Target="../ink/ink68.xml"/><Relationship Id="rId12" Type="http://schemas.openxmlformats.org/officeDocument/2006/relationships/customXml" Target="../ink/ink73.xml"/><Relationship Id="rId17" Type="http://schemas.openxmlformats.org/officeDocument/2006/relationships/customXml" Target="../ink/ink76.xml"/><Relationship Id="rId25" Type="http://schemas.openxmlformats.org/officeDocument/2006/relationships/customXml" Target="../ink/ink80.xml"/><Relationship Id="rId2" Type="http://schemas.openxmlformats.org/officeDocument/2006/relationships/customXml" Target="../ink/ink65.xml"/><Relationship Id="rId16" Type="http://schemas.openxmlformats.org/officeDocument/2006/relationships/customXml" Target="../ink/ink75.xml"/><Relationship Id="rId20" Type="http://schemas.openxmlformats.org/officeDocument/2006/relationships/image" Target="../media/image6.png"/><Relationship Id="rId29" Type="http://schemas.openxmlformats.org/officeDocument/2006/relationships/customXml" Target="../ink/ink8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customXml" Target="../ink/ink72.xml"/><Relationship Id="rId24" Type="http://schemas.openxmlformats.org/officeDocument/2006/relationships/image" Target="../media/image10.png"/><Relationship Id="rId32" Type="http://schemas.openxmlformats.org/officeDocument/2006/relationships/image" Target="../media/image14.png"/><Relationship Id="rId5" Type="http://schemas.openxmlformats.org/officeDocument/2006/relationships/customXml" Target="../ink/ink67.xml"/><Relationship Id="rId15" Type="http://schemas.openxmlformats.org/officeDocument/2006/relationships/image" Target="../media/image4.png"/><Relationship Id="rId23" Type="http://schemas.openxmlformats.org/officeDocument/2006/relationships/customXml" Target="../ink/ink79.xml"/><Relationship Id="rId28" Type="http://schemas.openxmlformats.org/officeDocument/2006/relationships/image" Target="../media/image12.png"/><Relationship Id="rId10" Type="http://schemas.openxmlformats.org/officeDocument/2006/relationships/customXml" Target="../ink/ink71.xml"/><Relationship Id="rId19" Type="http://schemas.openxmlformats.org/officeDocument/2006/relationships/customXml" Target="../ink/ink77.xml"/><Relationship Id="rId31" Type="http://schemas.openxmlformats.org/officeDocument/2006/relationships/customXml" Target="../ink/ink83.xml"/><Relationship Id="rId4" Type="http://schemas.openxmlformats.org/officeDocument/2006/relationships/customXml" Target="../ink/ink66.xml"/><Relationship Id="rId9" Type="http://schemas.openxmlformats.org/officeDocument/2006/relationships/customXml" Target="../ink/ink70.xml"/><Relationship Id="rId14" Type="http://schemas.openxmlformats.org/officeDocument/2006/relationships/customXml" Target="../ink/ink74.xml"/><Relationship Id="rId22" Type="http://schemas.openxmlformats.org/officeDocument/2006/relationships/image" Target="../media/image9.png"/><Relationship Id="rId27" Type="http://schemas.openxmlformats.org/officeDocument/2006/relationships/customXml" Target="../ink/ink81.xml"/><Relationship Id="rId30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0.png"/><Relationship Id="rId18" Type="http://schemas.openxmlformats.org/officeDocument/2006/relationships/image" Target="../media/image5.png"/><Relationship Id="rId26" Type="http://schemas.openxmlformats.org/officeDocument/2006/relationships/image" Target="../media/image11.png"/><Relationship Id="rId3" Type="http://schemas.openxmlformats.org/officeDocument/2006/relationships/image" Target="../media/image3.png"/><Relationship Id="rId21" Type="http://schemas.openxmlformats.org/officeDocument/2006/relationships/customXml" Target="../ink/ink97.xml"/><Relationship Id="rId34" Type="http://schemas.openxmlformats.org/officeDocument/2006/relationships/image" Target="../media/image16.png"/><Relationship Id="rId7" Type="http://schemas.openxmlformats.org/officeDocument/2006/relationships/customXml" Target="../ink/ink87.xml"/><Relationship Id="rId12" Type="http://schemas.openxmlformats.org/officeDocument/2006/relationships/customXml" Target="../ink/ink92.xml"/><Relationship Id="rId17" Type="http://schemas.openxmlformats.org/officeDocument/2006/relationships/customXml" Target="../ink/ink95.xml"/><Relationship Id="rId25" Type="http://schemas.openxmlformats.org/officeDocument/2006/relationships/customXml" Target="../ink/ink99.xml"/><Relationship Id="rId33" Type="http://schemas.openxmlformats.org/officeDocument/2006/relationships/customXml" Target="../ink/ink103.xml"/><Relationship Id="rId2" Type="http://schemas.openxmlformats.org/officeDocument/2006/relationships/customXml" Target="../ink/ink84.xml"/><Relationship Id="rId16" Type="http://schemas.openxmlformats.org/officeDocument/2006/relationships/customXml" Target="../ink/ink94.xml"/><Relationship Id="rId20" Type="http://schemas.openxmlformats.org/officeDocument/2006/relationships/image" Target="../media/image6.png"/><Relationship Id="rId29" Type="http://schemas.openxmlformats.org/officeDocument/2006/relationships/customXml" Target="../ink/ink10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customXml" Target="../ink/ink91.xml"/><Relationship Id="rId24" Type="http://schemas.openxmlformats.org/officeDocument/2006/relationships/image" Target="../media/image10.png"/><Relationship Id="rId32" Type="http://schemas.openxmlformats.org/officeDocument/2006/relationships/image" Target="../media/image14.png"/><Relationship Id="rId5" Type="http://schemas.openxmlformats.org/officeDocument/2006/relationships/customXml" Target="../ink/ink86.xml"/><Relationship Id="rId15" Type="http://schemas.openxmlformats.org/officeDocument/2006/relationships/image" Target="../media/image4.png"/><Relationship Id="rId23" Type="http://schemas.openxmlformats.org/officeDocument/2006/relationships/customXml" Target="../ink/ink98.xml"/><Relationship Id="rId28" Type="http://schemas.openxmlformats.org/officeDocument/2006/relationships/image" Target="../media/image12.png"/><Relationship Id="rId36" Type="http://schemas.openxmlformats.org/officeDocument/2006/relationships/image" Target="../media/image17.png"/><Relationship Id="rId10" Type="http://schemas.openxmlformats.org/officeDocument/2006/relationships/customXml" Target="../ink/ink90.xml"/><Relationship Id="rId19" Type="http://schemas.openxmlformats.org/officeDocument/2006/relationships/customXml" Target="../ink/ink96.xml"/><Relationship Id="rId31" Type="http://schemas.openxmlformats.org/officeDocument/2006/relationships/customXml" Target="../ink/ink102.xml"/><Relationship Id="rId4" Type="http://schemas.openxmlformats.org/officeDocument/2006/relationships/customXml" Target="../ink/ink85.xml"/><Relationship Id="rId9" Type="http://schemas.openxmlformats.org/officeDocument/2006/relationships/customXml" Target="../ink/ink89.xml"/><Relationship Id="rId14" Type="http://schemas.openxmlformats.org/officeDocument/2006/relationships/customXml" Target="../ink/ink93.xml"/><Relationship Id="rId22" Type="http://schemas.openxmlformats.org/officeDocument/2006/relationships/image" Target="../media/image9.png"/><Relationship Id="rId27" Type="http://schemas.openxmlformats.org/officeDocument/2006/relationships/customXml" Target="../ink/ink100.xml"/><Relationship Id="rId30" Type="http://schemas.openxmlformats.org/officeDocument/2006/relationships/image" Target="../media/image13.png"/><Relationship Id="rId35" Type="http://schemas.openxmlformats.org/officeDocument/2006/relationships/customXml" Target="../ink/ink104.xml"/><Relationship Id="rId8" Type="http://schemas.openxmlformats.org/officeDocument/2006/relationships/customXml" Target="../ink/ink8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51" descr="A diagram of a network&#10;&#10;Description automatically generated">
            <a:extLst>
              <a:ext uri="{FF2B5EF4-FFF2-40B4-BE49-F238E27FC236}">
                <a16:creationId xmlns:a16="http://schemas.microsoft.com/office/drawing/2014/main" id="{64EB052C-F3C4-31F0-9CD0-395E7E0F4B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17500" y="4178302"/>
            <a:ext cx="7772400" cy="5378775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1C67BA34-FF7A-A571-419D-229C61128B0B}"/>
              </a:ext>
            </a:extLst>
          </p:cNvPr>
          <p:cNvSpPr txBox="1"/>
          <p:nvPr/>
        </p:nvSpPr>
        <p:spPr>
          <a:xfrm>
            <a:off x="-317499" y="9765326"/>
            <a:ext cx="57794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Park &amp; Geffen (2020)</a:t>
            </a:r>
          </a:p>
          <a:p>
            <a:pPr marL="285750" indent="-285750">
              <a:buFontTx/>
              <a:buChar char="-"/>
            </a:pPr>
            <a:r>
              <a:rPr lang="en-US"/>
              <a:t>Augmented </a:t>
            </a:r>
            <a:r>
              <a:rPr lang="en-US" dirty="0"/>
              <a:t>with slot for </a:t>
            </a:r>
            <a:r>
              <a:rPr lang="en-US"/>
              <a:t>basal dendrite</a:t>
            </a:r>
          </a:p>
        </p:txBody>
      </p:sp>
    </p:spTree>
    <p:extLst>
      <p:ext uri="{BB962C8B-B14F-4D97-AF65-F5344CB8AC3E}">
        <p14:creationId xmlns:p14="http://schemas.microsoft.com/office/powerpoint/2010/main" val="1162874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6DDD88D-71CF-F207-7FF7-59580A66B950}"/>
              </a:ext>
            </a:extLst>
          </p:cNvPr>
          <p:cNvGrpSpPr/>
          <p:nvPr/>
        </p:nvGrpSpPr>
        <p:grpSpPr>
          <a:xfrm>
            <a:off x="2705724" y="2986792"/>
            <a:ext cx="9383996" cy="7797115"/>
            <a:chOff x="2743200" y="3429000"/>
            <a:chExt cx="9383996" cy="7797115"/>
          </a:xfrm>
          <a:noFill/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7499619-E650-3DFE-3AA4-8D5151B3C76B}"/>
                </a:ext>
              </a:extLst>
            </p:cNvPr>
            <p:cNvGrpSpPr/>
            <p:nvPr/>
          </p:nvGrpSpPr>
          <p:grpSpPr>
            <a:xfrm>
              <a:off x="27432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10" name="Triangle 9">
                <a:extLst>
                  <a:ext uri="{FF2B5EF4-FFF2-40B4-BE49-F238E27FC236}">
                    <a16:creationId xmlns:a16="http://schemas.microsoft.com/office/drawing/2014/main" id="{DEB6BC79-FDF8-C134-302C-7C372AD5016F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8E7E11D-51A5-CBCA-E51C-9CF85C539285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12FFCC0-B483-2813-315A-843AECBE0239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B637600-055F-3252-FD6D-DF08F44914AB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A87000F-9C4B-61A4-8E79-4246CF7764DC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EBEDCD-1709-23DB-DEEC-5C20305E384F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EADFDBF-17FA-8408-4DD4-9A02AA5A476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DD652B0B-6552-5DA7-6B98-7052F380C18C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0F97B70B-D51B-9908-ED99-9C63AF7E82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5458D82B-3871-DCF2-F098-BFFBFE061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C1D6DE59-255F-12FA-B8D6-E48B10857B70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6D2D55BA-81A1-6535-39EF-C9567CFED08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E1627805-2267-8627-6CCD-40FD6C55C7A9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16D6D286-C46E-6759-AD6C-8916385E63F1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89BA62BB-E7DF-BF92-72FD-E6644618421F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2FDA9F98-FBB4-66A8-1DC2-0B22D289922D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048EC0F6-6237-A54B-C5C4-C3A44366AC5A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8A9B2B16-51BF-185C-25AE-0FA8217BE1BF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2F02766-4A87-9BC2-84F1-7E35F7F9034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56" name="Straight Connector 255">
                  <a:extLst>
                    <a:ext uri="{FF2B5EF4-FFF2-40B4-BE49-F238E27FC236}">
                      <a16:creationId xmlns:a16="http://schemas.microsoft.com/office/drawing/2014/main" id="{9DB73910-3F26-A92E-9F51-2DE12D32834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17FB01A5-4A84-9CA6-B7F1-7CA6F15A44A6}"/>
                </a:ext>
              </a:extLst>
            </p:cNvPr>
            <p:cNvGrpSpPr/>
            <p:nvPr/>
          </p:nvGrpSpPr>
          <p:grpSpPr>
            <a:xfrm>
              <a:off x="64008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258" name="Triangle 257">
                <a:extLst>
                  <a:ext uri="{FF2B5EF4-FFF2-40B4-BE49-F238E27FC236}">
                    <a16:creationId xmlns:a16="http://schemas.microsoft.com/office/drawing/2014/main" id="{4D097763-03DC-C6F4-E2A9-F4719CB6B4F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8948A74C-2A80-7FCD-2A69-4E4B863C9058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289F5C55-BAF9-8D37-0D90-BEB498A4DCA5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18750356-5135-2CAE-AE60-7A866F700184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E9C3F038-7595-8BA4-7E12-8AFE242A551A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61ECB071-88CB-3F14-71B8-CD2BB2279C8C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4CB40F3E-EC63-9839-D25E-401E01561F1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4C214B60-4FA6-1C73-6545-FADFED2DC433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36" name="Straight Connector 435">
                <a:extLst>
                  <a:ext uri="{FF2B5EF4-FFF2-40B4-BE49-F238E27FC236}">
                    <a16:creationId xmlns:a16="http://schemas.microsoft.com/office/drawing/2014/main" id="{1C55B1A7-F5E0-3C72-BAFD-5FFBF3ED24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7" name="Straight Connector 436">
                <a:extLst>
                  <a:ext uri="{FF2B5EF4-FFF2-40B4-BE49-F238E27FC236}">
                    <a16:creationId xmlns:a16="http://schemas.microsoft.com/office/drawing/2014/main" id="{43BBF2C3-9342-4533-CD28-BA07139D67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8" name="Freeform 437">
                <a:extLst>
                  <a:ext uri="{FF2B5EF4-FFF2-40B4-BE49-F238E27FC236}">
                    <a16:creationId xmlns:a16="http://schemas.microsoft.com/office/drawing/2014/main" id="{EFD73D5E-8B63-A138-AD69-0AC3315EB2DE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Freeform 438">
                <a:extLst>
                  <a:ext uri="{FF2B5EF4-FFF2-40B4-BE49-F238E27FC236}">
                    <a16:creationId xmlns:a16="http://schemas.microsoft.com/office/drawing/2014/main" id="{77974EA6-E3FC-6C3B-72D8-19DA10C53244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Freeform 439">
                <a:extLst>
                  <a:ext uri="{FF2B5EF4-FFF2-40B4-BE49-F238E27FC236}">
                    <a16:creationId xmlns:a16="http://schemas.microsoft.com/office/drawing/2014/main" id="{05B53C4B-984F-8797-ADDE-A4F1B4471E3A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1" name="Freeform 440">
                <a:extLst>
                  <a:ext uri="{FF2B5EF4-FFF2-40B4-BE49-F238E27FC236}">
                    <a16:creationId xmlns:a16="http://schemas.microsoft.com/office/drawing/2014/main" id="{3D75AD6A-E030-DE23-7F40-117863A544B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2" name="Freeform 441">
                <a:extLst>
                  <a:ext uri="{FF2B5EF4-FFF2-40B4-BE49-F238E27FC236}">
                    <a16:creationId xmlns:a16="http://schemas.microsoft.com/office/drawing/2014/main" id="{AA17230F-6268-D1E4-1384-8C895EAB5549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3" name="Freeform 442">
                <a:extLst>
                  <a:ext uri="{FF2B5EF4-FFF2-40B4-BE49-F238E27FC236}">
                    <a16:creationId xmlns:a16="http://schemas.microsoft.com/office/drawing/2014/main" id="{E70AED85-43A8-EE23-7922-4FC513CD65CE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4" name="Freeform 443">
                <a:extLst>
                  <a:ext uri="{FF2B5EF4-FFF2-40B4-BE49-F238E27FC236}">
                    <a16:creationId xmlns:a16="http://schemas.microsoft.com/office/drawing/2014/main" id="{D13FC09F-39FF-77FC-8B64-9E35CFFB650E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45" name="Group 444">
                <a:extLst>
                  <a:ext uri="{FF2B5EF4-FFF2-40B4-BE49-F238E27FC236}">
                    <a16:creationId xmlns:a16="http://schemas.microsoft.com/office/drawing/2014/main" id="{FD0BBACD-68FE-7447-6137-B906FFFF9C39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46" name="Rectangle 445">
                  <a:extLst>
                    <a:ext uri="{FF2B5EF4-FFF2-40B4-BE49-F238E27FC236}">
                      <a16:creationId xmlns:a16="http://schemas.microsoft.com/office/drawing/2014/main" id="{ADC50DD7-E7D5-A7E2-5703-38D022FA7E0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47" name="Straight Connector 446">
                  <a:extLst>
                    <a:ext uri="{FF2B5EF4-FFF2-40B4-BE49-F238E27FC236}">
                      <a16:creationId xmlns:a16="http://schemas.microsoft.com/office/drawing/2014/main" id="{730F55F9-D0C1-EBF7-D9C0-6BE273B81E6A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48" name="Group 447">
              <a:extLst>
                <a:ext uri="{FF2B5EF4-FFF2-40B4-BE49-F238E27FC236}">
                  <a16:creationId xmlns:a16="http://schemas.microsoft.com/office/drawing/2014/main" id="{926B8A6B-312C-CCD0-BC1C-452A9FBDA228}"/>
                </a:ext>
              </a:extLst>
            </p:cNvPr>
            <p:cNvGrpSpPr/>
            <p:nvPr/>
          </p:nvGrpSpPr>
          <p:grpSpPr>
            <a:xfrm>
              <a:off x="100584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4B3E6D95-B790-C09B-197E-76F67208D2FB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0" name="TextBox 449">
                <a:extLst>
                  <a:ext uri="{FF2B5EF4-FFF2-40B4-BE49-F238E27FC236}">
                    <a16:creationId xmlns:a16="http://schemas.microsoft.com/office/drawing/2014/main" id="{DE1859FF-A1C6-2D31-AEE0-3AA87565FF63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51" name="Rectangle 450">
                <a:extLst>
                  <a:ext uri="{FF2B5EF4-FFF2-40B4-BE49-F238E27FC236}">
                    <a16:creationId xmlns:a16="http://schemas.microsoft.com/office/drawing/2014/main" id="{0FD60BE7-E4E4-BD30-FA96-07C62C638F61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2" name="Straight Connector 451">
                <a:extLst>
                  <a:ext uri="{FF2B5EF4-FFF2-40B4-BE49-F238E27FC236}">
                    <a16:creationId xmlns:a16="http://schemas.microsoft.com/office/drawing/2014/main" id="{265E0D5F-D738-F11F-EE9C-1964D55C5AEA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Oval 452">
                <a:extLst>
                  <a:ext uri="{FF2B5EF4-FFF2-40B4-BE49-F238E27FC236}">
                    <a16:creationId xmlns:a16="http://schemas.microsoft.com/office/drawing/2014/main" id="{F576E0B6-48FD-DB62-4126-AC0ECE3D3B6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4" name="TextBox 453">
                <a:extLst>
                  <a:ext uri="{FF2B5EF4-FFF2-40B4-BE49-F238E27FC236}">
                    <a16:creationId xmlns:a16="http://schemas.microsoft.com/office/drawing/2014/main" id="{5608D59B-CFD9-70ED-2ED3-DF9DA6ADFF0E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55" name="Oval 454">
                <a:extLst>
                  <a:ext uri="{FF2B5EF4-FFF2-40B4-BE49-F238E27FC236}">
                    <a16:creationId xmlns:a16="http://schemas.microsoft.com/office/drawing/2014/main" id="{13D51997-3038-9E1A-3260-A5622A34DC3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TextBox 455">
                <a:extLst>
                  <a:ext uri="{FF2B5EF4-FFF2-40B4-BE49-F238E27FC236}">
                    <a16:creationId xmlns:a16="http://schemas.microsoft.com/office/drawing/2014/main" id="{3BEE76BD-7AA6-F5AD-3084-C3E28AE946B1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57" name="Straight Connector 456">
                <a:extLst>
                  <a:ext uri="{FF2B5EF4-FFF2-40B4-BE49-F238E27FC236}">
                    <a16:creationId xmlns:a16="http://schemas.microsoft.com/office/drawing/2014/main" id="{3BF43651-77BF-14CD-70CA-D69E4BCC9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D3439B87-964F-27A5-C9A3-66460B3EE1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9" name="Freeform 458">
                <a:extLst>
                  <a:ext uri="{FF2B5EF4-FFF2-40B4-BE49-F238E27FC236}">
                    <a16:creationId xmlns:a16="http://schemas.microsoft.com/office/drawing/2014/main" id="{40EF43C1-AAE9-9958-F29B-AEE12C833D91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Freeform 459">
                <a:extLst>
                  <a:ext uri="{FF2B5EF4-FFF2-40B4-BE49-F238E27FC236}">
                    <a16:creationId xmlns:a16="http://schemas.microsoft.com/office/drawing/2014/main" id="{50FCF499-3CCC-3C61-64DA-F498760DEBB7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Freeform 460">
                <a:extLst>
                  <a:ext uri="{FF2B5EF4-FFF2-40B4-BE49-F238E27FC236}">
                    <a16:creationId xmlns:a16="http://schemas.microsoft.com/office/drawing/2014/main" id="{E8CB2331-6D60-60F2-FBB7-D72E4F91A137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Freeform 461">
                <a:extLst>
                  <a:ext uri="{FF2B5EF4-FFF2-40B4-BE49-F238E27FC236}">
                    <a16:creationId xmlns:a16="http://schemas.microsoft.com/office/drawing/2014/main" id="{2E286322-042B-270D-7877-B745E980AD03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Freeform 462">
                <a:extLst>
                  <a:ext uri="{FF2B5EF4-FFF2-40B4-BE49-F238E27FC236}">
                    <a16:creationId xmlns:a16="http://schemas.microsoft.com/office/drawing/2014/main" id="{E99C79CF-48E9-0807-80EB-BC9EB73706D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D64281B-ACEF-19DF-C895-C4A0DAA111F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Freeform 464">
                <a:extLst>
                  <a:ext uri="{FF2B5EF4-FFF2-40B4-BE49-F238E27FC236}">
                    <a16:creationId xmlns:a16="http://schemas.microsoft.com/office/drawing/2014/main" id="{7BC3510A-1C11-4664-FE74-433A9862E61C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F8AFC8B2-C653-1147-88DD-536E60D7719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67" name="Rectangle 466">
                  <a:extLst>
                    <a:ext uri="{FF2B5EF4-FFF2-40B4-BE49-F238E27FC236}">
                      <a16:creationId xmlns:a16="http://schemas.microsoft.com/office/drawing/2014/main" id="{B3D9C780-F030-B650-BB97-357B3AE3064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68" name="Straight Connector 467">
                  <a:extLst>
                    <a:ext uri="{FF2B5EF4-FFF2-40B4-BE49-F238E27FC236}">
                      <a16:creationId xmlns:a16="http://schemas.microsoft.com/office/drawing/2014/main" id="{49D53C8B-664F-81AF-780D-133ABF05F2F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69" name="Group 468">
              <a:extLst>
                <a:ext uri="{FF2B5EF4-FFF2-40B4-BE49-F238E27FC236}">
                  <a16:creationId xmlns:a16="http://schemas.microsoft.com/office/drawing/2014/main" id="{C5621C6B-FB5C-370F-9DE1-11B9FD52919B}"/>
                </a:ext>
              </a:extLst>
            </p:cNvPr>
            <p:cNvGrpSpPr/>
            <p:nvPr/>
          </p:nvGrpSpPr>
          <p:grpSpPr>
            <a:xfrm>
              <a:off x="27432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70" name="Triangle 469">
                <a:extLst>
                  <a:ext uri="{FF2B5EF4-FFF2-40B4-BE49-F238E27FC236}">
                    <a16:creationId xmlns:a16="http://schemas.microsoft.com/office/drawing/2014/main" id="{FCBAFAE0-FF12-0580-8C7E-207CC904C206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1" name="TextBox 470">
                <a:extLst>
                  <a:ext uri="{FF2B5EF4-FFF2-40B4-BE49-F238E27FC236}">
                    <a16:creationId xmlns:a16="http://schemas.microsoft.com/office/drawing/2014/main" id="{39CD35AC-2AC3-8797-8148-858F18B87BF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23B1B696-B515-B204-4B3C-990A37CD6AC4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6E218357-B2D0-2CBE-C535-1DFCB66803CE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4" name="Oval 473">
                <a:extLst>
                  <a:ext uri="{FF2B5EF4-FFF2-40B4-BE49-F238E27FC236}">
                    <a16:creationId xmlns:a16="http://schemas.microsoft.com/office/drawing/2014/main" id="{F5B71747-A2E9-4D28-F87C-E46BAA0F972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xtBox 474">
                <a:extLst>
                  <a:ext uri="{FF2B5EF4-FFF2-40B4-BE49-F238E27FC236}">
                    <a16:creationId xmlns:a16="http://schemas.microsoft.com/office/drawing/2014/main" id="{C39AC84B-6A9D-4AB8-65DD-587E506371F7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76" name="Oval 475">
                <a:extLst>
                  <a:ext uri="{FF2B5EF4-FFF2-40B4-BE49-F238E27FC236}">
                    <a16:creationId xmlns:a16="http://schemas.microsoft.com/office/drawing/2014/main" id="{15954AD3-D0A6-A1C6-797A-271D2D176AE3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TextBox 476">
                <a:extLst>
                  <a:ext uri="{FF2B5EF4-FFF2-40B4-BE49-F238E27FC236}">
                    <a16:creationId xmlns:a16="http://schemas.microsoft.com/office/drawing/2014/main" id="{B149BA23-5034-A347-BF73-9EF0E8BE8A5A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35D5CA64-9867-CCCD-0A63-A6E59C090D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AFE4FE35-06C1-2C26-346F-5EB1C9A492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D6FBEE89-43AA-15F1-871C-FBF052E5301A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01D0DF39-6AEE-FB0C-BC83-5AC2BF0DE1B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40BF7B58-F828-BED1-12B0-825FA7E48379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040C86D8-8D75-E8B9-4EF3-3BD4905288AA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9B966521-E3CF-DAEA-BED1-EB48C2B5F6F4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F2501571-0828-2195-56BA-B6B6695A81F6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Freeform 485">
                <a:extLst>
                  <a:ext uri="{FF2B5EF4-FFF2-40B4-BE49-F238E27FC236}">
                    <a16:creationId xmlns:a16="http://schemas.microsoft.com/office/drawing/2014/main" id="{4200B56E-2566-A0A9-9FD1-910B2A209145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A403E80E-E58E-A42A-4F77-9F6009486FF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88" name="Rectangle 487">
                  <a:extLst>
                    <a:ext uri="{FF2B5EF4-FFF2-40B4-BE49-F238E27FC236}">
                      <a16:creationId xmlns:a16="http://schemas.microsoft.com/office/drawing/2014/main" id="{9C405AF4-E3C3-D8C5-4AA4-FFC87FA9F7C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89" name="Straight Connector 488">
                  <a:extLst>
                    <a:ext uri="{FF2B5EF4-FFF2-40B4-BE49-F238E27FC236}">
                      <a16:creationId xmlns:a16="http://schemas.microsoft.com/office/drawing/2014/main" id="{9CF1A435-3356-1660-74F1-8EB9698E03DF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0" name="Group 489">
              <a:extLst>
                <a:ext uri="{FF2B5EF4-FFF2-40B4-BE49-F238E27FC236}">
                  <a16:creationId xmlns:a16="http://schemas.microsoft.com/office/drawing/2014/main" id="{DCFA2083-BAD0-E2A0-93A0-9BCD96B800E9}"/>
                </a:ext>
              </a:extLst>
            </p:cNvPr>
            <p:cNvGrpSpPr/>
            <p:nvPr/>
          </p:nvGrpSpPr>
          <p:grpSpPr>
            <a:xfrm>
              <a:off x="27432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91" name="Triangle 490">
                <a:extLst>
                  <a:ext uri="{FF2B5EF4-FFF2-40B4-BE49-F238E27FC236}">
                    <a16:creationId xmlns:a16="http://schemas.microsoft.com/office/drawing/2014/main" id="{758F81A9-B86E-4C39-BCA4-2389DB55B07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2" name="TextBox 491">
                <a:extLst>
                  <a:ext uri="{FF2B5EF4-FFF2-40B4-BE49-F238E27FC236}">
                    <a16:creationId xmlns:a16="http://schemas.microsoft.com/office/drawing/2014/main" id="{5F29209F-FEE8-2790-033E-49588558FAFE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C9BA885B-6631-A4EF-8746-FFC6F614DD66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94" name="Straight Connector 493">
                <a:extLst>
                  <a:ext uri="{FF2B5EF4-FFF2-40B4-BE49-F238E27FC236}">
                    <a16:creationId xmlns:a16="http://schemas.microsoft.com/office/drawing/2014/main" id="{6A2897D4-12DA-8575-65B4-B12DB3AB05B5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5" name="Oval 494">
                <a:extLst>
                  <a:ext uri="{FF2B5EF4-FFF2-40B4-BE49-F238E27FC236}">
                    <a16:creationId xmlns:a16="http://schemas.microsoft.com/office/drawing/2014/main" id="{9D66EE99-B1EB-2E64-C533-A4526BAC0215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6" name="TextBox 495">
                <a:extLst>
                  <a:ext uri="{FF2B5EF4-FFF2-40B4-BE49-F238E27FC236}">
                    <a16:creationId xmlns:a16="http://schemas.microsoft.com/office/drawing/2014/main" id="{9092D04D-70BD-F4C4-3514-8E99300AC4AA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97" name="Oval 496">
                <a:extLst>
                  <a:ext uri="{FF2B5EF4-FFF2-40B4-BE49-F238E27FC236}">
                    <a16:creationId xmlns:a16="http://schemas.microsoft.com/office/drawing/2014/main" id="{6B15F41D-6DA9-B1BE-E905-A5087C70E846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BEF07A68-172C-BBDB-6645-C68E99EED8BB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99" name="Straight Connector 498">
                <a:extLst>
                  <a:ext uri="{FF2B5EF4-FFF2-40B4-BE49-F238E27FC236}">
                    <a16:creationId xmlns:a16="http://schemas.microsoft.com/office/drawing/2014/main" id="{0793DE4F-3DD7-6F56-F56F-73EDEE0BC0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Straight Connector 499">
                <a:extLst>
                  <a:ext uri="{FF2B5EF4-FFF2-40B4-BE49-F238E27FC236}">
                    <a16:creationId xmlns:a16="http://schemas.microsoft.com/office/drawing/2014/main" id="{772C6884-06AA-8325-2666-B654EFA7B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9A69CBFE-8ED4-A472-86D6-9ADFDA6566E6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78FB09EE-6537-B081-00A0-91720154D16C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761B269-FD55-43E5-794F-624D4C5DABD5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FCC8C052-63C1-EE9C-8657-0C855C555FF5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41BA4276-D8DE-9278-8D8F-6B7B309CF035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D0ACE6EB-D61E-81CA-B30D-4B5633A5570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Freeform 506">
                <a:extLst>
                  <a:ext uri="{FF2B5EF4-FFF2-40B4-BE49-F238E27FC236}">
                    <a16:creationId xmlns:a16="http://schemas.microsoft.com/office/drawing/2014/main" id="{4442352B-23C1-42F8-E08F-DE8E2BD3F08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08" name="Group 507">
                <a:extLst>
                  <a:ext uri="{FF2B5EF4-FFF2-40B4-BE49-F238E27FC236}">
                    <a16:creationId xmlns:a16="http://schemas.microsoft.com/office/drawing/2014/main" id="{EC76F939-8014-6E47-CCA7-3B1CBEC1FB8A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09" name="Rectangle 508">
                  <a:extLst>
                    <a:ext uri="{FF2B5EF4-FFF2-40B4-BE49-F238E27FC236}">
                      <a16:creationId xmlns:a16="http://schemas.microsoft.com/office/drawing/2014/main" id="{CED492DA-2157-D7A9-DC6A-0D1589945C50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10" name="Straight Connector 509">
                  <a:extLst>
                    <a:ext uri="{FF2B5EF4-FFF2-40B4-BE49-F238E27FC236}">
                      <a16:creationId xmlns:a16="http://schemas.microsoft.com/office/drawing/2014/main" id="{B2BCED1B-B852-C863-6ABD-AF11E2DE65AE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11" name="Group 510">
              <a:extLst>
                <a:ext uri="{FF2B5EF4-FFF2-40B4-BE49-F238E27FC236}">
                  <a16:creationId xmlns:a16="http://schemas.microsoft.com/office/drawing/2014/main" id="{56D9E480-9F4D-E226-6D2A-603E6FA11950}"/>
                </a:ext>
              </a:extLst>
            </p:cNvPr>
            <p:cNvGrpSpPr/>
            <p:nvPr/>
          </p:nvGrpSpPr>
          <p:grpSpPr>
            <a:xfrm>
              <a:off x="27432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12" name="Triangle 511">
                <a:extLst>
                  <a:ext uri="{FF2B5EF4-FFF2-40B4-BE49-F238E27FC236}">
                    <a16:creationId xmlns:a16="http://schemas.microsoft.com/office/drawing/2014/main" id="{2D7D1652-1142-01F0-575E-E7FE2C2E8BCE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3" name="TextBox 512">
                <a:extLst>
                  <a:ext uri="{FF2B5EF4-FFF2-40B4-BE49-F238E27FC236}">
                    <a16:creationId xmlns:a16="http://schemas.microsoft.com/office/drawing/2014/main" id="{00F8D079-C36F-595E-A475-C3EE4CA7722C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C897F7A2-2D36-22CD-75AB-A7D2B25C8AE2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5" name="Straight Connector 514">
                <a:extLst>
                  <a:ext uri="{FF2B5EF4-FFF2-40B4-BE49-F238E27FC236}">
                    <a16:creationId xmlns:a16="http://schemas.microsoft.com/office/drawing/2014/main" id="{80419952-A121-5495-89B9-AB46A4D8EDDA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6" name="Oval 515">
                <a:extLst>
                  <a:ext uri="{FF2B5EF4-FFF2-40B4-BE49-F238E27FC236}">
                    <a16:creationId xmlns:a16="http://schemas.microsoft.com/office/drawing/2014/main" id="{E8653B6F-3454-F94A-A558-9D75AF7AC68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7" name="TextBox 516">
                <a:extLst>
                  <a:ext uri="{FF2B5EF4-FFF2-40B4-BE49-F238E27FC236}">
                    <a16:creationId xmlns:a16="http://schemas.microsoft.com/office/drawing/2014/main" id="{90F3904D-94B4-7E48-0FD6-B563B31E3EA4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18" name="Oval 517">
                <a:extLst>
                  <a:ext uri="{FF2B5EF4-FFF2-40B4-BE49-F238E27FC236}">
                    <a16:creationId xmlns:a16="http://schemas.microsoft.com/office/drawing/2014/main" id="{8759BB97-387C-18C6-4219-1A7743CF649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TextBox 518">
                <a:extLst>
                  <a:ext uri="{FF2B5EF4-FFF2-40B4-BE49-F238E27FC236}">
                    <a16:creationId xmlns:a16="http://schemas.microsoft.com/office/drawing/2014/main" id="{A33B942C-EE4B-7FD9-A3E5-8E9491B6955F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20" name="Straight Connector 519">
                <a:extLst>
                  <a:ext uri="{FF2B5EF4-FFF2-40B4-BE49-F238E27FC236}">
                    <a16:creationId xmlns:a16="http://schemas.microsoft.com/office/drawing/2014/main" id="{2DE2D755-1DD7-36E1-889C-CE51276038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Straight Connector 520">
                <a:extLst>
                  <a:ext uri="{FF2B5EF4-FFF2-40B4-BE49-F238E27FC236}">
                    <a16:creationId xmlns:a16="http://schemas.microsoft.com/office/drawing/2014/main" id="{DB7D6EF9-5FC5-759E-1E04-49EA48AD5D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C7B15200-333D-3620-3BC1-9A82302552CE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Freeform 522">
                <a:extLst>
                  <a:ext uri="{FF2B5EF4-FFF2-40B4-BE49-F238E27FC236}">
                    <a16:creationId xmlns:a16="http://schemas.microsoft.com/office/drawing/2014/main" id="{0C3CFBA4-D9FC-EC9E-D361-14DD3C1EB34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" name="Freeform 523">
                <a:extLst>
                  <a:ext uri="{FF2B5EF4-FFF2-40B4-BE49-F238E27FC236}">
                    <a16:creationId xmlns:a16="http://schemas.microsoft.com/office/drawing/2014/main" id="{D26A3F7E-DD6F-5E8B-DDE6-FB8CAB419CA0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Freeform 524">
                <a:extLst>
                  <a:ext uri="{FF2B5EF4-FFF2-40B4-BE49-F238E27FC236}">
                    <a16:creationId xmlns:a16="http://schemas.microsoft.com/office/drawing/2014/main" id="{214546EA-1EF9-9E2E-7E7B-BAAEF33CDD7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Freeform 525">
                <a:extLst>
                  <a:ext uri="{FF2B5EF4-FFF2-40B4-BE49-F238E27FC236}">
                    <a16:creationId xmlns:a16="http://schemas.microsoft.com/office/drawing/2014/main" id="{3D4D350F-010E-40CE-652E-024A01B25156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Freeform 526">
                <a:extLst>
                  <a:ext uri="{FF2B5EF4-FFF2-40B4-BE49-F238E27FC236}">
                    <a16:creationId xmlns:a16="http://schemas.microsoft.com/office/drawing/2014/main" id="{4F9B4D45-5319-9FEE-7BA6-BF85CF2B4752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8" name="Freeform 527">
                <a:extLst>
                  <a:ext uri="{FF2B5EF4-FFF2-40B4-BE49-F238E27FC236}">
                    <a16:creationId xmlns:a16="http://schemas.microsoft.com/office/drawing/2014/main" id="{D9F45C23-074E-84E4-2BAB-889A31701BA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9" name="Group 528">
                <a:extLst>
                  <a:ext uri="{FF2B5EF4-FFF2-40B4-BE49-F238E27FC236}">
                    <a16:creationId xmlns:a16="http://schemas.microsoft.com/office/drawing/2014/main" id="{06FF1D83-BA34-8956-051B-FDE90567B583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30" name="Rectangle 529">
                  <a:extLst>
                    <a:ext uri="{FF2B5EF4-FFF2-40B4-BE49-F238E27FC236}">
                      <a16:creationId xmlns:a16="http://schemas.microsoft.com/office/drawing/2014/main" id="{F2696592-0F59-DFB4-E3B3-8C3116A9F5F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1" name="Straight Connector 530">
                  <a:extLst>
                    <a:ext uri="{FF2B5EF4-FFF2-40B4-BE49-F238E27FC236}">
                      <a16:creationId xmlns:a16="http://schemas.microsoft.com/office/drawing/2014/main" id="{812FAEBD-9E55-71B9-F7DB-7CFF00470E53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32" name="Group 531">
              <a:extLst>
                <a:ext uri="{FF2B5EF4-FFF2-40B4-BE49-F238E27FC236}">
                  <a16:creationId xmlns:a16="http://schemas.microsoft.com/office/drawing/2014/main" id="{FD6D0CB0-8198-FA22-C25C-A04FAD81F933}"/>
                </a:ext>
              </a:extLst>
            </p:cNvPr>
            <p:cNvGrpSpPr/>
            <p:nvPr/>
          </p:nvGrpSpPr>
          <p:grpSpPr>
            <a:xfrm>
              <a:off x="64008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33" name="Triangle 532">
                <a:extLst>
                  <a:ext uri="{FF2B5EF4-FFF2-40B4-BE49-F238E27FC236}">
                    <a16:creationId xmlns:a16="http://schemas.microsoft.com/office/drawing/2014/main" id="{947AE19D-B16A-8055-BFBD-859E6FCC7506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E0C3D9B0-D1AC-13EC-2B77-95A4FA8E2F3D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01F27FAB-37B2-C127-3CED-4F6B077D7DFC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6" name="Straight Connector 535">
                <a:extLst>
                  <a:ext uri="{FF2B5EF4-FFF2-40B4-BE49-F238E27FC236}">
                    <a16:creationId xmlns:a16="http://schemas.microsoft.com/office/drawing/2014/main" id="{DB8F5DC5-B9BB-0AC9-9E3F-19FE5949E8D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C4C5B33A-A601-9643-6515-472279D0605C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68FC48ED-2694-68D8-CFB8-B26AA0C685B1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39" name="Oval 538">
                <a:extLst>
                  <a:ext uri="{FF2B5EF4-FFF2-40B4-BE49-F238E27FC236}">
                    <a16:creationId xmlns:a16="http://schemas.microsoft.com/office/drawing/2014/main" id="{019ECA4D-EC3B-A558-0768-DE1333643F1A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0" name="TextBox 539">
                <a:extLst>
                  <a:ext uri="{FF2B5EF4-FFF2-40B4-BE49-F238E27FC236}">
                    <a16:creationId xmlns:a16="http://schemas.microsoft.com/office/drawing/2014/main" id="{6F2E88D3-9108-0561-B53A-92165C4BC3C6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41" name="Straight Connector 540">
                <a:extLst>
                  <a:ext uri="{FF2B5EF4-FFF2-40B4-BE49-F238E27FC236}">
                    <a16:creationId xmlns:a16="http://schemas.microsoft.com/office/drawing/2014/main" id="{A7B302AE-F064-85FC-A658-E2AACC1EF5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Straight Connector 541">
                <a:extLst>
                  <a:ext uri="{FF2B5EF4-FFF2-40B4-BE49-F238E27FC236}">
                    <a16:creationId xmlns:a16="http://schemas.microsoft.com/office/drawing/2014/main" id="{1D01FD62-5478-E69F-3654-326D6172FB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D9519BCE-15B8-C2C4-6610-2A56D5CE9916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E4176B25-A4FC-B4EC-B49B-223C9206E494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BD710CD7-D843-6497-89B7-09C84C84847F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3B2302C9-8D9B-8E08-CB45-586574AC8B9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A5DAF01E-3286-E6CF-F4BD-D8B3FFFA3514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8" name="Freeform 547">
                <a:extLst>
                  <a:ext uri="{FF2B5EF4-FFF2-40B4-BE49-F238E27FC236}">
                    <a16:creationId xmlns:a16="http://schemas.microsoft.com/office/drawing/2014/main" id="{3CE62898-77BA-6CAC-F718-7B4DFEEDFBCD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9" name="Freeform 548">
                <a:extLst>
                  <a:ext uri="{FF2B5EF4-FFF2-40B4-BE49-F238E27FC236}">
                    <a16:creationId xmlns:a16="http://schemas.microsoft.com/office/drawing/2014/main" id="{F8F6223E-0ABC-CF07-6B60-66906AE122BA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50" name="Group 549">
                <a:extLst>
                  <a:ext uri="{FF2B5EF4-FFF2-40B4-BE49-F238E27FC236}">
                    <a16:creationId xmlns:a16="http://schemas.microsoft.com/office/drawing/2014/main" id="{75347893-5B01-D7A3-F332-AAD570E71037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51" name="Rectangle 550">
                  <a:extLst>
                    <a:ext uri="{FF2B5EF4-FFF2-40B4-BE49-F238E27FC236}">
                      <a16:creationId xmlns:a16="http://schemas.microsoft.com/office/drawing/2014/main" id="{A431719D-A231-8B00-6FBE-F8D78841BC8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52" name="Straight Connector 551">
                  <a:extLst>
                    <a:ext uri="{FF2B5EF4-FFF2-40B4-BE49-F238E27FC236}">
                      <a16:creationId xmlns:a16="http://schemas.microsoft.com/office/drawing/2014/main" id="{1B624131-D8BE-4003-FBB2-23AD67C6BADC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80F2EF03-F1B4-2F92-E489-FEB5641FA03E}"/>
                </a:ext>
              </a:extLst>
            </p:cNvPr>
            <p:cNvGrpSpPr/>
            <p:nvPr/>
          </p:nvGrpSpPr>
          <p:grpSpPr>
            <a:xfrm>
              <a:off x="64008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54" name="Triangle 553">
                <a:extLst>
                  <a:ext uri="{FF2B5EF4-FFF2-40B4-BE49-F238E27FC236}">
                    <a16:creationId xmlns:a16="http://schemas.microsoft.com/office/drawing/2014/main" id="{666CA0AE-7913-E690-5246-A92ACB791199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5" name="TextBox 554">
                <a:extLst>
                  <a:ext uri="{FF2B5EF4-FFF2-40B4-BE49-F238E27FC236}">
                    <a16:creationId xmlns:a16="http://schemas.microsoft.com/office/drawing/2014/main" id="{CA34D5B9-D50F-2F25-A561-3C34FDED1AC7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56" name="Rectangle 555">
                <a:extLst>
                  <a:ext uri="{FF2B5EF4-FFF2-40B4-BE49-F238E27FC236}">
                    <a16:creationId xmlns:a16="http://schemas.microsoft.com/office/drawing/2014/main" id="{3BF4B023-676A-A489-0F9F-BF6B158EF804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57" name="Straight Connector 556">
                <a:extLst>
                  <a:ext uri="{FF2B5EF4-FFF2-40B4-BE49-F238E27FC236}">
                    <a16:creationId xmlns:a16="http://schemas.microsoft.com/office/drawing/2014/main" id="{AF730C85-8BBC-F62C-3721-405AAC85A9F7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8" name="Oval 557">
                <a:extLst>
                  <a:ext uri="{FF2B5EF4-FFF2-40B4-BE49-F238E27FC236}">
                    <a16:creationId xmlns:a16="http://schemas.microsoft.com/office/drawing/2014/main" id="{6F42A048-957A-4656-0CDC-31D6C3D7DC3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TextBox 558">
                <a:extLst>
                  <a:ext uri="{FF2B5EF4-FFF2-40B4-BE49-F238E27FC236}">
                    <a16:creationId xmlns:a16="http://schemas.microsoft.com/office/drawing/2014/main" id="{703B5025-FBB2-9A2E-9295-F49BC012C5A2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60" name="Oval 559">
                <a:extLst>
                  <a:ext uri="{FF2B5EF4-FFF2-40B4-BE49-F238E27FC236}">
                    <a16:creationId xmlns:a16="http://schemas.microsoft.com/office/drawing/2014/main" id="{16D6297E-9B28-BBD3-185D-EE23E0AC8A0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1" name="TextBox 560">
                <a:extLst>
                  <a:ext uri="{FF2B5EF4-FFF2-40B4-BE49-F238E27FC236}">
                    <a16:creationId xmlns:a16="http://schemas.microsoft.com/office/drawing/2014/main" id="{54180EEA-A512-096F-F023-CDE697DBA77C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62" name="Straight Connector 561">
                <a:extLst>
                  <a:ext uri="{FF2B5EF4-FFF2-40B4-BE49-F238E27FC236}">
                    <a16:creationId xmlns:a16="http://schemas.microsoft.com/office/drawing/2014/main" id="{1226732F-C30C-0613-B55B-90A1BCB185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Straight Connector 562">
                <a:extLst>
                  <a:ext uri="{FF2B5EF4-FFF2-40B4-BE49-F238E27FC236}">
                    <a16:creationId xmlns:a16="http://schemas.microsoft.com/office/drawing/2014/main" id="{B164E22B-E5B8-88A4-28D5-0B11BBAAC8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4" name="Freeform 563">
                <a:extLst>
                  <a:ext uri="{FF2B5EF4-FFF2-40B4-BE49-F238E27FC236}">
                    <a16:creationId xmlns:a16="http://schemas.microsoft.com/office/drawing/2014/main" id="{38F6C02C-3EE1-CA94-EF83-34E94FA4AFDF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Freeform 564">
                <a:extLst>
                  <a:ext uri="{FF2B5EF4-FFF2-40B4-BE49-F238E27FC236}">
                    <a16:creationId xmlns:a16="http://schemas.microsoft.com/office/drawing/2014/main" id="{A139D13D-9838-01CA-E281-EA3C2C170A2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Freeform 565">
                <a:extLst>
                  <a:ext uri="{FF2B5EF4-FFF2-40B4-BE49-F238E27FC236}">
                    <a16:creationId xmlns:a16="http://schemas.microsoft.com/office/drawing/2014/main" id="{62D8C5A5-8C4D-63BD-7AE8-49C90A7B0A16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Freeform 566">
                <a:extLst>
                  <a:ext uri="{FF2B5EF4-FFF2-40B4-BE49-F238E27FC236}">
                    <a16:creationId xmlns:a16="http://schemas.microsoft.com/office/drawing/2014/main" id="{D1203557-790F-A47E-5CA0-6AADB43105CB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Freeform 567">
                <a:extLst>
                  <a:ext uri="{FF2B5EF4-FFF2-40B4-BE49-F238E27FC236}">
                    <a16:creationId xmlns:a16="http://schemas.microsoft.com/office/drawing/2014/main" id="{06C0F9C3-8287-D933-9CAC-E4B2EBC1B00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9" name="Freeform 568">
                <a:extLst>
                  <a:ext uri="{FF2B5EF4-FFF2-40B4-BE49-F238E27FC236}">
                    <a16:creationId xmlns:a16="http://schemas.microsoft.com/office/drawing/2014/main" id="{02AB72F4-D28E-3BFD-08F4-08C99EA987D9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Freeform 569">
                <a:extLst>
                  <a:ext uri="{FF2B5EF4-FFF2-40B4-BE49-F238E27FC236}">
                    <a16:creationId xmlns:a16="http://schemas.microsoft.com/office/drawing/2014/main" id="{E197A348-DA75-0D77-2167-5C03D6655F7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71" name="Group 570">
                <a:extLst>
                  <a:ext uri="{FF2B5EF4-FFF2-40B4-BE49-F238E27FC236}">
                    <a16:creationId xmlns:a16="http://schemas.microsoft.com/office/drawing/2014/main" id="{BBF71660-DFD1-AAE3-692C-AE189BB61CAE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72" name="Rectangle 571">
                  <a:extLst>
                    <a:ext uri="{FF2B5EF4-FFF2-40B4-BE49-F238E27FC236}">
                      <a16:creationId xmlns:a16="http://schemas.microsoft.com/office/drawing/2014/main" id="{6F86A639-A806-917A-913C-DC35ED96C26E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73" name="Straight Connector 572">
                  <a:extLst>
                    <a:ext uri="{FF2B5EF4-FFF2-40B4-BE49-F238E27FC236}">
                      <a16:creationId xmlns:a16="http://schemas.microsoft.com/office/drawing/2014/main" id="{CEDCFD17-3576-DB8E-7153-D4A13F843D21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74" name="Group 573">
              <a:extLst>
                <a:ext uri="{FF2B5EF4-FFF2-40B4-BE49-F238E27FC236}">
                  <a16:creationId xmlns:a16="http://schemas.microsoft.com/office/drawing/2014/main" id="{2692955D-39B9-FC40-AC9F-FE86CD39FBFA}"/>
                </a:ext>
              </a:extLst>
            </p:cNvPr>
            <p:cNvGrpSpPr/>
            <p:nvPr/>
          </p:nvGrpSpPr>
          <p:grpSpPr>
            <a:xfrm>
              <a:off x="64008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75" name="Triangle 574">
                <a:extLst>
                  <a:ext uri="{FF2B5EF4-FFF2-40B4-BE49-F238E27FC236}">
                    <a16:creationId xmlns:a16="http://schemas.microsoft.com/office/drawing/2014/main" id="{5E849A73-08FA-D8C6-0BFA-01040FF91ED4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6" name="TextBox 575">
                <a:extLst>
                  <a:ext uri="{FF2B5EF4-FFF2-40B4-BE49-F238E27FC236}">
                    <a16:creationId xmlns:a16="http://schemas.microsoft.com/office/drawing/2014/main" id="{03B233FF-6EC0-B3AA-FC63-67CC44A2738C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77" name="Rectangle 576">
                <a:extLst>
                  <a:ext uri="{FF2B5EF4-FFF2-40B4-BE49-F238E27FC236}">
                    <a16:creationId xmlns:a16="http://schemas.microsoft.com/office/drawing/2014/main" id="{EDF7BCFB-9D34-F912-E076-E7450CDB229D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78" name="Straight Connector 577">
                <a:extLst>
                  <a:ext uri="{FF2B5EF4-FFF2-40B4-BE49-F238E27FC236}">
                    <a16:creationId xmlns:a16="http://schemas.microsoft.com/office/drawing/2014/main" id="{22DF3CEC-524F-14C3-5352-A9A6659C3983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40D61C72-491C-C397-82A7-0C0714E98B6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0" name="TextBox 579">
                <a:extLst>
                  <a:ext uri="{FF2B5EF4-FFF2-40B4-BE49-F238E27FC236}">
                    <a16:creationId xmlns:a16="http://schemas.microsoft.com/office/drawing/2014/main" id="{180FA19E-DAE0-55D9-61E6-7DB67B4218A7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81" name="Oval 580">
                <a:extLst>
                  <a:ext uri="{FF2B5EF4-FFF2-40B4-BE49-F238E27FC236}">
                    <a16:creationId xmlns:a16="http://schemas.microsoft.com/office/drawing/2014/main" id="{73E285C8-14F8-1249-41AE-8BF7C1DD18D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TextBox 581">
                <a:extLst>
                  <a:ext uri="{FF2B5EF4-FFF2-40B4-BE49-F238E27FC236}">
                    <a16:creationId xmlns:a16="http://schemas.microsoft.com/office/drawing/2014/main" id="{8F8FA64A-CBA9-07A6-62FE-FC7B4036F2E7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83" name="Straight Connector 582">
                <a:extLst>
                  <a:ext uri="{FF2B5EF4-FFF2-40B4-BE49-F238E27FC236}">
                    <a16:creationId xmlns:a16="http://schemas.microsoft.com/office/drawing/2014/main" id="{D09C2A56-8613-A5FB-5EDE-01B264A815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Straight Connector 583">
                <a:extLst>
                  <a:ext uri="{FF2B5EF4-FFF2-40B4-BE49-F238E27FC236}">
                    <a16:creationId xmlns:a16="http://schemas.microsoft.com/office/drawing/2014/main" id="{4C41AA67-EC02-FE90-110A-761D54B2B2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5" name="Freeform 584">
                <a:extLst>
                  <a:ext uri="{FF2B5EF4-FFF2-40B4-BE49-F238E27FC236}">
                    <a16:creationId xmlns:a16="http://schemas.microsoft.com/office/drawing/2014/main" id="{D026F78C-99DD-ECAD-F8A6-770270490370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B5EB2ED5-084D-9864-74D2-F57BE5B02CD2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Freeform 586">
                <a:extLst>
                  <a:ext uri="{FF2B5EF4-FFF2-40B4-BE49-F238E27FC236}">
                    <a16:creationId xmlns:a16="http://schemas.microsoft.com/office/drawing/2014/main" id="{4D2290EE-4720-B706-A5B7-33EE6819D320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8" name="Freeform 587">
                <a:extLst>
                  <a:ext uri="{FF2B5EF4-FFF2-40B4-BE49-F238E27FC236}">
                    <a16:creationId xmlns:a16="http://schemas.microsoft.com/office/drawing/2014/main" id="{FC9F5621-BC8D-0A30-06AB-98F6D44B63FF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A3AA9405-22BE-B7F5-32A3-1D611546F1B8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D17360A4-8DC3-A7E6-DAA1-EAB668CAF72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B753ACFA-DFE7-B5FC-4D4A-95D2151DE030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92" name="Group 591">
                <a:extLst>
                  <a:ext uri="{FF2B5EF4-FFF2-40B4-BE49-F238E27FC236}">
                    <a16:creationId xmlns:a16="http://schemas.microsoft.com/office/drawing/2014/main" id="{9967B13E-E80C-170D-363E-F3C61E5C4A8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93" name="Rectangle 592">
                  <a:extLst>
                    <a:ext uri="{FF2B5EF4-FFF2-40B4-BE49-F238E27FC236}">
                      <a16:creationId xmlns:a16="http://schemas.microsoft.com/office/drawing/2014/main" id="{ECA35ECB-C245-136F-A892-74E26B915C55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C35F4453-DD01-22B1-FF7B-81D592A21715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95" name="Group 594">
              <a:extLst>
                <a:ext uri="{FF2B5EF4-FFF2-40B4-BE49-F238E27FC236}">
                  <a16:creationId xmlns:a16="http://schemas.microsoft.com/office/drawing/2014/main" id="{1006DF2F-7F83-85AF-01A8-282C75D16D56}"/>
                </a:ext>
              </a:extLst>
            </p:cNvPr>
            <p:cNvGrpSpPr/>
            <p:nvPr/>
          </p:nvGrpSpPr>
          <p:grpSpPr>
            <a:xfrm>
              <a:off x="100584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96" name="Triangle 595">
                <a:extLst>
                  <a:ext uri="{FF2B5EF4-FFF2-40B4-BE49-F238E27FC236}">
                    <a16:creationId xmlns:a16="http://schemas.microsoft.com/office/drawing/2014/main" id="{DE7123C7-2D6B-C088-E0B2-A15C3178B0EA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E5D9CBA8-CE1C-81B3-E619-42C51CCD5478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7270CCE3-D813-4C20-6EA3-62248DF556A2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9" name="Straight Connector 598">
                <a:extLst>
                  <a:ext uri="{FF2B5EF4-FFF2-40B4-BE49-F238E27FC236}">
                    <a16:creationId xmlns:a16="http://schemas.microsoft.com/office/drawing/2014/main" id="{E4F6C767-CC19-0D56-3864-8EAD0D9BCBD6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0" name="Oval 599">
                <a:extLst>
                  <a:ext uri="{FF2B5EF4-FFF2-40B4-BE49-F238E27FC236}">
                    <a16:creationId xmlns:a16="http://schemas.microsoft.com/office/drawing/2014/main" id="{162BD8AE-63FA-8E9D-2109-B498405D910D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0BD2764-D59E-92B8-8826-21AD6B101698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02" name="Oval 601">
                <a:extLst>
                  <a:ext uri="{FF2B5EF4-FFF2-40B4-BE49-F238E27FC236}">
                    <a16:creationId xmlns:a16="http://schemas.microsoft.com/office/drawing/2014/main" id="{F9A1E189-0340-4C0E-6F38-90876A7EF4EC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C144A24F-877A-BD02-990D-0F373CF565A3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04" name="Straight Connector 603">
                <a:extLst>
                  <a:ext uri="{FF2B5EF4-FFF2-40B4-BE49-F238E27FC236}">
                    <a16:creationId xmlns:a16="http://schemas.microsoft.com/office/drawing/2014/main" id="{9803B7B6-404A-F382-A541-AEC1087F6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5" name="Straight Connector 604">
                <a:extLst>
                  <a:ext uri="{FF2B5EF4-FFF2-40B4-BE49-F238E27FC236}">
                    <a16:creationId xmlns:a16="http://schemas.microsoft.com/office/drawing/2014/main" id="{978982E3-BDEC-C985-A312-FA38DDB3B4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53A7D0E6-2327-57D5-6110-33FB763A2D3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EE01E5F1-75F6-31EA-0E39-3F543B70C578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724C59FA-7C2F-02E4-86EA-EAE11EE99874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9" name="Freeform 608">
                <a:extLst>
                  <a:ext uri="{FF2B5EF4-FFF2-40B4-BE49-F238E27FC236}">
                    <a16:creationId xmlns:a16="http://schemas.microsoft.com/office/drawing/2014/main" id="{DD82FD16-0CF7-AF23-73F5-053BADC1C39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0" name="Freeform 609">
                <a:extLst>
                  <a:ext uri="{FF2B5EF4-FFF2-40B4-BE49-F238E27FC236}">
                    <a16:creationId xmlns:a16="http://schemas.microsoft.com/office/drawing/2014/main" id="{DBFFF180-553B-867F-6E22-20F03E5E46D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Freeform 610">
                <a:extLst>
                  <a:ext uri="{FF2B5EF4-FFF2-40B4-BE49-F238E27FC236}">
                    <a16:creationId xmlns:a16="http://schemas.microsoft.com/office/drawing/2014/main" id="{494DAC13-5740-6563-45F6-8FFAF35074E7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Freeform 611">
                <a:extLst>
                  <a:ext uri="{FF2B5EF4-FFF2-40B4-BE49-F238E27FC236}">
                    <a16:creationId xmlns:a16="http://schemas.microsoft.com/office/drawing/2014/main" id="{88F7DA7D-0095-1979-E1FF-5073ED08FD06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13" name="Group 612">
                <a:extLst>
                  <a:ext uri="{FF2B5EF4-FFF2-40B4-BE49-F238E27FC236}">
                    <a16:creationId xmlns:a16="http://schemas.microsoft.com/office/drawing/2014/main" id="{800ECF99-F218-FC12-D86E-B223FEA01571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14" name="Rectangle 613">
                  <a:extLst>
                    <a:ext uri="{FF2B5EF4-FFF2-40B4-BE49-F238E27FC236}">
                      <a16:creationId xmlns:a16="http://schemas.microsoft.com/office/drawing/2014/main" id="{19A1D679-D881-67D5-0737-57123CE04D85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5" name="Straight Connector 614">
                  <a:extLst>
                    <a:ext uri="{FF2B5EF4-FFF2-40B4-BE49-F238E27FC236}">
                      <a16:creationId xmlns:a16="http://schemas.microsoft.com/office/drawing/2014/main" id="{CC0BDAFB-3707-A848-D4C1-F1046B504F16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16" name="Group 615">
              <a:extLst>
                <a:ext uri="{FF2B5EF4-FFF2-40B4-BE49-F238E27FC236}">
                  <a16:creationId xmlns:a16="http://schemas.microsoft.com/office/drawing/2014/main" id="{91967647-157E-E154-21D7-BDA8F9418B9F}"/>
                </a:ext>
              </a:extLst>
            </p:cNvPr>
            <p:cNvGrpSpPr/>
            <p:nvPr/>
          </p:nvGrpSpPr>
          <p:grpSpPr>
            <a:xfrm>
              <a:off x="100584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617" name="Triangle 616">
                <a:extLst>
                  <a:ext uri="{FF2B5EF4-FFF2-40B4-BE49-F238E27FC236}">
                    <a16:creationId xmlns:a16="http://schemas.microsoft.com/office/drawing/2014/main" id="{0650B695-FBFB-41DF-00C0-B56607F6DED0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D3609B41-D119-5512-C55F-F3CDB32401F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619" name="Rectangle 618">
                <a:extLst>
                  <a:ext uri="{FF2B5EF4-FFF2-40B4-BE49-F238E27FC236}">
                    <a16:creationId xmlns:a16="http://schemas.microsoft.com/office/drawing/2014/main" id="{A9035F46-41CF-62AF-3896-91A88A894E1A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0" name="Straight Connector 619">
                <a:extLst>
                  <a:ext uri="{FF2B5EF4-FFF2-40B4-BE49-F238E27FC236}">
                    <a16:creationId xmlns:a16="http://schemas.microsoft.com/office/drawing/2014/main" id="{7076FCAB-8C77-57B9-ED88-C90A0C85172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1" name="Oval 620">
                <a:extLst>
                  <a:ext uri="{FF2B5EF4-FFF2-40B4-BE49-F238E27FC236}">
                    <a16:creationId xmlns:a16="http://schemas.microsoft.com/office/drawing/2014/main" id="{B2E0DF6F-8047-45E4-78DF-14C6C6BBE756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2" name="TextBox 621">
                <a:extLst>
                  <a:ext uri="{FF2B5EF4-FFF2-40B4-BE49-F238E27FC236}">
                    <a16:creationId xmlns:a16="http://schemas.microsoft.com/office/drawing/2014/main" id="{0E06EC5B-F667-440C-7522-FB848BDAD7B0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23" name="Oval 622">
                <a:extLst>
                  <a:ext uri="{FF2B5EF4-FFF2-40B4-BE49-F238E27FC236}">
                    <a16:creationId xmlns:a16="http://schemas.microsoft.com/office/drawing/2014/main" id="{6E276D74-308A-CFC4-BBD6-5C318066944E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4577F6EB-7D23-CC71-624E-56936440D3D5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25" name="Straight Connector 624">
                <a:extLst>
                  <a:ext uri="{FF2B5EF4-FFF2-40B4-BE49-F238E27FC236}">
                    <a16:creationId xmlns:a16="http://schemas.microsoft.com/office/drawing/2014/main" id="{D53C018A-8713-26FB-5092-9552547DDF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6" name="Straight Connector 625">
                <a:extLst>
                  <a:ext uri="{FF2B5EF4-FFF2-40B4-BE49-F238E27FC236}">
                    <a16:creationId xmlns:a16="http://schemas.microsoft.com/office/drawing/2014/main" id="{4D300173-DD1B-127C-C948-A6EADE316B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8F8699BE-C996-A000-074E-FDD100646A1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8C9D7DA4-E9C9-1E0F-3EF9-F46BD14E802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2E8D92B8-4409-554E-01E1-F9022EE1BB8B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B9E50CD3-68DA-70B3-54B1-D7A05FF623E6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1" name="Freeform 630">
                <a:extLst>
                  <a:ext uri="{FF2B5EF4-FFF2-40B4-BE49-F238E27FC236}">
                    <a16:creationId xmlns:a16="http://schemas.microsoft.com/office/drawing/2014/main" id="{A6B5D895-6F8A-5001-9221-C1DAE891E10B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2" name="Freeform 631">
                <a:extLst>
                  <a:ext uri="{FF2B5EF4-FFF2-40B4-BE49-F238E27FC236}">
                    <a16:creationId xmlns:a16="http://schemas.microsoft.com/office/drawing/2014/main" id="{895D4C0D-4E07-6AC9-383F-CB05D755D445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3" name="Freeform 632">
                <a:extLst>
                  <a:ext uri="{FF2B5EF4-FFF2-40B4-BE49-F238E27FC236}">
                    <a16:creationId xmlns:a16="http://schemas.microsoft.com/office/drawing/2014/main" id="{707F3AED-FA8C-8DB2-A231-F6633929CD48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34" name="Group 633">
                <a:extLst>
                  <a:ext uri="{FF2B5EF4-FFF2-40B4-BE49-F238E27FC236}">
                    <a16:creationId xmlns:a16="http://schemas.microsoft.com/office/drawing/2014/main" id="{5F5F422E-06B4-385F-B75F-691AEBB88CC0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35" name="Rectangle 634">
                  <a:extLst>
                    <a:ext uri="{FF2B5EF4-FFF2-40B4-BE49-F238E27FC236}">
                      <a16:creationId xmlns:a16="http://schemas.microsoft.com/office/drawing/2014/main" id="{F149F5D2-729B-82E6-D775-1538FF9E0941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36" name="Straight Connector 635">
                  <a:extLst>
                    <a:ext uri="{FF2B5EF4-FFF2-40B4-BE49-F238E27FC236}">
                      <a16:creationId xmlns:a16="http://schemas.microsoft.com/office/drawing/2014/main" id="{CE8634FC-4CC3-4CFC-8BE9-20839F85A650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37" name="Group 636">
              <a:extLst>
                <a:ext uri="{FF2B5EF4-FFF2-40B4-BE49-F238E27FC236}">
                  <a16:creationId xmlns:a16="http://schemas.microsoft.com/office/drawing/2014/main" id="{B76E2D46-5FC9-98DB-8D68-2FA34BC724B7}"/>
                </a:ext>
              </a:extLst>
            </p:cNvPr>
            <p:cNvGrpSpPr/>
            <p:nvPr/>
          </p:nvGrpSpPr>
          <p:grpSpPr>
            <a:xfrm>
              <a:off x="100584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638" name="Triangle 637">
                <a:extLst>
                  <a:ext uri="{FF2B5EF4-FFF2-40B4-BE49-F238E27FC236}">
                    <a16:creationId xmlns:a16="http://schemas.microsoft.com/office/drawing/2014/main" id="{70241310-111D-DB43-4169-C48272F6D27A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9" name="TextBox 638">
                <a:extLst>
                  <a:ext uri="{FF2B5EF4-FFF2-40B4-BE49-F238E27FC236}">
                    <a16:creationId xmlns:a16="http://schemas.microsoft.com/office/drawing/2014/main" id="{33335EEA-504E-F8CD-8447-DE748C34408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8A3FDDA4-6DFF-D59C-5F29-96B89FCA52CC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1" name="Straight Connector 640">
                <a:extLst>
                  <a:ext uri="{FF2B5EF4-FFF2-40B4-BE49-F238E27FC236}">
                    <a16:creationId xmlns:a16="http://schemas.microsoft.com/office/drawing/2014/main" id="{E35CCA65-A398-4D45-AD15-A696D1517FBB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2" name="Oval 641">
                <a:extLst>
                  <a:ext uri="{FF2B5EF4-FFF2-40B4-BE49-F238E27FC236}">
                    <a16:creationId xmlns:a16="http://schemas.microsoft.com/office/drawing/2014/main" id="{BF80F913-894D-13BF-4FDA-B58E79D8FA38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3" name="TextBox 642">
                <a:extLst>
                  <a:ext uri="{FF2B5EF4-FFF2-40B4-BE49-F238E27FC236}">
                    <a16:creationId xmlns:a16="http://schemas.microsoft.com/office/drawing/2014/main" id="{EBCF8622-A5F1-98CA-C419-D00DE394ADA5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44" name="Oval 643">
                <a:extLst>
                  <a:ext uri="{FF2B5EF4-FFF2-40B4-BE49-F238E27FC236}">
                    <a16:creationId xmlns:a16="http://schemas.microsoft.com/office/drawing/2014/main" id="{5A6937E6-4AE5-100C-F45A-66CD1B0662EC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5" name="TextBox 644">
                <a:extLst>
                  <a:ext uri="{FF2B5EF4-FFF2-40B4-BE49-F238E27FC236}">
                    <a16:creationId xmlns:a16="http://schemas.microsoft.com/office/drawing/2014/main" id="{992A8DC3-7D57-0D72-5C27-5DDF1112B5D4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46" name="Straight Connector 645">
                <a:extLst>
                  <a:ext uri="{FF2B5EF4-FFF2-40B4-BE49-F238E27FC236}">
                    <a16:creationId xmlns:a16="http://schemas.microsoft.com/office/drawing/2014/main" id="{41452C1C-13DF-09C9-C7BC-FE0AFD3413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Straight Connector 646">
                <a:extLst>
                  <a:ext uri="{FF2B5EF4-FFF2-40B4-BE49-F238E27FC236}">
                    <a16:creationId xmlns:a16="http://schemas.microsoft.com/office/drawing/2014/main" id="{EBA8DEEA-E245-0305-2C23-9F44972FE8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8" name="Freeform 647">
                <a:extLst>
                  <a:ext uri="{FF2B5EF4-FFF2-40B4-BE49-F238E27FC236}">
                    <a16:creationId xmlns:a16="http://schemas.microsoft.com/office/drawing/2014/main" id="{2C438DDF-3983-EF8C-0E45-275E235AD121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9" name="Freeform 648">
                <a:extLst>
                  <a:ext uri="{FF2B5EF4-FFF2-40B4-BE49-F238E27FC236}">
                    <a16:creationId xmlns:a16="http://schemas.microsoft.com/office/drawing/2014/main" id="{3DFEB53F-B64B-8203-065B-2FEFA1AE1C98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0" name="Freeform 649">
                <a:extLst>
                  <a:ext uri="{FF2B5EF4-FFF2-40B4-BE49-F238E27FC236}">
                    <a16:creationId xmlns:a16="http://schemas.microsoft.com/office/drawing/2014/main" id="{D1E7EB62-F47B-CDAF-1799-FB0EFD9482E5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1" name="Freeform 650">
                <a:extLst>
                  <a:ext uri="{FF2B5EF4-FFF2-40B4-BE49-F238E27FC236}">
                    <a16:creationId xmlns:a16="http://schemas.microsoft.com/office/drawing/2014/main" id="{E2079FAB-FB69-F719-AD46-3E42DEF3AE1E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2" name="Freeform 651">
                <a:extLst>
                  <a:ext uri="{FF2B5EF4-FFF2-40B4-BE49-F238E27FC236}">
                    <a16:creationId xmlns:a16="http://schemas.microsoft.com/office/drawing/2014/main" id="{409906DC-3949-B648-CB18-EDE72EB633CE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3" name="Freeform 652">
                <a:extLst>
                  <a:ext uri="{FF2B5EF4-FFF2-40B4-BE49-F238E27FC236}">
                    <a16:creationId xmlns:a16="http://schemas.microsoft.com/office/drawing/2014/main" id="{B2A0301F-666E-CEB9-4929-283C97A430BB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4" name="Freeform 653">
                <a:extLst>
                  <a:ext uri="{FF2B5EF4-FFF2-40B4-BE49-F238E27FC236}">
                    <a16:creationId xmlns:a16="http://schemas.microsoft.com/office/drawing/2014/main" id="{4FDCE814-C13C-99E9-8493-9E889C25DB28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55" name="Group 654">
                <a:extLst>
                  <a:ext uri="{FF2B5EF4-FFF2-40B4-BE49-F238E27FC236}">
                    <a16:creationId xmlns:a16="http://schemas.microsoft.com/office/drawing/2014/main" id="{82BEC77A-09C8-7E1A-0381-0BF011FAD314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56" name="Rectangle 655">
                  <a:extLst>
                    <a:ext uri="{FF2B5EF4-FFF2-40B4-BE49-F238E27FC236}">
                      <a16:creationId xmlns:a16="http://schemas.microsoft.com/office/drawing/2014/main" id="{3CA471DF-F30C-9A53-CE12-0F526A1641C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57" name="Straight Connector 656">
                  <a:extLst>
                    <a:ext uri="{FF2B5EF4-FFF2-40B4-BE49-F238E27FC236}">
                      <a16:creationId xmlns:a16="http://schemas.microsoft.com/office/drawing/2014/main" id="{18C56A90-01D5-DB4B-2D4B-7C584EFD992A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4E03C21-2CBB-1B83-8F42-ED5EC7A3DAD2}"/>
              </a:ext>
            </a:extLst>
          </p:cNvPr>
          <p:cNvSpPr/>
          <p:nvPr/>
        </p:nvSpPr>
        <p:spPr>
          <a:xfrm>
            <a:off x="2456461" y="2888133"/>
            <a:ext cx="9751983" cy="8066646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27AA17A-C811-593C-CF82-109D4B9A2886}"/>
              </a:ext>
            </a:extLst>
          </p:cNvPr>
          <p:cNvSpPr/>
          <p:nvPr/>
        </p:nvSpPr>
        <p:spPr>
          <a:xfrm>
            <a:off x="11732630" y="11774415"/>
            <a:ext cx="1756229" cy="965811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3175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D8ACFC3A-7997-F5EE-64D9-3DFAA8CA73B3}"/>
              </a:ext>
            </a:extLst>
          </p:cNvPr>
          <p:cNvSpPr/>
          <p:nvPr/>
        </p:nvSpPr>
        <p:spPr>
          <a:xfrm>
            <a:off x="12061204" y="6366843"/>
            <a:ext cx="549541" cy="5407570"/>
          </a:xfrm>
          <a:custGeom>
            <a:avLst/>
            <a:gdLst>
              <a:gd name="connsiteX0" fmla="*/ 1538514 w 1720738"/>
              <a:gd name="connsiteY0" fmla="*/ 5718629 h 5718629"/>
              <a:gd name="connsiteX1" fmla="*/ 1582057 w 1720738"/>
              <a:gd name="connsiteY1" fmla="*/ 1146629 h 5718629"/>
              <a:gd name="connsiteX2" fmla="*/ 0 w 1720738"/>
              <a:gd name="connsiteY2" fmla="*/ 0 h 5718629"/>
              <a:gd name="connsiteX0" fmla="*/ 1451428 w 1633652"/>
              <a:gd name="connsiteY0" fmla="*/ 5704115 h 5704115"/>
              <a:gd name="connsiteX1" fmla="*/ 1494971 w 1633652"/>
              <a:gd name="connsiteY1" fmla="*/ 1132115 h 5704115"/>
              <a:gd name="connsiteX2" fmla="*/ 0 w 1633652"/>
              <a:gd name="connsiteY2" fmla="*/ 0 h 5704115"/>
              <a:gd name="connsiteX0" fmla="*/ 1538514 w 1720738"/>
              <a:gd name="connsiteY0" fmla="*/ 5718629 h 5718629"/>
              <a:gd name="connsiteX1" fmla="*/ 1582057 w 1720738"/>
              <a:gd name="connsiteY1" fmla="*/ 1146629 h 5718629"/>
              <a:gd name="connsiteX2" fmla="*/ 0 w 1720738"/>
              <a:gd name="connsiteY2" fmla="*/ 0 h 5718629"/>
              <a:gd name="connsiteX0" fmla="*/ 1538514 w 1617233"/>
              <a:gd name="connsiteY0" fmla="*/ 5718629 h 5718629"/>
              <a:gd name="connsiteX1" fmla="*/ 1364342 w 1617233"/>
              <a:gd name="connsiteY1" fmla="*/ 972458 h 5718629"/>
              <a:gd name="connsiteX2" fmla="*/ 0 w 1617233"/>
              <a:gd name="connsiteY2" fmla="*/ 0 h 5718629"/>
              <a:gd name="connsiteX0" fmla="*/ 1538514 w 1621538"/>
              <a:gd name="connsiteY0" fmla="*/ 5718629 h 5718629"/>
              <a:gd name="connsiteX1" fmla="*/ 1378856 w 1621538"/>
              <a:gd name="connsiteY1" fmla="*/ 986972 h 5718629"/>
              <a:gd name="connsiteX2" fmla="*/ 0 w 1621538"/>
              <a:gd name="connsiteY2" fmla="*/ 0 h 5718629"/>
              <a:gd name="connsiteX0" fmla="*/ 1538514 w 1558446"/>
              <a:gd name="connsiteY0" fmla="*/ 5718629 h 5718629"/>
              <a:gd name="connsiteX1" fmla="*/ 1378856 w 1558446"/>
              <a:gd name="connsiteY1" fmla="*/ 986972 h 5718629"/>
              <a:gd name="connsiteX2" fmla="*/ 0 w 1558446"/>
              <a:gd name="connsiteY2" fmla="*/ 0 h 5718629"/>
              <a:gd name="connsiteX0" fmla="*/ 1538514 w 1538514"/>
              <a:gd name="connsiteY0" fmla="*/ 5718629 h 5718629"/>
              <a:gd name="connsiteX1" fmla="*/ 1378856 w 1538514"/>
              <a:gd name="connsiteY1" fmla="*/ 986972 h 5718629"/>
              <a:gd name="connsiteX2" fmla="*/ 0 w 1538514"/>
              <a:gd name="connsiteY2" fmla="*/ 0 h 5718629"/>
              <a:gd name="connsiteX0" fmla="*/ 1538514 w 1608404"/>
              <a:gd name="connsiteY0" fmla="*/ 5718629 h 5718629"/>
              <a:gd name="connsiteX1" fmla="*/ 1494970 w 1608404"/>
              <a:gd name="connsiteY1" fmla="*/ 827314 h 5718629"/>
              <a:gd name="connsiteX2" fmla="*/ 0 w 1608404"/>
              <a:gd name="connsiteY2" fmla="*/ 0 h 5718629"/>
              <a:gd name="connsiteX0" fmla="*/ 1538514 w 1635120"/>
              <a:gd name="connsiteY0" fmla="*/ 5718629 h 5718629"/>
              <a:gd name="connsiteX1" fmla="*/ 1494970 w 1635120"/>
              <a:gd name="connsiteY1" fmla="*/ 827314 h 5718629"/>
              <a:gd name="connsiteX2" fmla="*/ 0 w 1635120"/>
              <a:gd name="connsiteY2" fmla="*/ 0 h 5718629"/>
              <a:gd name="connsiteX0" fmla="*/ 1538514 w 1594939"/>
              <a:gd name="connsiteY0" fmla="*/ 5718629 h 5718629"/>
              <a:gd name="connsiteX1" fmla="*/ 1422398 w 1594939"/>
              <a:gd name="connsiteY1" fmla="*/ 812800 h 5718629"/>
              <a:gd name="connsiteX2" fmla="*/ 0 w 1594939"/>
              <a:gd name="connsiteY2" fmla="*/ 0 h 5718629"/>
              <a:gd name="connsiteX0" fmla="*/ 1538514 w 1573399"/>
              <a:gd name="connsiteY0" fmla="*/ 5718629 h 5718629"/>
              <a:gd name="connsiteX1" fmla="*/ 1422398 w 1573399"/>
              <a:gd name="connsiteY1" fmla="*/ 812800 h 5718629"/>
              <a:gd name="connsiteX2" fmla="*/ 0 w 1573399"/>
              <a:gd name="connsiteY2" fmla="*/ 0 h 5718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73399" h="5718629">
                <a:moveTo>
                  <a:pt x="1538514" y="5718629"/>
                </a:moveTo>
                <a:cubicBezTo>
                  <a:pt x="1528838" y="3923696"/>
                  <a:pt x="1678817" y="1765905"/>
                  <a:pt x="1422398" y="812800"/>
                </a:cubicBezTo>
                <a:cubicBezTo>
                  <a:pt x="1165979" y="-140305"/>
                  <a:pt x="662819" y="96762"/>
                  <a:pt x="0" y="0"/>
                </a:cubicBezTo>
              </a:path>
            </a:pathLst>
          </a:custGeom>
          <a:noFill/>
          <a:ln w="63500">
            <a:solidFill>
              <a:schemeClr val="bg2">
                <a:lumMod val="5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F1C7326B-C61F-9AAB-F3C1-5B054D76C348}"/>
              </a:ext>
            </a:extLst>
          </p:cNvPr>
          <p:cNvSpPr/>
          <p:nvPr/>
        </p:nvSpPr>
        <p:spPr>
          <a:xfrm>
            <a:off x="11952937" y="10472697"/>
            <a:ext cx="653285" cy="858658"/>
          </a:xfrm>
          <a:custGeom>
            <a:avLst/>
            <a:gdLst>
              <a:gd name="connsiteX0" fmla="*/ 1582057 w 1589517"/>
              <a:gd name="connsiteY0" fmla="*/ 885371 h 885371"/>
              <a:gd name="connsiteX1" fmla="*/ 1349829 w 1589517"/>
              <a:gd name="connsiteY1" fmla="*/ 333829 h 885371"/>
              <a:gd name="connsiteX2" fmla="*/ 0 w 1589517"/>
              <a:gd name="connsiteY2" fmla="*/ 0 h 885371"/>
              <a:gd name="connsiteX0" fmla="*/ 1582057 w 1583472"/>
              <a:gd name="connsiteY0" fmla="*/ 885371 h 885371"/>
              <a:gd name="connsiteX1" fmla="*/ 1219201 w 1583472"/>
              <a:gd name="connsiteY1" fmla="*/ 116115 h 885371"/>
              <a:gd name="connsiteX2" fmla="*/ 0 w 1583472"/>
              <a:gd name="connsiteY2" fmla="*/ 0 h 885371"/>
              <a:gd name="connsiteX0" fmla="*/ 1582057 w 1583472"/>
              <a:gd name="connsiteY0" fmla="*/ 885520 h 885520"/>
              <a:gd name="connsiteX1" fmla="*/ 1219201 w 1583472"/>
              <a:gd name="connsiteY1" fmla="*/ 116264 h 885520"/>
              <a:gd name="connsiteX2" fmla="*/ 0 w 1583472"/>
              <a:gd name="connsiteY2" fmla="*/ 149 h 885520"/>
              <a:gd name="connsiteX0" fmla="*/ 1669143 w 1670558"/>
              <a:gd name="connsiteY0" fmla="*/ 874991 h 874991"/>
              <a:gd name="connsiteX1" fmla="*/ 1306287 w 1670558"/>
              <a:gd name="connsiteY1" fmla="*/ 105735 h 874991"/>
              <a:gd name="connsiteX2" fmla="*/ 0 w 1670558"/>
              <a:gd name="connsiteY2" fmla="*/ 4134 h 874991"/>
              <a:gd name="connsiteX0" fmla="*/ 1567543 w 1568958"/>
              <a:gd name="connsiteY0" fmla="*/ 866164 h 866164"/>
              <a:gd name="connsiteX1" fmla="*/ 1204687 w 1568958"/>
              <a:gd name="connsiteY1" fmla="*/ 96908 h 866164"/>
              <a:gd name="connsiteX2" fmla="*/ 0 w 1568958"/>
              <a:gd name="connsiteY2" fmla="*/ 9821 h 866164"/>
              <a:gd name="connsiteX0" fmla="*/ 1654629 w 1656044"/>
              <a:gd name="connsiteY0" fmla="*/ 858658 h 858658"/>
              <a:gd name="connsiteX1" fmla="*/ 1291773 w 1656044"/>
              <a:gd name="connsiteY1" fmla="*/ 89402 h 858658"/>
              <a:gd name="connsiteX2" fmla="*/ 0 w 1656044"/>
              <a:gd name="connsiteY2" fmla="*/ 16829 h 85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56044" h="858658">
                <a:moveTo>
                  <a:pt x="1654629" y="858658"/>
                </a:moveTo>
                <a:cubicBezTo>
                  <a:pt x="1670353" y="656668"/>
                  <a:pt x="1555449" y="236964"/>
                  <a:pt x="1291773" y="89402"/>
                </a:cubicBezTo>
                <a:cubicBezTo>
                  <a:pt x="1028097" y="-58160"/>
                  <a:pt x="601133" y="22876"/>
                  <a:pt x="0" y="16829"/>
                </a:cubicBezTo>
              </a:path>
            </a:pathLst>
          </a:custGeom>
          <a:noFill/>
          <a:ln w="31750">
            <a:solidFill>
              <a:schemeClr val="bg2">
                <a:lumMod val="5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9B65303-3C59-8663-8DFD-8501A738D2B1}"/>
              </a:ext>
            </a:extLst>
          </p:cNvPr>
          <p:cNvSpPr/>
          <p:nvPr/>
        </p:nvSpPr>
        <p:spPr>
          <a:xfrm>
            <a:off x="11979972" y="4378149"/>
            <a:ext cx="620974" cy="4281976"/>
          </a:xfrm>
          <a:custGeom>
            <a:avLst/>
            <a:gdLst>
              <a:gd name="connsiteX0" fmla="*/ 1582057 w 1589517"/>
              <a:gd name="connsiteY0" fmla="*/ 885371 h 885371"/>
              <a:gd name="connsiteX1" fmla="*/ 1349829 w 1589517"/>
              <a:gd name="connsiteY1" fmla="*/ 333829 h 885371"/>
              <a:gd name="connsiteX2" fmla="*/ 0 w 1589517"/>
              <a:gd name="connsiteY2" fmla="*/ 0 h 885371"/>
              <a:gd name="connsiteX0" fmla="*/ 1582057 w 1583472"/>
              <a:gd name="connsiteY0" fmla="*/ 885371 h 885371"/>
              <a:gd name="connsiteX1" fmla="*/ 1219201 w 1583472"/>
              <a:gd name="connsiteY1" fmla="*/ 116115 h 885371"/>
              <a:gd name="connsiteX2" fmla="*/ 0 w 1583472"/>
              <a:gd name="connsiteY2" fmla="*/ 0 h 885371"/>
              <a:gd name="connsiteX0" fmla="*/ 1582057 w 1583472"/>
              <a:gd name="connsiteY0" fmla="*/ 885520 h 885520"/>
              <a:gd name="connsiteX1" fmla="*/ 1219201 w 1583472"/>
              <a:gd name="connsiteY1" fmla="*/ 116264 h 885520"/>
              <a:gd name="connsiteX2" fmla="*/ 0 w 1583472"/>
              <a:gd name="connsiteY2" fmla="*/ 149 h 885520"/>
              <a:gd name="connsiteX0" fmla="*/ 1669143 w 1670558"/>
              <a:gd name="connsiteY0" fmla="*/ 874991 h 874991"/>
              <a:gd name="connsiteX1" fmla="*/ 1306287 w 1670558"/>
              <a:gd name="connsiteY1" fmla="*/ 105735 h 874991"/>
              <a:gd name="connsiteX2" fmla="*/ 0 w 1670558"/>
              <a:gd name="connsiteY2" fmla="*/ 4134 h 874991"/>
              <a:gd name="connsiteX0" fmla="*/ 1669143 w 1670558"/>
              <a:gd name="connsiteY0" fmla="*/ 4793848 h 4793848"/>
              <a:gd name="connsiteX1" fmla="*/ 1306287 w 1670558"/>
              <a:gd name="connsiteY1" fmla="*/ 105735 h 4793848"/>
              <a:gd name="connsiteX2" fmla="*/ 0 w 1670558"/>
              <a:gd name="connsiteY2" fmla="*/ 4134 h 4793848"/>
              <a:gd name="connsiteX0" fmla="*/ 1669143 w 1690575"/>
              <a:gd name="connsiteY0" fmla="*/ 4789714 h 4789714"/>
              <a:gd name="connsiteX1" fmla="*/ 1494973 w 1690575"/>
              <a:gd name="connsiteY1" fmla="*/ 406401 h 4789714"/>
              <a:gd name="connsiteX2" fmla="*/ 0 w 1690575"/>
              <a:gd name="connsiteY2" fmla="*/ 0 h 4789714"/>
              <a:gd name="connsiteX0" fmla="*/ 1669143 w 1690575"/>
              <a:gd name="connsiteY0" fmla="*/ 4789714 h 4789714"/>
              <a:gd name="connsiteX1" fmla="*/ 1494973 w 1690575"/>
              <a:gd name="connsiteY1" fmla="*/ 406401 h 4789714"/>
              <a:gd name="connsiteX2" fmla="*/ 0 w 1690575"/>
              <a:gd name="connsiteY2" fmla="*/ 0 h 4789714"/>
              <a:gd name="connsiteX0" fmla="*/ 1669143 w 1694835"/>
              <a:gd name="connsiteY0" fmla="*/ 4789714 h 4789714"/>
              <a:gd name="connsiteX1" fmla="*/ 1494973 w 1694835"/>
              <a:gd name="connsiteY1" fmla="*/ 406401 h 4789714"/>
              <a:gd name="connsiteX2" fmla="*/ 0 w 1694835"/>
              <a:gd name="connsiteY2" fmla="*/ 0 h 4789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94835" h="4789714">
                <a:moveTo>
                  <a:pt x="1669143" y="4789714"/>
                </a:moveTo>
                <a:cubicBezTo>
                  <a:pt x="1684867" y="4587724"/>
                  <a:pt x="1773163" y="742648"/>
                  <a:pt x="1494973" y="406401"/>
                </a:cubicBezTo>
                <a:cubicBezTo>
                  <a:pt x="1245811" y="99182"/>
                  <a:pt x="601133" y="6047"/>
                  <a:pt x="0" y="0"/>
                </a:cubicBezTo>
              </a:path>
            </a:pathLst>
          </a:custGeom>
          <a:noFill/>
          <a:ln w="31750">
            <a:solidFill>
              <a:schemeClr val="bg2">
                <a:lumMod val="5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CB1F5F-50A0-D566-2C9A-DF82C9C49F73}"/>
              </a:ext>
            </a:extLst>
          </p:cNvPr>
          <p:cNvSpPr txBox="1"/>
          <p:nvPr/>
        </p:nvSpPr>
        <p:spPr>
          <a:xfrm>
            <a:off x="12100000" y="12067704"/>
            <a:ext cx="100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MGB</a:t>
            </a:r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83D69C6B-71E9-59B1-DA86-CEF670E59B38}"/>
              </a:ext>
            </a:extLst>
          </p:cNvPr>
          <p:cNvSpPr/>
          <p:nvPr/>
        </p:nvSpPr>
        <p:spPr>
          <a:xfrm>
            <a:off x="9728526" y="4426675"/>
            <a:ext cx="2168700" cy="4595507"/>
          </a:xfrm>
          <a:custGeom>
            <a:avLst/>
            <a:gdLst>
              <a:gd name="connsiteX0" fmla="*/ 350226 w 2119649"/>
              <a:gd name="connsiteY0" fmla="*/ 0 h 4527185"/>
              <a:gd name="connsiteX1" fmla="*/ 112719 w 2119649"/>
              <a:gd name="connsiteY1" fmla="*/ 819398 h 4527185"/>
              <a:gd name="connsiteX2" fmla="*/ 65218 w 2119649"/>
              <a:gd name="connsiteY2" fmla="*/ 3918857 h 4527185"/>
              <a:gd name="connsiteX3" fmla="*/ 1015244 w 2119649"/>
              <a:gd name="connsiteY3" fmla="*/ 4512623 h 4527185"/>
              <a:gd name="connsiteX4" fmla="*/ 2119649 w 2119649"/>
              <a:gd name="connsiteY4" fmla="*/ 4286992 h 4527185"/>
              <a:gd name="connsiteX0" fmla="*/ 323029 w 2092452"/>
              <a:gd name="connsiteY0" fmla="*/ 0 h 4463327"/>
              <a:gd name="connsiteX1" fmla="*/ 85522 w 2092452"/>
              <a:gd name="connsiteY1" fmla="*/ 819398 h 4463327"/>
              <a:gd name="connsiteX2" fmla="*/ 38021 w 2092452"/>
              <a:gd name="connsiteY2" fmla="*/ 3918857 h 4463327"/>
              <a:gd name="connsiteX3" fmla="*/ 619912 w 2092452"/>
              <a:gd name="connsiteY3" fmla="*/ 4441371 h 4463327"/>
              <a:gd name="connsiteX4" fmla="*/ 2092452 w 2092452"/>
              <a:gd name="connsiteY4" fmla="*/ 4286992 h 4463327"/>
              <a:gd name="connsiteX0" fmla="*/ 342645 w 2112068"/>
              <a:gd name="connsiteY0" fmla="*/ 0 h 4463327"/>
              <a:gd name="connsiteX1" fmla="*/ 105138 w 2112068"/>
              <a:gd name="connsiteY1" fmla="*/ 819398 h 4463327"/>
              <a:gd name="connsiteX2" fmla="*/ 33886 w 2112068"/>
              <a:gd name="connsiteY2" fmla="*/ 3716976 h 4463327"/>
              <a:gd name="connsiteX3" fmla="*/ 639528 w 2112068"/>
              <a:gd name="connsiteY3" fmla="*/ 4441371 h 4463327"/>
              <a:gd name="connsiteX4" fmla="*/ 2112068 w 2112068"/>
              <a:gd name="connsiteY4" fmla="*/ 4286992 h 4463327"/>
              <a:gd name="connsiteX0" fmla="*/ 404769 w 2174192"/>
              <a:gd name="connsiteY0" fmla="*/ 0 h 4463327"/>
              <a:gd name="connsiteX1" fmla="*/ 31796 w 2174192"/>
              <a:gd name="connsiteY1" fmla="*/ 672643 h 4463327"/>
              <a:gd name="connsiteX2" fmla="*/ 96010 w 2174192"/>
              <a:gd name="connsiteY2" fmla="*/ 3716976 h 4463327"/>
              <a:gd name="connsiteX3" fmla="*/ 701652 w 2174192"/>
              <a:gd name="connsiteY3" fmla="*/ 4441371 h 4463327"/>
              <a:gd name="connsiteX4" fmla="*/ 2174192 w 2174192"/>
              <a:gd name="connsiteY4" fmla="*/ 4286992 h 4463327"/>
              <a:gd name="connsiteX0" fmla="*/ 404769 w 2174192"/>
              <a:gd name="connsiteY0" fmla="*/ 0 h 4573683"/>
              <a:gd name="connsiteX1" fmla="*/ 31796 w 2174192"/>
              <a:gd name="connsiteY1" fmla="*/ 672643 h 4573683"/>
              <a:gd name="connsiteX2" fmla="*/ 96010 w 2174192"/>
              <a:gd name="connsiteY2" fmla="*/ 3716976 h 4573683"/>
              <a:gd name="connsiteX3" fmla="*/ 701652 w 2174192"/>
              <a:gd name="connsiteY3" fmla="*/ 4441371 h 4573683"/>
              <a:gd name="connsiteX4" fmla="*/ 2174192 w 2174192"/>
              <a:gd name="connsiteY4" fmla="*/ 4286992 h 4573683"/>
              <a:gd name="connsiteX0" fmla="*/ 399277 w 2168700"/>
              <a:gd name="connsiteY0" fmla="*/ 0 h 4595507"/>
              <a:gd name="connsiteX1" fmla="*/ 26304 w 2168700"/>
              <a:gd name="connsiteY1" fmla="*/ 672643 h 4595507"/>
              <a:gd name="connsiteX2" fmla="*/ 90518 w 2168700"/>
              <a:gd name="connsiteY2" fmla="*/ 3716976 h 4595507"/>
              <a:gd name="connsiteX3" fmla="*/ 567823 w 2168700"/>
              <a:gd name="connsiteY3" fmla="*/ 4489498 h 4595507"/>
              <a:gd name="connsiteX4" fmla="*/ 2168700 w 2168700"/>
              <a:gd name="connsiteY4" fmla="*/ 4286992 h 45955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68700" h="4595507">
                <a:moveTo>
                  <a:pt x="399277" y="0"/>
                </a:moveTo>
                <a:cubicBezTo>
                  <a:pt x="304274" y="83127"/>
                  <a:pt x="77764" y="53147"/>
                  <a:pt x="26304" y="672643"/>
                </a:cubicBezTo>
                <a:cubicBezTo>
                  <a:pt x="-25156" y="1292139"/>
                  <a:pt x="265" y="3080834"/>
                  <a:pt x="90518" y="3716976"/>
                </a:cubicBezTo>
                <a:cubicBezTo>
                  <a:pt x="180771" y="4353118"/>
                  <a:pt x="225418" y="4428142"/>
                  <a:pt x="567823" y="4489498"/>
                </a:cubicBezTo>
                <a:cubicBezTo>
                  <a:pt x="910228" y="4550854"/>
                  <a:pt x="1830479" y="4778064"/>
                  <a:pt x="2168700" y="4286992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633A05E-CCDB-1E3F-3AA2-F1FF7AFA91DE}"/>
              </a:ext>
            </a:extLst>
          </p:cNvPr>
          <p:cNvSpPr/>
          <p:nvPr/>
        </p:nvSpPr>
        <p:spPr>
          <a:xfrm>
            <a:off x="10112367" y="4628556"/>
            <a:ext cx="1797175" cy="926275"/>
          </a:xfrm>
          <a:custGeom>
            <a:avLst/>
            <a:gdLst>
              <a:gd name="connsiteX0" fmla="*/ 23996 w 1793419"/>
              <a:gd name="connsiteY0" fmla="*/ 950026 h 950026"/>
              <a:gd name="connsiteX1" fmla="*/ 23996 w 1793419"/>
              <a:gd name="connsiteY1" fmla="*/ 510639 h 950026"/>
              <a:gd name="connsiteX2" fmla="*/ 273377 w 1793419"/>
              <a:gd name="connsiteY2" fmla="*/ 71252 h 950026"/>
              <a:gd name="connsiteX3" fmla="*/ 1520287 w 1793419"/>
              <a:gd name="connsiteY3" fmla="*/ 213756 h 950026"/>
              <a:gd name="connsiteX4" fmla="*/ 1793419 w 1793419"/>
              <a:gd name="connsiteY4" fmla="*/ 0 h 950026"/>
              <a:gd name="connsiteX0" fmla="*/ 27369 w 1796792"/>
              <a:gd name="connsiteY0" fmla="*/ 950026 h 950026"/>
              <a:gd name="connsiteX1" fmla="*/ 27369 w 1796792"/>
              <a:gd name="connsiteY1" fmla="*/ 510639 h 950026"/>
              <a:gd name="connsiteX2" fmla="*/ 324252 w 1796792"/>
              <a:gd name="connsiteY2" fmla="*/ 237506 h 950026"/>
              <a:gd name="connsiteX3" fmla="*/ 1523660 w 1796792"/>
              <a:gd name="connsiteY3" fmla="*/ 213756 h 950026"/>
              <a:gd name="connsiteX4" fmla="*/ 1796792 w 1796792"/>
              <a:gd name="connsiteY4" fmla="*/ 0 h 950026"/>
              <a:gd name="connsiteX0" fmla="*/ 27369 w 1808667"/>
              <a:gd name="connsiteY0" fmla="*/ 926275 h 926275"/>
              <a:gd name="connsiteX1" fmla="*/ 27369 w 1808667"/>
              <a:gd name="connsiteY1" fmla="*/ 486888 h 926275"/>
              <a:gd name="connsiteX2" fmla="*/ 324252 w 1808667"/>
              <a:gd name="connsiteY2" fmla="*/ 213755 h 926275"/>
              <a:gd name="connsiteX3" fmla="*/ 1523660 w 1808667"/>
              <a:gd name="connsiteY3" fmla="*/ 190005 h 926275"/>
              <a:gd name="connsiteX4" fmla="*/ 1808667 w 1808667"/>
              <a:gd name="connsiteY4" fmla="*/ 0 h 926275"/>
              <a:gd name="connsiteX0" fmla="*/ 53915 w 1835213"/>
              <a:gd name="connsiteY0" fmla="*/ 926275 h 926275"/>
              <a:gd name="connsiteX1" fmla="*/ 18289 w 1835213"/>
              <a:gd name="connsiteY1" fmla="*/ 403760 h 926275"/>
              <a:gd name="connsiteX2" fmla="*/ 350798 w 1835213"/>
              <a:gd name="connsiteY2" fmla="*/ 213755 h 926275"/>
              <a:gd name="connsiteX3" fmla="*/ 1550206 w 1835213"/>
              <a:gd name="connsiteY3" fmla="*/ 190005 h 926275"/>
              <a:gd name="connsiteX4" fmla="*/ 1835213 w 1835213"/>
              <a:gd name="connsiteY4" fmla="*/ 0 h 926275"/>
              <a:gd name="connsiteX0" fmla="*/ 72780 w 1854078"/>
              <a:gd name="connsiteY0" fmla="*/ 926275 h 926275"/>
              <a:gd name="connsiteX1" fmla="*/ 37154 w 1854078"/>
              <a:gd name="connsiteY1" fmla="*/ 403760 h 926275"/>
              <a:gd name="connsiteX2" fmla="*/ 629308 w 1854078"/>
              <a:gd name="connsiteY2" fmla="*/ 225044 h 926275"/>
              <a:gd name="connsiteX3" fmla="*/ 1569071 w 1854078"/>
              <a:gd name="connsiteY3" fmla="*/ 190005 h 926275"/>
              <a:gd name="connsiteX4" fmla="*/ 1854078 w 1854078"/>
              <a:gd name="connsiteY4" fmla="*/ 0 h 926275"/>
              <a:gd name="connsiteX0" fmla="*/ 3562 w 1784860"/>
              <a:gd name="connsiteY0" fmla="*/ 926275 h 926275"/>
              <a:gd name="connsiteX1" fmla="*/ 148559 w 1784860"/>
              <a:gd name="connsiteY1" fmla="*/ 369894 h 926275"/>
              <a:gd name="connsiteX2" fmla="*/ 560090 w 1784860"/>
              <a:gd name="connsiteY2" fmla="*/ 225044 h 926275"/>
              <a:gd name="connsiteX3" fmla="*/ 1499853 w 1784860"/>
              <a:gd name="connsiteY3" fmla="*/ 190005 h 926275"/>
              <a:gd name="connsiteX4" fmla="*/ 1784860 w 1784860"/>
              <a:gd name="connsiteY4" fmla="*/ 0 h 926275"/>
              <a:gd name="connsiteX0" fmla="*/ 3562 w 1797175"/>
              <a:gd name="connsiteY0" fmla="*/ 926275 h 926275"/>
              <a:gd name="connsiteX1" fmla="*/ 148559 w 1797175"/>
              <a:gd name="connsiteY1" fmla="*/ 369894 h 926275"/>
              <a:gd name="connsiteX2" fmla="*/ 560090 w 1797175"/>
              <a:gd name="connsiteY2" fmla="*/ 225044 h 926275"/>
              <a:gd name="connsiteX3" fmla="*/ 1624031 w 1797175"/>
              <a:gd name="connsiteY3" fmla="*/ 348050 h 926275"/>
              <a:gd name="connsiteX4" fmla="*/ 1784860 w 1797175"/>
              <a:gd name="connsiteY4" fmla="*/ 0 h 926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97175" h="926275">
                <a:moveTo>
                  <a:pt x="3562" y="926275"/>
                </a:moveTo>
                <a:cubicBezTo>
                  <a:pt x="-17220" y="779812"/>
                  <a:pt x="55804" y="486766"/>
                  <a:pt x="148559" y="369894"/>
                </a:cubicBezTo>
                <a:cubicBezTo>
                  <a:pt x="241314" y="253022"/>
                  <a:pt x="314178" y="228685"/>
                  <a:pt x="560090" y="225044"/>
                </a:cubicBezTo>
                <a:cubicBezTo>
                  <a:pt x="806002" y="221403"/>
                  <a:pt x="1370691" y="359925"/>
                  <a:pt x="1624031" y="348050"/>
                </a:cubicBezTo>
                <a:cubicBezTo>
                  <a:pt x="1877371" y="336175"/>
                  <a:pt x="1774964" y="100940"/>
                  <a:pt x="1784860" y="0"/>
                </a:cubicBezTo>
              </a:path>
            </a:pathLst>
          </a:custGeom>
          <a:noFill/>
          <a:ln w="5080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A2FDFA26-504A-FB61-CC96-254EBAEA26DF}"/>
              </a:ext>
            </a:extLst>
          </p:cNvPr>
          <p:cNvSpPr/>
          <p:nvPr/>
        </p:nvSpPr>
        <p:spPr>
          <a:xfrm>
            <a:off x="11434235" y="6667594"/>
            <a:ext cx="1061336" cy="2800231"/>
          </a:xfrm>
          <a:custGeom>
            <a:avLst/>
            <a:gdLst>
              <a:gd name="connsiteX0" fmla="*/ 989791 w 1714185"/>
              <a:gd name="connsiteY0" fmla="*/ 0 h 2755075"/>
              <a:gd name="connsiteX1" fmla="*/ 431650 w 1714185"/>
              <a:gd name="connsiteY1" fmla="*/ 308758 h 2755075"/>
              <a:gd name="connsiteX2" fmla="*/ 324772 w 1714185"/>
              <a:gd name="connsiteY2" fmla="*/ 166254 h 2755075"/>
              <a:gd name="connsiteX3" fmla="*/ 229770 w 1714185"/>
              <a:gd name="connsiteY3" fmla="*/ 320633 h 2755075"/>
              <a:gd name="connsiteX4" fmla="*/ 63515 w 1714185"/>
              <a:gd name="connsiteY4" fmla="*/ 498763 h 2755075"/>
              <a:gd name="connsiteX5" fmla="*/ 122892 w 1714185"/>
              <a:gd name="connsiteY5" fmla="*/ 2470067 h 2755075"/>
              <a:gd name="connsiteX6" fmla="*/ 1405427 w 1714185"/>
              <a:gd name="connsiteY6" fmla="*/ 2517568 h 2755075"/>
              <a:gd name="connsiteX7" fmla="*/ 1714185 w 1714185"/>
              <a:gd name="connsiteY7" fmla="*/ 2755075 h 2755075"/>
              <a:gd name="connsiteX0" fmla="*/ 929220 w 1653614"/>
              <a:gd name="connsiteY0" fmla="*/ 0 h 2755075"/>
              <a:gd name="connsiteX1" fmla="*/ 371079 w 1653614"/>
              <a:gd name="connsiteY1" fmla="*/ 308758 h 2755075"/>
              <a:gd name="connsiteX2" fmla="*/ 264201 w 1653614"/>
              <a:gd name="connsiteY2" fmla="*/ 166254 h 2755075"/>
              <a:gd name="connsiteX3" fmla="*/ 169199 w 1653614"/>
              <a:gd name="connsiteY3" fmla="*/ 320633 h 2755075"/>
              <a:gd name="connsiteX4" fmla="*/ 2944 w 1653614"/>
              <a:gd name="connsiteY4" fmla="*/ 498763 h 2755075"/>
              <a:gd name="connsiteX5" fmla="*/ 181075 w 1653614"/>
              <a:gd name="connsiteY5" fmla="*/ 2090056 h 2755075"/>
              <a:gd name="connsiteX6" fmla="*/ 1344856 w 1653614"/>
              <a:gd name="connsiteY6" fmla="*/ 2517568 h 2755075"/>
              <a:gd name="connsiteX7" fmla="*/ 1653614 w 1653614"/>
              <a:gd name="connsiteY7" fmla="*/ 2755075 h 2755075"/>
              <a:gd name="connsiteX0" fmla="*/ 973794 w 1698188"/>
              <a:gd name="connsiteY0" fmla="*/ 0 h 2755075"/>
              <a:gd name="connsiteX1" fmla="*/ 415653 w 1698188"/>
              <a:gd name="connsiteY1" fmla="*/ 308758 h 2755075"/>
              <a:gd name="connsiteX2" fmla="*/ 308775 w 1698188"/>
              <a:gd name="connsiteY2" fmla="*/ 166254 h 2755075"/>
              <a:gd name="connsiteX3" fmla="*/ 213773 w 1698188"/>
              <a:gd name="connsiteY3" fmla="*/ 320633 h 2755075"/>
              <a:gd name="connsiteX4" fmla="*/ 17 w 1698188"/>
              <a:gd name="connsiteY4" fmla="*/ 665017 h 2755075"/>
              <a:gd name="connsiteX5" fmla="*/ 225649 w 1698188"/>
              <a:gd name="connsiteY5" fmla="*/ 2090056 h 2755075"/>
              <a:gd name="connsiteX6" fmla="*/ 1389430 w 1698188"/>
              <a:gd name="connsiteY6" fmla="*/ 2517568 h 2755075"/>
              <a:gd name="connsiteX7" fmla="*/ 1698188 w 1698188"/>
              <a:gd name="connsiteY7" fmla="*/ 2755075 h 2755075"/>
              <a:gd name="connsiteX0" fmla="*/ 973794 w 1698188"/>
              <a:gd name="connsiteY0" fmla="*/ 0 h 2755075"/>
              <a:gd name="connsiteX1" fmla="*/ 415653 w 1698188"/>
              <a:gd name="connsiteY1" fmla="*/ 308758 h 2755075"/>
              <a:gd name="connsiteX2" fmla="*/ 295804 w 1698188"/>
              <a:gd name="connsiteY2" fmla="*/ 237590 h 2755075"/>
              <a:gd name="connsiteX3" fmla="*/ 213773 w 1698188"/>
              <a:gd name="connsiteY3" fmla="*/ 320633 h 2755075"/>
              <a:gd name="connsiteX4" fmla="*/ 17 w 1698188"/>
              <a:gd name="connsiteY4" fmla="*/ 665017 h 2755075"/>
              <a:gd name="connsiteX5" fmla="*/ 225649 w 1698188"/>
              <a:gd name="connsiteY5" fmla="*/ 2090056 h 2755075"/>
              <a:gd name="connsiteX6" fmla="*/ 1389430 w 1698188"/>
              <a:gd name="connsiteY6" fmla="*/ 2517568 h 2755075"/>
              <a:gd name="connsiteX7" fmla="*/ 1698188 w 1698188"/>
              <a:gd name="connsiteY7" fmla="*/ 2755075 h 2755075"/>
              <a:gd name="connsiteX0" fmla="*/ 973794 w 1698188"/>
              <a:gd name="connsiteY0" fmla="*/ 0 h 2755075"/>
              <a:gd name="connsiteX1" fmla="*/ 415653 w 1698188"/>
              <a:gd name="connsiteY1" fmla="*/ 308758 h 2755075"/>
              <a:gd name="connsiteX2" fmla="*/ 295804 w 1698188"/>
              <a:gd name="connsiteY2" fmla="*/ 237590 h 2755075"/>
              <a:gd name="connsiteX3" fmla="*/ 213773 w 1698188"/>
              <a:gd name="connsiteY3" fmla="*/ 320633 h 2755075"/>
              <a:gd name="connsiteX4" fmla="*/ 17 w 1698188"/>
              <a:gd name="connsiteY4" fmla="*/ 665017 h 2755075"/>
              <a:gd name="connsiteX5" fmla="*/ 225649 w 1698188"/>
              <a:gd name="connsiteY5" fmla="*/ 2090056 h 2755075"/>
              <a:gd name="connsiteX6" fmla="*/ 1389430 w 1698188"/>
              <a:gd name="connsiteY6" fmla="*/ 2517568 h 2755075"/>
              <a:gd name="connsiteX7" fmla="*/ 1698188 w 1698188"/>
              <a:gd name="connsiteY7" fmla="*/ 2755075 h 2755075"/>
              <a:gd name="connsiteX0" fmla="*/ 973798 w 1698192"/>
              <a:gd name="connsiteY0" fmla="*/ 0 h 2755075"/>
              <a:gd name="connsiteX1" fmla="*/ 415657 w 1698192"/>
              <a:gd name="connsiteY1" fmla="*/ 308758 h 2755075"/>
              <a:gd name="connsiteX2" fmla="*/ 295808 w 1698192"/>
              <a:gd name="connsiteY2" fmla="*/ 237590 h 2755075"/>
              <a:gd name="connsiteX3" fmla="*/ 213777 w 1698192"/>
              <a:gd name="connsiteY3" fmla="*/ 320633 h 2755075"/>
              <a:gd name="connsiteX4" fmla="*/ 21 w 1698192"/>
              <a:gd name="connsiteY4" fmla="*/ 665017 h 2755075"/>
              <a:gd name="connsiteX5" fmla="*/ 225653 w 1698192"/>
              <a:gd name="connsiteY5" fmla="*/ 2090056 h 2755075"/>
              <a:gd name="connsiteX6" fmla="*/ 1389434 w 1698192"/>
              <a:gd name="connsiteY6" fmla="*/ 2517568 h 2755075"/>
              <a:gd name="connsiteX7" fmla="*/ 1698192 w 1698192"/>
              <a:gd name="connsiteY7" fmla="*/ 2755075 h 2755075"/>
              <a:gd name="connsiteX0" fmla="*/ 973795 w 1698189"/>
              <a:gd name="connsiteY0" fmla="*/ 0 h 2755075"/>
              <a:gd name="connsiteX1" fmla="*/ 415654 w 1698189"/>
              <a:gd name="connsiteY1" fmla="*/ 308758 h 2755075"/>
              <a:gd name="connsiteX2" fmla="*/ 295805 w 1698189"/>
              <a:gd name="connsiteY2" fmla="*/ 224620 h 2755075"/>
              <a:gd name="connsiteX3" fmla="*/ 213774 w 1698189"/>
              <a:gd name="connsiteY3" fmla="*/ 320633 h 2755075"/>
              <a:gd name="connsiteX4" fmla="*/ 18 w 1698189"/>
              <a:gd name="connsiteY4" fmla="*/ 665017 h 2755075"/>
              <a:gd name="connsiteX5" fmla="*/ 225650 w 1698189"/>
              <a:gd name="connsiteY5" fmla="*/ 2090056 h 2755075"/>
              <a:gd name="connsiteX6" fmla="*/ 1389431 w 1698189"/>
              <a:gd name="connsiteY6" fmla="*/ 2517568 h 2755075"/>
              <a:gd name="connsiteX7" fmla="*/ 1698189 w 1698189"/>
              <a:gd name="connsiteY7" fmla="*/ 2755075 h 2755075"/>
              <a:gd name="connsiteX0" fmla="*/ 973795 w 1698189"/>
              <a:gd name="connsiteY0" fmla="*/ 0 h 2755075"/>
              <a:gd name="connsiteX1" fmla="*/ 415654 w 1698189"/>
              <a:gd name="connsiteY1" fmla="*/ 308758 h 2755075"/>
              <a:gd name="connsiteX2" fmla="*/ 295805 w 1698189"/>
              <a:gd name="connsiteY2" fmla="*/ 224620 h 2755075"/>
              <a:gd name="connsiteX3" fmla="*/ 213774 w 1698189"/>
              <a:gd name="connsiteY3" fmla="*/ 320633 h 2755075"/>
              <a:gd name="connsiteX4" fmla="*/ 18 w 1698189"/>
              <a:gd name="connsiteY4" fmla="*/ 665017 h 2755075"/>
              <a:gd name="connsiteX5" fmla="*/ 225650 w 1698189"/>
              <a:gd name="connsiteY5" fmla="*/ 2090056 h 2755075"/>
              <a:gd name="connsiteX6" fmla="*/ 1389431 w 1698189"/>
              <a:gd name="connsiteY6" fmla="*/ 2517568 h 2755075"/>
              <a:gd name="connsiteX7" fmla="*/ 1698189 w 1698189"/>
              <a:gd name="connsiteY7" fmla="*/ 2755075 h 2755075"/>
              <a:gd name="connsiteX0" fmla="*/ 973796 w 1698190"/>
              <a:gd name="connsiteY0" fmla="*/ 0 h 2755075"/>
              <a:gd name="connsiteX1" fmla="*/ 415655 w 1698190"/>
              <a:gd name="connsiteY1" fmla="*/ 308758 h 2755075"/>
              <a:gd name="connsiteX2" fmla="*/ 213775 w 1698190"/>
              <a:gd name="connsiteY2" fmla="*/ 320633 h 2755075"/>
              <a:gd name="connsiteX3" fmla="*/ 19 w 1698190"/>
              <a:gd name="connsiteY3" fmla="*/ 665017 h 2755075"/>
              <a:gd name="connsiteX4" fmla="*/ 225651 w 1698190"/>
              <a:gd name="connsiteY4" fmla="*/ 2090056 h 2755075"/>
              <a:gd name="connsiteX5" fmla="*/ 1389432 w 1698190"/>
              <a:gd name="connsiteY5" fmla="*/ 2517568 h 2755075"/>
              <a:gd name="connsiteX6" fmla="*/ 1698190 w 1698190"/>
              <a:gd name="connsiteY6" fmla="*/ 2755075 h 2755075"/>
              <a:gd name="connsiteX0" fmla="*/ 984767 w 1709161"/>
              <a:gd name="connsiteY0" fmla="*/ 0 h 2755075"/>
              <a:gd name="connsiteX1" fmla="*/ 426626 w 1709161"/>
              <a:gd name="connsiteY1" fmla="*/ 308758 h 2755075"/>
              <a:gd name="connsiteX2" fmla="*/ 10990 w 1709161"/>
              <a:gd name="connsiteY2" fmla="*/ 665017 h 2755075"/>
              <a:gd name="connsiteX3" fmla="*/ 236622 w 1709161"/>
              <a:gd name="connsiteY3" fmla="*/ 2090056 h 2755075"/>
              <a:gd name="connsiteX4" fmla="*/ 1400403 w 1709161"/>
              <a:gd name="connsiteY4" fmla="*/ 2517568 h 2755075"/>
              <a:gd name="connsiteX5" fmla="*/ 1709161 w 1709161"/>
              <a:gd name="connsiteY5" fmla="*/ 2755075 h 2755075"/>
              <a:gd name="connsiteX0" fmla="*/ 880275 w 1604669"/>
              <a:gd name="connsiteY0" fmla="*/ 0 h 2755075"/>
              <a:gd name="connsiteX1" fmla="*/ 322134 w 1604669"/>
              <a:gd name="connsiteY1" fmla="*/ 308758 h 2755075"/>
              <a:gd name="connsiteX2" fmla="*/ 47692 w 1604669"/>
              <a:gd name="connsiteY2" fmla="*/ 772594 h 2755075"/>
              <a:gd name="connsiteX3" fmla="*/ 132130 w 1604669"/>
              <a:gd name="connsiteY3" fmla="*/ 2090056 h 2755075"/>
              <a:gd name="connsiteX4" fmla="*/ 1295911 w 1604669"/>
              <a:gd name="connsiteY4" fmla="*/ 2517568 h 2755075"/>
              <a:gd name="connsiteX5" fmla="*/ 1604669 w 1604669"/>
              <a:gd name="connsiteY5" fmla="*/ 2755075 h 2755075"/>
              <a:gd name="connsiteX0" fmla="*/ 833460 w 1557854"/>
              <a:gd name="connsiteY0" fmla="*/ 0 h 2755075"/>
              <a:gd name="connsiteX1" fmla="*/ 275319 w 1557854"/>
              <a:gd name="connsiteY1" fmla="*/ 308758 h 2755075"/>
              <a:gd name="connsiteX2" fmla="*/ 877 w 1557854"/>
              <a:gd name="connsiteY2" fmla="*/ 772594 h 2755075"/>
              <a:gd name="connsiteX3" fmla="*/ 233232 w 1557854"/>
              <a:gd name="connsiteY3" fmla="*/ 2237974 h 2755075"/>
              <a:gd name="connsiteX4" fmla="*/ 1249096 w 1557854"/>
              <a:gd name="connsiteY4" fmla="*/ 2517568 h 2755075"/>
              <a:gd name="connsiteX5" fmla="*/ 1557854 w 1557854"/>
              <a:gd name="connsiteY5" fmla="*/ 2755075 h 2755075"/>
              <a:gd name="connsiteX0" fmla="*/ 834371 w 1558765"/>
              <a:gd name="connsiteY0" fmla="*/ 0 h 2755075"/>
              <a:gd name="connsiteX1" fmla="*/ 276230 w 1558765"/>
              <a:gd name="connsiteY1" fmla="*/ 308758 h 2755075"/>
              <a:gd name="connsiteX2" fmla="*/ 1788 w 1558765"/>
              <a:gd name="connsiteY2" fmla="*/ 772594 h 2755075"/>
              <a:gd name="connsiteX3" fmla="*/ 220696 w 1558765"/>
              <a:gd name="connsiteY3" fmla="*/ 2157292 h 2755075"/>
              <a:gd name="connsiteX4" fmla="*/ 1250007 w 1558765"/>
              <a:gd name="connsiteY4" fmla="*/ 2517568 h 2755075"/>
              <a:gd name="connsiteX5" fmla="*/ 1558765 w 1558765"/>
              <a:gd name="connsiteY5" fmla="*/ 2755075 h 2755075"/>
              <a:gd name="connsiteX0" fmla="*/ 837535 w 1561929"/>
              <a:gd name="connsiteY0" fmla="*/ 0 h 2755075"/>
              <a:gd name="connsiteX1" fmla="*/ 339905 w 1561929"/>
              <a:gd name="connsiteY1" fmla="*/ 355822 h 2755075"/>
              <a:gd name="connsiteX2" fmla="*/ 4952 w 1561929"/>
              <a:gd name="connsiteY2" fmla="*/ 772594 h 2755075"/>
              <a:gd name="connsiteX3" fmla="*/ 223860 w 1561929"/>
              <a:gd name="connsiteY3" fmla="*/ 2157292 h 2755075"/>
              <a:gd name="connsiteX4" fmla="*/ 1253171 w 1561929"/>
              <a:gd name="connsiteY4" fmla="*/ 2517568 h 2755075"/>
              <a:gd name="connsiteX5" fmla="*/ 1561929 w 1561929"/>
              <a:gd name="connsiteY5" fmla="*/ 2755075 h 2755075"/>
              <a:gd name="connsiteX0" fmla="*/ 836416 w 1560810"/>
              <a:gd name="connsiteY0" fmla="*/ 0 h 2755075"/>
              <a:gd name="connsiteX1" fmla="*/ 318616 w 1560810"/>
              <a:gd name="connsiteY1" fmla="*/ 322204 h 2755075"/>
              <a:gd name="connsiteX2" fmla="*/ 3833 w 1560810"/>
              <a:gd name="connsiteY2" fmla="*/ 772594 h 2755075"/>
              <a:gd name="connsiteX3" fmla="*/ 222741 w 1560810"/>
              <a:gd name="connsiteY3" fmla="*/ 2157292 h 2755075"/>
              <a:gd name="connsiteX4" fmla="*/ 1252052 w 1560810"/>
              <a:gd name="connsiteY4" fmla="*/ 2517568 h 2755075"/>
              <a:gd name="connsiteX5" fmla="*/ 1560810 w 1560810"/>
              <a:gd name="connsiteY5" fmla="*/ 2755075 h 2755075"/>
              <a:gd name="connsiteX0" fmla="*/ 870800 w 1595194"/>
              <a:gd name="connsiteY0" fmla="*/ 0 h 2755075"/>
              <a:gd name="connsiteX1" fmla="*/ 38217 w 1595194"/>
              <a:gd name="connsiteY1" fmla="*/ 772594 h 2755075"/>
              <a:gd name="connsiteX2" fmla="*/ 257125 w 1595194"/>
              <a:gd name="connsiteY2" fmla="*/ 2157292 h 2755075"/>
              <a:gd name="connsiteX3" fmla="*/ 1286436 w 1595194"/>
              <a:gd name="connsiteY3" fmla="*/ 2517568 h 2755075"/>
              <a:gd name="connsiteX4" fmla="*/ 1595194 w 1595194"/>
              <a:gd name="connsiteY4" fmla="*/ 2755075 h 2755075"/>
              <a:gd name="connsiteX0" fmla="*/ 859296 w 1583690"/>
              <a:gd name="connsiteY0" fmla="*/ 0 h 2755075"/>
              <a:gd name="connsiteX1" fmla="*/ 40160 w 1583690"/>
              <a:gd name="connsiteY1" fmla="*/ 496929 h 2755075"/>
              <a:gd name="connsiteX2" fmla="*/ 245621 w 1583690"/>
              <a:gd name="connsiteY2" fmla="*/ 2157292 h 2755075"/>
              <a:gd name="connsiteX3" fmla="*/ 1274932 w 1583690"/>
              <a:gd name="connsiteY3" fmla="*/ 2517568 h 2755075"/>
              <a:gd name="connsiteX4" fmla="*/ 1583690 w 1583690"/>
              <a:gd name="connsiteY4" fmla="*/ 2755075 h 2755075"/>
              <a:gd name="connsiteX0" fmla="*/ 836833 w 1561227"/>
              <a:gd name="connsiteY0" fmla="*/ 0 h 2755075"/>
              <a:gd name="connsiteX1" fmla="*/ 44592 w 1561227"/>
              <a:gd name="connsiteY1" fmla="*/ 483482 h 2755075"/>
              <a:gd name="connsiteX2" fmla="*/ 223158 w 1561227"/>
              <a:gd name="connsiteY2" fmla="*/ 2157292 h 2755075"/>
              <a:gd name="connsiteX3" fmla="*/ 1252469 w 1561227"/>
              <a:gd name="connsiteY3" fmla="*/ 2517568 h 2755075"/>
              <a:gd name="connsiteX4" fmla="*/ 1561227 w 1561227"/>
              <a:gd name="connsiteY4" fmla="*/ 2755075 h 2755075"/>
              <a:gd name="connsiteX0" fmla="*/ 1976229 w 1976229"/>
              <a:gd name="connsiteY0" fmla="*/ 0 h 2687342"/>
              <a:gd name="connsiteX1" fmla="*/ 122832 w 1976229"/>
              <a:gd name="connsiteY1" fmla="*/ 415749 h 2687342"/>
              <a:gd name="connsiteX2" fmla="*/ 301398 w 1976229"/>
              <a:gd name="connsiteY2" fmla="*/ 2089559 h 2687342"/>
              <a:gd name="connsiteX3" fmla="*/ 1330709 w 1976229"/>
              <a:gd name="connsiteY3" fmla="*/ 2449835 h 2687342"/>
              <a:gd name="connsiteX4" fmla="*/ 1639467 w 1976229"/>
              <a:gd name="connsiteY4" fmla="*/ 2687342 h 2687342"/>
              <a:gd name="connsiteX0" fmla="*/ 1710841 w 2529175"/>
              <a:gd name="connsiteY0" fmla="*/ 0 h 2687342"/>
              <a:gd name="connsiteX1" fmla="*/ 2487755 w 2529175"/>
              <a:gd name="connsiteY1" fmla="*/ 415749 h 2687342"/>
              <a:gd name="connsiteX2" fmla="*/ 36010 w 2529175"/>
              <a:gd name="connsiteY2" fmla="*/ 2089559 h 2687342"/>
              <a:gd name="connsiteX3" fmla="*/ 1065321 w 2529175"/>
              <a:gd name="connsiteY3" fmla="*/ 2449835 h 2687342"/>
              <a:gd name="connsiteX4" fmla="*/ 1374079 w 2529175"/>
              <a:gd name="connsiteY4" fmla="*/ 2687342 h 2687342"/>
              <a:gd name="connsiteX0" fmla="*/ 678264 w 1579766"/>
              <a:gd name="connsiteY0" fmla="*/ 0 h 2687342"/>
              <a:gd name="connsiteX1" fmla="*/ 1455178 w 1579766"/>
              <a:gd name="connsiteY1" fmla="*/ 415749 h 2687342"/>
              <a:gd name="connsiteX2" fmla="*/ 1430544 w 1579766"/>
              <a:gd name="connsiteY2" fmla="*/ 2247603 h 2687342"/>
              <a:gd name="connsiteX3" fmla="*/ 32744 w 1579766"/>
              <a:gd name="connsiteY3" fmla="*/ 2449835 h 2687342"/>
              <a:gd name="connsiteX4" fmla="*/ 341502 w 1579766"/>
              <a:gd name="connsiteY4" fmla="*/ 2687342 h 2687342"/>
              <a:gd name="connsiteX0" fmla="*/ 336762 w 1218017"/>
              <a:gd name="connsiteY0" fmla="*/ 0 h 2687342"/>
              <a:gd name="connsiteX1" fmla="*/ 1113676 w 1218017"/>
              <a:gd name="connsiteY1" fmla="*/ 415749 h 2687342"/>
              <a:gd name="connsiteX2" fmla="*/ 1089042 w 1218017"/>
              <a:gd name="connsiteY2" fmla="*/ 2247603 h 2687342"/>
              <a:gd name="connsiteX3" fmla="*/ 0 w 1218017"/>
              <a:gd name="connsiteY3" fmla="*/ 2687342 h 2687342"/>
              <a:gd name="connsiteX0" fmla="*/ 110984 w 978336"/>
              <a:gd name="connsiteY0" fmla="*/ 0 h 2800231"/>
              <a:gd name="connsiteX1" fmla="*/ 887898 w 978336"/>
              <a:gd name="connsiteY1" fmla="*/ 415749 h 2800231"/>
              <a:gd name="connsiteX2" fmla="*/ 863264 w 978336"/>
              <a:gd name="connsiteY2" fmla="*/ 2247603 h 2800231"/>
              <a:gd name="connsiteX3" fmla="*/ 0 w 978336"/>
              <a:gd name="connsiteY3" fmla="*/ 2800231 h 2800231"/>
              <a:gd name="connsiteX0" fmla="*/ 110984 w 978336"/>
              <a:gd name="connsiteY0" fmla="*/ 0 h 2800231"/>
              <a:gd name="connsiteX1" fmla="*/ 887898 w 978336"/>
              <a:gd name="connsiteY1" fmla="*/ 415749 h 2800231"/>
              <a:gd name="connsiteX2" fmla="*/ 863264 w 978336"/>
              <a:gd name="connsiteY2" fmla="*/ 2247603 h 2800231"/>
              <a:gd name="connsiteX3" fmla="*/ 0 w 978336"/>
              <a:gd name="connsiteY3" fmla="*/ 2800231 h 2800231"/>
              <a:gd name="connsiteX0" fmla="*/ 110984 w 1049148"/>
              <a:gd name="connsiteY0" fmla="*/ 0 h 2800231"/>
              <a:gd name="connsiteX1" fmla="*/ 989498 w 1049148"/>
              <a:gd name="connsiteY1" fmla="*/ 630238 h 2800231"/>
              <a:gd name="connsiteX2" fmla="*/ 863264 w 1049148"/>
              <a:gd name="connsiteY2" fmla="*/ 2247603 h 2800231"/>
              <a:gd name="connsiteX3" fmla="*/ 0 w 1049148"/>
              <a:gd name="connsiteY3" fmla="*/ 2800231 h 2800231"/>
              <a:gd name="connsiteX0" fmla="*/ 110984 w 1061336"/>
              <a:gd name="connsiteY0" fmla="*/ 0 h 2800231"/>
              <a:gd name="connsiteX1" fmla="*/ 989498 w 1061336"/>
              <a:gd name="connsiteY1" fmla="*/ 630238 h 2800231"/>
              <a:gd name="connsiteX2" fmla="*/ 897130 w 1061336"/>
              <a:gd name="connsiteY2" fmla="*/ 2236314 h 2800231"/>
              <a:gd name="connsiteX3" fmla="*/ 0 w 1061336"/>
              <a:gd name="connsiteY3" fmla="*/ 2800231 h 2800231"/>
              <a:gd name="connsiteX0" fmla="*/ 110984 w 1061336"/>
              <a:gd name="connsiteY0" fmla="*/ 0 h 2800231"/>
              <a:gd name="connsiteX1" fmla="*/ 989498 w 1061336"/>
              <a:gd name="connsiteY1" fmla="*/ 630238 h 2800231"/>
              <a:gd name="connsiteX2" fmla="*/ 897130 w 1061336"/>
              <a:gd name="connsiteY2" fmla="*/ 2236314 h 2800231"/>
              <a:gd name="connsiteX3" fmla="*/ 0 w 1061336"/>
              <a:gd name="connsiteY3" fmla="*/ 2800231 h 2800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1336" h="2800231">
                <a:moveTo>
                  <a:pt x="110984" y="0"/>
                </a:moveTo>
                <a:cubicBezTo>
                  <a:pt x="422952" y="431890"/>
                  <a:pt x="858474" y="257519"/>
                  <a:pt x="989498" y="630238"/>
                </a:cubicBezTo>
                <a:cubicBezTo>
                  <a:pt x="1120522" y="1002957"/>
                  <a:pt x="1062046" y="1874649"/>
                  <a:pt x="897130" y="2236314"/>
                </a:cubicBezTo>
                <a:cubicBezTo>
                  <a:pt x="732214" y="2597979"/>
                  <a:pt x="226884" y="2708619"/>
                  <a:pt x="0" y="2800231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A3E5F08F-FCDA-770E-06AA-BE3D7BAA1CBA}"/>
              </a:ext>
            </a:extLst>
          </p:cNvPr>
          <p:cNvSpPr/>
          <p:nvPr/>
        </p:nvSpPr>
        <p:spPr>
          <a:xfrm>
            <a:off x="11974119" y="8453433"/>
            <a:ext cx="632103" cy="664867"/>
          </a:xfrm>
          <a:custGeom>
            <a:avLst/>
            <a:gdLst>
              <a:gd name="connsiteX0" fmla="*/ 1582057 w 1589517"/>
              <a:gd name="connsiteY0" fmla="*/ 885371 h 885371"/>
              <a:gd name="connsiteX1" fmla="*/ 1349829 w 1589517"/>
              <a:gd name="connsiteY1" fmla="*/ 333829 h 885371"/>
              <a:gd name="connsiteX2" fmla="*/ 0 w 1589517"/>
              <a:gd name="connsiteY2" fmla="*/ 0 h 885371"/>
              <a:gd name="connsiteX0" fmla="*/ 1582057 w 1583472"/>
              <a:gd name="connsiteY0" fmla="*/ 885371 h 885371"/>
              <a:gd name="connsiteX1" fmla="*/ 1219201 w 1583472"/>
              <a:gd name="connsiteY1" fmla="*/ 116115 h 885371"/>
              <a:gd name="connsiteX2" fmla="*/ 0 w 1583472"/>
              <a:gd name="connsiteY2" fmla="*/ 0 h 885371"/>
              <a:gd name="connsiteX0" fmla="*/ 1582057 w 1583472"/>
              <a:gd name="connsiteY0" fmla="*/ 885520 h 885520"/>
              <a:gd name="connsiteX1" fmla="*/ 1219201 w 1583472"/>
              <a:gd name="connsiteY1" fmla="*/ 116264 h 885520"/>
              <a:gd name="connsiteX2" fmla="*/ 0 w 1583472"/>
              <a:gd name="connsiteY2" fmla="*/ 149 h 885520"/>
              <a:gd name="connsiteX0" fmla="*/ 1669143 w 1670558"/>
              <a:gd name="connsiteY0" fmla="*/ 874991 h 874991"/>
              <a:gd name="connsiteX1" fmla="*/ 1306287 w 1670558"/>
              <a:gd name="connsiteY1" fmla="*/ 105735 h 874991"/>
              <a:gd name="connsiteX2" fmla="*/ 0 w 1670558"/>
              <a:gd name="connsiteY2" fmla="*/ 4134 h 8749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670558" h="874991">
                <a:moveTo>
                  <a:pt x="1669143" y="874991"/>
                </a:moveTo>
                <a:cubicBezTo>
                  <a:pt x="1684867" y="673001"/>
                  <a:pt x="1569963" y="253297"/>
                  <a:pt x="1306287" y="105735"/>
                </a:cubicBezTo>
                <a:cubicBezTo>
                  <a:pt x="1042611" y="-41827"/>
                  <a:pt x="601133" y="10181"/>
                  <a:pt x="0" y="4134"/>
                </a:cubicBezTo>
              </a:path>
            </a:pathLst>
          </a:custGeom>
          <a:noFill/>
          <a:ln w="31750">
            <a:solidFill>
              <a:schemeClr val="bg2">
                <a:lumMod val="5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4C13245F-96C4-5D99-ED97-9DC470A8E5DB}"/>
              </a:ext>
            </a:extLst>
          </p:cNvPr>
          <p:cNvSpPr/>
          <p:nvPr/>
        </p:nvSpPr>
        <p:spPr>
          <a:xfrm>
            <a:off x="11804570" y="7865344"/>
            <a:ext cx="688623" cy="486490"/>
          </a:xfrm>
          <a:custGeom>
            <a:avLst/>
            <a:gdLst>
              <a:gd name="connsiteX0" fmla="*/ 688623 w 688623"/>
              <a:gd name="connsiteY0" fmla="*/ 34935 h 486490"/>
              <a:gd name="connsiteX1" fmla="*/ 203200 w 688623"/>
              <a:gd name="connsiteY1" fmla="*/ 46224 h 486490"/>
              <a:gd name="connsiteX2" fmla="*/ 0 w 688623"/>
              <a:gd name="connsiteY2" fmla="*/ 486490 h 486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88623" h="486490">
                <a:moveTo>
                  <a:pt x="688623" y="34935"/>
                </a:moveTo>
                <a:cubicBezTo>
                  <a:pt x="503296" y="2950"/>
                  <a:pt x="317970" y="-29035"/>
                  <a:pt x="203200" y="46224"/>
                </a:cubicBezTo>
                <a:cubicBezTo>
                  <a:pt x="88429" y="121483"/>
                  <a:pt x="44214" y="303986"/>
                  <a:pt x="0" y="48649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7DEA1B13-B7AA-2BC3-A47A-B036B429171F}"/>
              </a:ext>
            </a:extLst>
          </p:cNvPr>
          <p:cNvSpPr/>
          <p:nvPr/>
        </p:nvSpPr>
        <p:spPr>
          <a:xfrm>
            <a:off x="9858815" y="4682947"/>
            <a:ext cx="1855443" cy="2935111"/>
          </a:xfrm>
          <a:custGeom>
            <a:avLst/>
            <a:gdLst>
              <a:gd name="connsiteX0" fmla="*/ 241132 w 1844154"/>
              <a:gd name="connsiteY0" fmla="*/ 2968978 h 2968978"/>
              <a:gd name="connsiteX1" fmla="*/ 37932 w 1844154"/>
              <a:gd name="connsiteY1" fmla="*/ 2156178 h 2968978"/>
              <a:gd name="connsiteX2" fmla="*/ 26643 w 1844154"/>
              <a:gd name="connsiteY2" fmla="*/ 677333 h 2968978"/>
              <a:gd name="connsiteX3" fmla="*/ 320154 w 1844154"/>
              <a:gd name="connsiteY3" fmla="*/ 101600 h 2968978"/>
              <a:gd name="connsiteX4" fmla="*/ 1370021 w 1844154"/>
              <a:gd name="connsiteY4" fmla="*/ 135467 h 2968978"/>
              <a:gd name="connsiteX5" fmla="*/ 1844154 w 1844154"/>
              <a:gd name="connsiteY5" fmla="*/ 0 h 2968978"/>
              <a:gd name="connsiteX0" fmla="*/ 241132 w 1821577"/>
              <a:gd name="connsiteY0" fmla="*/ 2897812 h 2897812"/>
              <a:gd name="connsiteX1" fmla="*/ 37932 w 1821577"/>
              <a:gd name="connsiteY1" fmla="*/ 2085012 h 2897812"/>
              <a:gd name="connsiteX2" fmla="*/ 26643 w 1821577"/>
              <a:gd name="connsiteY2" fmla="*/ 606167 h 2897812"/>
              <a:gd name="connsiteX3" fmla="*/ 320154 w 1821577"/>
              <a:gd name="connsiteY3" fmla="*/ 30434 h 2897812"/>
              <a:gd name="connsiteX4" fmla="*/ 1370021 w 1821577"/>
              <a:gd name="connsiteY4" fmla="*/ 64301 h 2897812"/>
              <a:gd name="connsiteX5" fmla="*/ 1821577 w 1821577"/>
              <a:gd name="connsiteY5" fmla="*/ 30434 h 2897812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370021 w 1855443"/>
              <a:gd name="connsiteY4" fmla="*/ 101600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79710 w 1855443"/>
              <a:gd name="connsiteY4" fmla="*/ 67733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79710 w 1855443"/>
              <a:gd name="connsiteY4" fmla="*/ 67733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313577 w 1855443"/>
              <a:gd name="connsiteY4" fmla="*/ 101600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90999 w 1855443"/>
              <a:gd name="connsiteY4" fmla="*/ 90311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90999 w 1855443"/>
              <a:gd name="connsiteY4" fmla="*/ 90311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90999 w 1855443"/>
              <a:gd name="connsiteY4" fmla="*/ 90311 h 2935111"/>
              <a:gd name="connsiteX5" fmla="*/ 1855443 w 1855443"/>
              <a:gd name="connsiteY5" fmla="*/ 0 h 2935111"/>
              <a:gd name="connsiteX0" fmla="*/ 241132 w 1855443"/>
              <a:gd name="connsiteY0" fmla="*/ 2935111 h 2935111"/>
              <a:gd name="connsiteX1" fmla="*/ 37932 w 1855443"/>
              <a:gd name="connsiteY1" fmla="*/ 2122311 h 2935111"/>
              <a:gd name="connsiteX2" fmla="*/ 26643 w 1855443"/>
              <a:gd name="connsiteY2" fmla="*/ 643466 h 2935111"/>
              <a:gd name="connsiteX3" fmla="*/ 320154 w 1855443"/>
              <a:gd name="connsiteY3" fmla="*/ 67733 h 2935111"/>
              <a:gd name="connsiteX4" fmla="*/ 1290999 w 1855443"/>
              <a:gd name="connsiteY4" fmla="*/ 90311 h 2935111"/>
              <a:gd name="connsiteX5" fmla="*/ 1855443 w 1855443"/>
              <a:gd name="connsiteY5" fmla="*/ 0 h 29351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5443" h="2935111">
                <a:moveTo>
                  <a:pt x="241132" y="2935111"/>
                </a:moveTo>
                <a:cubicBezTo>
                  <a:pt x="157406" y="2719681"/>
                  <a:pt x="73680" y="2504252"/>
                  <a:pt x="37932" y="2122311"/>
                </a:cubicBezTo>
                <a:cubicBezTo>
                  <a:pt x="2184" y="1740370"/>
                  <a:pt x="-20394" y="985896"/>
                  <a:pt x="26643" y="643466"/>
                </a:cubicBezTo>
                <a:cubicBezTo>
                  <a:pt x="73680" y="301036"/>
                  <a:pt x="109428" y="159925"/>
                  <a:pt x="320154" y="67733"/>
                </a:cubicBezTo>
                <a:cubicBezTo>
                  <a:pt x="530880" y="-24459"/>
                  <a:pt x="980554" y="84666"/>
                  <a:pt x="1290999" y="90311"/>
                </a:cubicBezTo>
                <a:cubicBezTo>
                  <a:pt x="1539354" y="90311"/>
                  <a:pt x="1686109" y="158044"/>
                  <a:pt x="1855443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9D6F5FD-621C-9AEB-3D02-EADC50438F5B}"/>
              </a:ext>
            </a:extLst>
          </p:cNvPr>
          <p:cNvGrpSpPr/>
          <p:nvPr/>
        </p:nvGrpSpPr>
        <p:grpSpPr>
          <a:xfrm>
            <a:off x="12432229" y="8468122"/>
            <a:ext cx="32400" cy="19080"/>
            <a:chOff x="12469705" y="8910332"/>
            <a:chExt cx="32400" cy="1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1249835-36C7-DBC6-B035-77BC67CC3AB2}"/>
                    </a:ext>
                  </a:extLst>
                </p14:cNvPr>
                <p14:cNvContentPartPr/>
                <p14:nvPr/>
              </p14:nvContentPartPr>
              <p14:xfrm>
                <a:off x="12501745" y="8926892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1249835-36C7-DBC6-B035-77BC67CC3AB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92745" y="891789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70E14FC-2A1A-F278-128C-5469DDCED733}"/>
                    </a:ext>
                  </a:extLst>
                </p14:cNvPr>
                <p14:cNvContentPartPr/>
                <p14:nvPr/>
              </p14:nvContentPartPr>
              <p14:xfrm>
                <a:off x="12499945" y="8929052"/>
                <a:ext cx="360" cy="3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70E14FC-2A1A-F278-128C-5469DDCED73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90945" y="892041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B4C4AED-D3ED-14F0-21B9-18BBF3DA4855}"/>
                    </a:ext>
                  </a:extLst>
                </p14:cNvPr>
                <p14:cNvContentPartPr/>
                <p14:nvPr/>
              </p14:nvContentPartPr>
              <p14:xfrm>
                <a:off x="12489145" y="8920052"/>
                <a:ext cx="360" cy="3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B4C4AED-D3ED-14F0-21B9-18BBF3DA485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80505" y="891141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A648584-CC00-4F46-D5CE-DFC57E1E59D4}"/>
                    </a:ext>
                  </a:extLst>
                </p14:cNvPr>
                <p14:cNvContentPartPr/>
                <p14:nvPr/>
              </p14:nvContentPartPr>
              <p14:xfrm>
                <a:off x="12480505" y="8915372"/>
                <a:ext cx="360" cy="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A648584-CC00-4F46-D5CE-DFC57E1E59D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71505" y="890637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499984E-396E-8221-3D19-9F8DAC7D1E22}"/>
                    </a:ext>
                  </a:extLst>
                </p14:cNvPr>
                <p14:cNvContentPartPr/>
                <p14:nvPr/>
              </p14:nvContentPartPr>
              <p14:xfrm>
                <a:off x="12469705" y="8910332"/>
                <a:ext cx="360" cy="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499984E-396E-8221-3D19-9F8DAC7D1E2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61065" y="890169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197DEB9-8F6F-20ED-9119-332E9EF67678}"/>
              </a:ext>
            </a:extLst>
          </p:cNvPr>
          <p:cNvGrpSpPr/>
          <p:nvPr/>
        </p:nvGrpSpPr>
        <p:grpSpPr>
          <a:xfrm>
            <a:off x="12424669" y="8528602"/>
            <a:ext cx="20880" cy="15480"/>
            <a:chOff x="12462145" y="8970812"/>
            <a:chExt cx="20880" cy="1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885836A7-5E7D-00D7-30CE-7A4DE1454ED1}"/>
                    </a:ext>
                  </a:extLst>
                </p14:cNvPr>
                <p14:cNvContentPartPr/>
                <p14:nvPr/>
              </p14:nvContentPartPr>
              <p14:xfrm>
                <a:off x="12462145" y="897081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885836A7-5E7D-00D7-30CE-7A4DE1454ED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53145" y="896217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FBD52CA-4CBF-1EB3-3C08-5307275F1241}"/>
                    </a:ext>
                  </a:extLst>
                </p14:cNvPr>
                <p14:cNvContentPartPr/>
                <p14:nvPr/>
              </p14:nvContentPartPr>
              <p14:xfrm>
                <a:off x="12470785" y="8977292"/>
                <a:ext cx="360" cy="3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FBD52CA-4CBF-1EB3-3C08-5307275F1241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62145" y="896829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39FE984-49CC-8350-5862-10BF27106EA0}"/>
                    </a:ext>
                  </a:extLst>
                </p14:cNvPr>
                <p14:cNvContentPartPr/>
                <p14:nvPr/>
              </p14:nvContentPartPr>
              <p14:xfrm>
                <a:off x="12482665" y="8985932"/>
                <a:ext cx="360" cy="3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39FE984-49CC-8350-5862-10BF27106EA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73665" y="897729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3AD6E34-D691-9355-1FB1-FD07DEF9CB24}"/>
                  </a:ext>
                </a:extLst>
              </p14:cNvPr>
              <p14:cNvContentPartPr/>
              <p14:nvPr/>
            </p14:nvContentPartPr>
            <p14:xfrm>
              <a:off x="12450229" y="8555962"/>
              <a:ext cx="360" cy="36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3AD6E34-D691-9355-1FB1-FD07DEF9CB2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2441229" y="8546962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41" name="Freeform 40">
            <a:extLst>
              <a:ext uri="{FF2B5EF4-FFF2-40B4-BE49-F238E27FC236}">
                <a16:creationId xmlns:a16="http://schemas.microsoft.com/office/drawing/2014/main" id="{179B0BF8-23F0-9E36-0D20-C93A54BCA119}"/>
              </a:ext>
            </a:extLst>
          </p:cNvPr>
          <p:cNvSpPr/>
          <p:nvPr/>
        </p:nvSpPr>
        <p:spPr>
          <a:xfrm>
            <a:off x="11535568" y="8720507"/>
            <a:ext cx="480017" cy="1659020"/>
          </a:xfrm>
          <a:custGeom>
            <a:avLst/>
            <a:gdLst>
              <a:gd name="connsiteX0" fmla="*/ 0 w 534807"/>
              <a:gd name="connsiteY0" fmla="*/ 0 h 1696453"/>
              <a:gd name="connsiteX1" fmla="*/ 529389 w 534807"/>
              <a:gd name="connsiteY1" fmla="*/ 806116 h 1696453"/>
              <a:gd name="connsiteX2" fmla="*/ 228600 w 534807"/>
              <a:gd name="connsiteY2" fmla="*/ 1696453 h 1696453"/>
              <a:gd name="connsiteX0" fmla="*/ 0 w 508070"/>
              <a:gd name="connsiteY0" fmla="*/ 0 h 1664368"/>
              <a:gd name="connsiteX1" fmla="*/ 502652 w 508070"/>
              <a:gd name="connsiteY1" fmla="*/ 774031 h 1664368"/>
              <a:gd name="connsiteX2" fmla="*/ 201863 w 508070"/>
              <a:gd name="connsiteY2" fmla="*/ 1664368 h 1664368"/>
              <a:gd name="connsiteX0" fmla="*/ 0 w 572239"/>
              <a:gd name="connsiteY0" fmla="*/ 0 h 1701799"/>
              <a:gd name="connsiteX1" fmla="*/ 566821 w 572239"/>
              <a:gd name="connsiteY1" fmla="*/ 811462 h 1701799"/>
              <a:gd name="connsiteX2" fmla="*/ 266032 w 572239"/>
              <a:gd name="connsiteY2" fmla="*/ 1701799 h 1701799"/>
              <a:gd name="connsiteX0" fmla="*/ 0 w 480427"/>
              <a:gd name="connsiteY0" fmla="*/ 0 h 1701799"/>
              <a:gd name="connsiteX1" fmla="*/ 470568 w 480427"/>
              <a:gd name="connsiteY1" fmla="*/ 961188 h 1701799"/>
              <a:gd name="connsiteX2" fmla="*/ 266032 w 480427"/>
              <a:gd name="connsiteY2" fmla="*/ 1701799 h 1701799"/>
              <a:gd name="connsiteX0" fmla="*/ 0 w 480427"/>
              <a:gd name="connsiteY0" fmla="*/ 0 h 1653672"/>
              <a:gd name="connsiteX1" fmla="*/ 470568 w 480427"/>
              <a:gd name="connsiteY1" fmla="*/ 961188 h 1653672"/>
              <a:gd name="connsiteX2" fmla="*/ 266032 w 480427"/>
              <a:gd name="connsiteY2" fmla="*/ 1653672 h 1653672"/>
              <a:gd name="connsiteX0" fmla="*/ 0 w 480017"/>
              <a:gd name="connsiteY0" fmla="*/ 0 h 1691104"/>
              <a:gd name="connsiteX1" fmla="*/ 470568 w 480017"/>
              <a:gd name="connsiteY1" fmla="*/ 961188 h 1691104"/>
              <a:gd name="connsiteX2" fmla="*/ 260684 w 480017"/>
              <a:gd name="connsiteY2" fmla="*/ 1691104 h 1691104"/>
              <a:gd name="connsiteX0" fmla="*/ 0 w 480017"/>
              <a:gd name="connsiteY0" fmla="*/ 0 h 1659020"/>
              <a:gd name="connsiteX1" fmla="*/ 470568 w 480017"/>
              <a:gd name="connsiteY1" fmla="*/ 961188 h 1659020"/>
              <a:gd name="connsiteX2" fmla="*/ 260684 w 480017"/>
              <a:gd name="connsiteY2" fmla="*/ 1659020 h 1659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80017" h="1659020">
                <a:moveTo>
                  <a:pt x="0" y="0"/>
                </a:moveTo>
                <a:cubicBezTo>
                  <a:pt x="245644" y="261687"/>
                  <a:pt x="432468" y="678446"/>
                  <a:pt x="470568" y="961188"/>
                </a:cubicBezTo>
                <a:cubicBezTo>
                  <a:pt x="508668" y="1243930"/>
                  <a:pt x="430128" y="1355222"/>
                  <a:pt x="260684" y="165902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981FE257-80F5-EBF7-A544-ADD67DEB545B}"/>
                  </a:ext>
                </a:extLst>
              </p14:cNvPr>
              <p14:cNvContentPartPr/>
              <p14:nvPr/>
            </p14:nvContentPartPr>
            <p14:xfrm>
              <a:off x="11652568" y="8916424"/>
              <a:ext cx="360" cy="3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981FE257-80F5-EBF7-A544-ADD67DEB545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643568" y="8907424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4041500A-A177-4738-69D6-460367860FEB}"/>
              </a:ext>
            </a:extLst>
          </p:cNvPr>
          <p:cNvGrpSpPr/>
          <p:nvPr/>
        </p:nvGrpSpPr>
        <p:grpSpPr>
          <a:xfrm>
            <a:off x="11661928" y="8935144"/>
            <a:ext cx="16920" cy="12960"/>
            <a:chOff x="11699404" y="9377354"/>
            <a:chExt cx="16920" cy="1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ED40716-47F2-0497-44C3-8C6E7D208F9E}"/>
                    </a:ext>
                  </a:extLst>
                </p14:cNvPr>
                <p14:cNvContentPartPr/>
                <p14:nvPr/>
              </p14:nvContentPartPr>
              <p14:xfrm>
                <a:off x="11706244" y="9382754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ED40716-47F2-0497-44C3-8C6E7D208F9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697604" y="93741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A86771-3166-5C07-6780-0EA3AC072C23}"/>
                    </a:ext>
                  </a:extLst>
                </p14:cNvPr>
                <p14:cNvContentPartPr/>
                <p14:nvPr/>
              </p14:nvContentPartPr>
              <p14:xfrm>
                <a:off x="11706244" y="9382754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A86771-3166-5C07-6780-0EA3AC072C2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697604" y="93741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0980CB7-0129-66CD-9987-E586C3B631A5}"/>
                    </a:ext>
                  </a:extLst>
                </p14:cNvPr>
                <p14:cNvContentPartPr/>
                <p14:nvPr/>
              </p14:nvContentPartPr>
              <p14:xfrm>
                <a:off x="11715964" y="9389954"/>
                <a:ext cx="360" cy="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0980CB7-0129-66CD-9987-E586C3B631A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06964" y="93813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B22363A-7324-4759-E1BD-B921CAB7C7E5}"/>
                    </a:ext>
                  </a:extLst>
                </p14:cNvPr>
                <p14:cNvContentPartPr/>
                <p14:nvPr/>
              </p14:nvContentPartPr>
              <p14:xfrm>
                <a:off x="11699404" y="9377354"/>
                <a:ext cx="360" cy="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B22363A-7324-4759-E1BD-B921CAB7C7E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690764" y="93687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E39E802B-4F53-ED52-DB15-0E2407716951}"/>
                  </a:ext>
                </a:extLst>
              </p14:cNvPr>
              <p14:cNvContentPartPr/>
              <p14:nvPr/>
            </p14:nvContentPartPr>
            <p14:xfrm>
              <a:off x="11644648" y="8909224"/>
              <a:ext cx="360" cy="3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E39E802B-4F53-ED52-DB15-0E2407716951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635648" y="8900224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4" name="Group 53">
            <a:extLst>
              <a:ext uri="{FF2B5EF4-FFF2-40B4-BE49-F238E27FC236}">
                <a16:creationId xmlns:a16="http://schemas.microsoft.com/office/drawing/2014/main" id="{6228151B-6DCD-7235-7814-1B08BD201CAB}"/>
              </a:ext>
            </a:extLst>
          </p:cNvPr>
          <p:cNvGrpSpPr/>
          <p:nvPr/>
        </p:nvGrpSpPr>
        <p:grpSpPr>
          <a:xfrm>
            <a:off x="11700808" y="8887264"/>
            <a:ext cx="11880" cy="19800"/>
            <a:chOff x="11738284" y="9329474"/>
            <a:chExt cx="11880" cy="19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D17C1F4-1406-D738-A30F-25F5B4476E04}"/>
                    </a:ext>
                  </a:extLst>
                </p14:cNvPr>
                <p14:cNvContentPartPr/>
                <p14:nvPr/>
              </p14:nvContentPartPr>
              <p14:xfrm>
                <a:off x="11738284" y="9329474"/>
                <a:ext cx="360" cy="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D17C1F4-1406-D738-A30F-25F5B4476E0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29284" y="932047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F7ACDA7-A771-139C-29C4-8485CDCEE037}"/>
                    </a:ext>
                  </a:extLst>
                </p14:cNvPr>
                <p14:cNvContentPartPr/>
                <p14:nvPr/>
              </p14:nvContentPartPr>
              <p14:xfrm>
                <a:off x="11749084" y="9348914"/>
                <a:ext cx="360" cy="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F7ACDA7-A771-139C-29C4-8485CDCEE03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40444" y="93399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0D8D1A7-4B33-3C8C-C7FF-DE730AFEC8F9}"/>
                    </a:ext>
                  </a:extLst>
                </p14:cNvPr>
                <p14:cNvContentPartPr/>
                <p14:nvPr/>
              </p14:nvContentPartPr>
              <p14:xfrm>
                <a:off x="11749804" y="9340634"/>
                <a:ext cx="360" cy="3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0D8D1A7-4B33-3C8C-C7FF-DE730AFEC8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741164" y="933199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A37DC8B-5EAD-168A-A425-829CE3E54E13}"/>
              </a:ext>
            </a:extLst>
          </p:cNvPr>
          <p:cNvGrpSpPr/>
          <p:nvPr/>
        </p:nvGrpSpPr>
        <p:grpSpPr>
          <a:xfrm>
            <a:off x="11863888" y="9297304"/>
            <a:ext cx="19800" cy="44280"/>
            <a:chOff x="11901364" y="9739514"/>
            <a:chExt cx="19800" cy="4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70F5B54-64E0-DED5-2818-1D3BE66BD05F}"/>
                    </a:ext>
                  </a:extLst>
                </p14:cNvPr>
                <p14:cNvContentPartPr/>
                <p14:nvPr/>
              </p14:nvContentPartPr>
              <p14:xfrm>
                <a:off x="11901364" y="9739514"/>
                <a:ext cx="36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70F5B54-64E0-DED5-2818-1D3BE66BD05F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892724" y="973087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5889966-ECEC-A07F-A377-895EF200D36C}"/>
                    </a:ext>
                  </a:extLst>
                </p14:cNvPr>
                <p14:cNvContentPartPr/>
                <p14:nvPr/>
              </p14:nvContentPartPr>
              <p14:xfrm>
                <a:off x="11908564" y="9754274"/>
                <a:ext cx="12600" cy="2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5889966-ECEC-A07F-A377-895EF200D36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1899924" y="9745274"/>
                  <a:ext cx="30240" cy="4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249AE615-9008-54CE-E0AD-6F3C8679AFA1}"/>
                  </a:ext>
                </a:extLst>
              </p14:cNvPr>
              <p14:cNvContentPartPr/>
              <p14:nvPr/>
            </p14:nvContentPartPr>
            <p14:xfrm>
              <a:off x="11916808" y="9276064"/>
              <a:ext cx="24480" cy="5004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249AE615-9008-54CE-E0AD-6F3C8679AFA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1907938" y="9267064"/>
                <a:ext cx="41864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B8513948-B1B0-6621-F2D8-C3F187AB66AC}"/>
                  </a:ext>
                </a:extLst>
              </p14:cNvPr>
              <p14:cNvContentPartPr/>
              <p14:nvPr/>
            </p14:nvContentPartPr>
            <p14:xfrm>
              <a:off x="11922928" y="9274624"/>
              <a:ext cx="360" cy="36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B8513948-B1B0-6621-F2D8-C3F187AB66AC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1913928" y="9265624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60" name="TextBox 59">
            <a:extLst>
              <a:ext uri="{FF2B5EF4-FFF2-40B4-BE49-F238E27FC236}">
                <a16:creationId xmlns:a16="http://schemas.microsoft.com/office/drawing/2014/main" id="{5963EB81-1D52-9CE4-1F98-6C2FADE8A137}"/>
              </a:ext>
            </a:extLst>
          </p:cNvPr>
          <p:cNvSpPr txBox="1"/>
          <p:nvPr/>
        </p:nvSpPr>
        <p:spPr>
          <a:xfrm>
            <a:off x="11938573" y="9946316"/>
            <a:ext cx="682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*di?</a:t>
            </a:r>
          </a:p>
        </p:txBody>
      </p:sp>
      <p:sp>
        <p:nvSpPr>
          <p:cNvPr id="61" name="Freeform 60">
            <a:extLst>
              <a:ext uri="{FF2B5EF4-FFF2-40B4-BE49-F238E27FC236}">
                <a16:creationId xmlns:a16="http://schemas.microsoft.com/office/drawing/2014/main" id="{A8C78D1D-756E-2507-1217-22BFEF78CE4A}"/>
              </a:ext>
            </a:extLst>
          </p:cNvPr>
          <p:cNvSpPr/>
          <p:nvPr/>
        </p:nvSpPr>
        <p:spPr>
          <a:xfrm>
            <a:off x="9545022" y="6690112"/>
            <a:ext cx="2349978" cy="3087445"/>
          </a:xfrm>
          <a:custGeom>
            <a:avLst/>
            <a:gdLst>
              <a:gd name="connsiteX0" fmla="*/ 603700 w 2450429"/>
              <a:gd name="connsiteY0" fmla="*/ 3087445 h 3087445"/>
              <a:gd name="connsiteX1" fmla="*/ 119605 w 2450429"/>
              <a:gd name="connsiteY1" fmla="*/ 1699708 h 3087445"/>
              <a:gd name="connsiteX2" fmla="*/ 87333 w 2450429"/>
              <a:gd name="connsiteY2" fmla="*/ 268941 h 3087445"/>
              <a:gd name="connsiteX3" fmla="*/ 1141582 w 2450429"/>
              <a:gd name="connsiteY3" fmla="*/ 86061 h 3087445"/>
              <a:gd name="connsiteX4" fmla="*/ 2271135 w 2450429"/>
              <a:gd name="connsiteY4" fmla="*/ 355002 h 3087445"/>
              <a:gd name="connsiteX5" fmla="*/ 2432500 w 2450429"/>
              <a:gd name="connsiteY5" fmla="*/ 0 h 3087445"/>
              <a:gd name="connsiteX0" fmla="*/ 567048 w 2413777"/>
              <a:gd name="connsiteY0" fmla="*/ 3087445 h 3087445"/>
              <a:gd name="connsiteX1" fmla="*/ 82953 w 2413777"/>
              <a:gd name="connsiteY1" fmla="*/ 1699708 h 3087445"/>
              <a:gd name="connsiteX2" fmla="*/ 104469 w 2413777"/>
              <a:gd name="connsiteY2" fmla="*/ 462579 h 3087445"/>
              <a:gd name="connsiteX3" fmla="*/ 1104930 w 2413777"/>
              <a:gd name="connsiteY3" fmla="*/ 86061 h 3087445"/>
              <a:gd name="connsiteX4" fmla="*/ 2234483 w 2413777"/>
              <a:gd name="connsiteY4" fmla="*/ 355002 h 3087445"/>
              <a:gd name="connsiteX5" fmla="*/ 2395848 w 2413777"/>
              <a:gd name="connsiteY5" fmla="*/ 0 h 3087445"/>
              <a:gd name="connsiteX0" fmla="*/ 532342 w 2379071"/>
              <a:gd name="connsiteY0" fmla="*/ 3087445 h 3087445"/>
              <a:gd name="connsiteX1" fmla="*/ 134309 w 2379071"/>
              <a:gd name="connsiteY1" fmla="*/ 1570616 h 3087445"/>
              <a:gd name="connsiteX2" fmla="*/ 69763 w 2379071"/>
              <a:gd name="connsiteY2" fmla="*/ 462579 h 3087445"/>
              <a:gd name="connsiteX3" fmla="*/ 1070224 w 2379071"/>
              <a:gd name="connsiteY3" fmla="*/ 86061 h 3087445"/>
              <a:gd name="connsiteX4" fmla="*/ 2199777 w 2379071"/>
              <a:gd name="connsiteY4" fmla="*/ 355002 h 3087445"/>
              <a:gd name="connsiteX5" fmla="*/ 2361142 w 2379071"/>
              <a:gd name="connsiteY5" fmla="*/ 0 h 3087445"/>
              <a:gd name="connsiteX0" fmla="*/ 518007 w 2364736"/>
              <a:gd name="connsiteY0" fmla="*/ 3087445 h 3087445"/>
              <a:gd name="connsiteX1" fmla="*/ 119974 w 2364736"/>
              <a:gd name="connsiteY1" fmla="*/ 1570616 h 3087445"/>
              <a:gd name="connsiteX2" fmla="*/ 55428 w 2364736"/>
              <a:gd name="connsiteY2" fmla="*/ 462579 h 3087445"/>
              <a:gd name="connsiteX3" fmla="*/ 1055889 w 2364736"/>
              <a:gd name="connsiteY3" fmla="*/ 86061 h 3087445"/>
              <a:gd name="connsiteX4" fmla="*/ 2185442 w 2364736"/>
              <a:gd name="connsiteY4" fmla="*/ 355002 h 3087445"/>
              <a:gd name="connsiteX5" fmla="*/ 2346807 w 2364736"/>
              <a:gd name="connsiteY5" fmla="*/ 0 h 3087445"/>
              <a:gd name="connsiteX0" fmla="*/ 533934 w 2380663"/>
              <a:gd name="connsiteY0" fmla="*/ 3087445 h 3087445"/>
              <a:gd name="connsiteX1" fmla="*/ 135901 w 2380663"/>
              <a:gd name="connsiteY1" fmla="*/ 1570616 h 3087445"/>
              <a:gd name="connsiteX2" fmla="*/ 71355 w 2380663"/>
              <a:gd name="connsiteY2" fmla="*/ 462579 h 3087445"/>
              <a:gd name="connsiteX3" fmla="*/ 1093332 w 2380663"/>
              <a:gd name="connsiteY3" fmla="*/ 204395 h 3087445"/>
              <a:gd name="connsiteX4" fmla="*/ 2201369 w 2380663"/>
              <a:gd name="connsiteY4" fmla="*/ 355002 h 3087445"/>
              <a:gd name="connsiteX5" fmla="*/ 2362734 w 2380663"/>
              <a:gd name="connsiteY5" fmla="*/ 0 h 3087445"/>
              <a:gd name="connsiteX0" fmla="*/ 533934 w 2380663"/>
              <a:gd name="connsiteY0" fmla="*/ 3087445 h 3087445"/>
              <a:gd name="connsiteX1" fmla="*/ 135901 w 2380663"/>
              <a:gd name="connsiteY1" fmla="*/ 1570616 h 3087445"/>
              <a:gd name="connsiteX2" fmla="*/ 71355 w 2380663"/>
              <a:gd name="connsiteY2" fmla="*/ 462579 h 3087445"/>
              <a:gd name="connsiteX3" fmla="*/ 1093332 w 2380663"/>
              <a:gd name="connsiteY3" fmla="*/ 204395 h 3087445"/>
              <a:gd name="connsiteX4" fmla="*/ 2201369 w 2380663"/>
              <a:gd name="connsiteY4" fmla="*/ 355002 h 3087445"/>
              <a:gd name="connsiteX5" fmla="*/ 2362734 w 2380663"/>
              <a:gd name="connsiteY5" fmla="*/ 0 h 3087445"/>
              <a:gd name="connsiteX0" fmla="*/ 501304 w 2348033"/>
              <a:gd name="connsiteY0" fmla="*/ 3087445 h 3087445"/>
              <a:gd name="connsiteX1" fmla="*/ 103271 w 2348033"/>
              <a:gd name="connsiteY1" fmla="*/ 1570616 h 3087445"/>
              <a:gd name="connsiteX2" fmla="*/ 81755 w 2348033"/>
              <a:gd name="connsiteY2" fmla="*/ 279699 h 3087445"/>
              <a:gd name="connsiteX3" fmla="*/ 1060702 w 2348033"/>
              <a:gd name="connsiteY3" fmla="*/ 204395 h 3087445"/>
              <a:gd name="connsiteX4" fmla="*/ 2168739 w 2348033"/>
              <a:gd name="connsiteY4" fmla="*/ 355002 h 3087445"/>
              <a:gd name="connsiteX5" fmla="*/ 2330104 w 2348033"/>
              <a:gd name="connsiteY5" fmla="*/ 0 h 3087445"/>
              <a:gd name="connsiteX0" fmla="*/ 582917 w 2429646"/>
              <a:gd name="connsiteY0" fmla="*/ 3087445 h 3087445"/>
              <a:gd name="connsiteX1" fmla="*/ 184884 w 2429646"/>
              <a:gd name="connsiteY1" fmla="*/ 1570616 h 3087445"/>
              <a:gd name="connsiteX2" fmla="*/ 163368 w 2429646"/>
              <a:gd name="connsiteY2" fmla="*/ 279699 h 3087445"/>
              <a:gd name="connsiteX3" fmla="*/ 2250352 w 2429646"/>
              <a:gd name="connsiteY3" fmla="*/ 355002 h 3087445"/>
              <a:gd name="connsiteX4" fmla="*/ 2411717 w 2429646"/>
              <a:gd name="connsiteY4" fmla="*/ 0 h 3087445"/>
              <a:gd name="connsiteX0" fmla="*/ 559683 w 2406412"/>
              <a:gd name="connsiteY0" fmla="*/ 3087445 h 3087445"/>
              <a:gd name="connsiteX1" fmla="*/ 231988 w 2406412"/>
              <a:gd name="connsiteY1" fmla="*/ 2578801 h 3087445"/>
              <a:gd name="connsiteX2" fmla="*/ 140134 w 2406412"/>
              <a:gd name="connsiteY2" fmla="*/ 279699 h 3087445"/>
              <a:gd name="connsiteX3" fmla="*/ 2227118 w 2406412"/>
              <a:gd name="connsiteY3" fmla="*/ 355002 h 3087445"/>
              <a:gd name="connsiteX4" fmla="*/ 2388483 w 2406412"/>
              <a:gd name="connsiteY4" fmla="*/ 0 h 3087445"/>
              <a:gd name="connsiteX0" fmla="*/ 617486 w 2464215"/>
              <a:gd name="connsiteY0" fmla="*/ 3087445 h 3087445"/>
              <a:gd name="connsiteX1" fmla="*/ 289791 w 2464215"/>
              <a:gd name="connsiteY1" fmla="*/ 2578801 h 3087445"/>
              <a:gd name="connsiteX2" fmla="*/ 127599 w 2464215"/>
              <a:gd name="connsiteY2" fmla="*/ 455545 h 3087445"/>
              <a:gd name="connsiteX3" fmla="*/ 2284921 w 2464215"/>
              <a:gd name="connsiteY3" fmla="*/ 355002 h 3087445"/>
              <a:gd name="connsiteX4" fmla="*/ 2446286 w 2464215"/>
              <a:gd name="connsiteY4" fmla="*/ 0 h 3087445"/>
              <a:gd name="connsiteX0" fmla="*/ 599672 w 2430718"/>
              <a:gd name="connsiteY0" fmla="*/ 3087445 h 3087445"/>
              <a:gd name="connsiteX1" fmla="*/ 271977 w 2430718"/>
              <a:gd name="connsiteY1" fmla="*/ 2578801 h 3087445"/>
              <a:gd name="connsiteX2" fmla="*/ 109785 w 2430718"/>
              <a:gd name="connsiteY2" fmla="*/ 455545 h 3087445"/>
              <a:gd name="connsiteX3" fmla="*/ 2020923 w 2430718"/>
              <a:gd name="connsiteY3" fmla="*/ 296387 h 3087445"/>
              <a:gd name="connsiteX4" fmla="*/ 2428472 w 2430718"/>
              <a:gd name="connsiteY4" fmla="*/ 0 h 3087445"/>
              <a:gd name="connsiteX0" fmla="*/ 551033 w 2382079"/>
              <a:gd name="connsiteY0" fmla="*/ 3087445 h 3087445"/>
              <a:gd name="connsiteX1" fmla="*/ 223338 w 2382079"/>
              <a:gd name="connsiteY1" fmla="*/ 2578801 h 3087445"/>
              <a:gd name="connsiteX2" fmla="*/ 119761 w 2382079"/>
              <a:gd name="connsiteY2" fmla="*/ 525883 h 3087445"/>
              <a:gd name="connsiteX3" fmla="*/ 1972284 w 2382079"/>
              <a:gd name="connsiteY3" fmla="*/ 296387 h 3087445"/>
              <a:gd name="connsiteX4" fmla="*/ 2379833 w 2382079"/>
              <a:gd name="connsiteY4" fmla="*/ 0 h 3087445"/>
              <a:gd name="connsiteX0" fmla="*/ 489308 w 2320354"/>
              <a:gd name="connsiteY0" fmla="*/ 3087445 h 3087445"/>
              <a:gd name="connsiteX1" fmla="*/ 161613 w 2320354"/>
              <a:gd name="connsiteY1" fmla="*/ 2578801 h 3087445"/>
              <a:gd name="connsiteX2" fmla="*/ 58036 w 2320354"/>
              <a:gd name="connsiteY2" fmla="*/ 525883 h 3087445"/>
              <a:gd name="connsiteX3" fmla="*/ 1910559 w 2320354"/>
              <a:gd name="connsiteY3" fmla="*/ 296387 h 3087445"/>
              <a:gd name="connsiteX4" fmla="*/ 2318108 w 2320354"/>
              <a:gd name="connsiteY4" fmla="*/ 0 h 3087445"/>
              <a:gd name="connsiteX0" fmla="*/ 591315 w 2422361"/>
              <a:gd name="connsiteY0" fmla="*/ 3087445 h 3087445"/>
              <a:gd name="connsiteX1" fmla="*/ 146389 w 2422361"/>
              <a:gd name="connsiteY1" fmla="*/ 2086432 h 3087445"/>
              <a:gd name="connsiteX2" fmla="*/ 160043 w 2422361"/>
              <a:gd name="connsiteY2" fmla="*/ 525883 h 3087445"/>
              <a:gd name="connsiteX3" fmla="*/ 2012566 w 2422361"/>
              <a:gd name="connsiteY3" fmla="*/ 296387 h 3087445"/>
              <a:gd name="connsiteX4" fmla="*/ 2420115 w 2422361"/>
              <a:gd name="connsiteY4" fmla="*/ 0 h 3087445"/>
              <a:gd name="connsiteX0" fmla="*/ 660820 w 2491866"/>
              <a:gd name="connsiteY0" fmla="*/ 3087445 h 3087445"/>
              <a:gd name="connsiteX1" fmla="*/ 215894 w 2491866"/>
              <a:gd name="connsiteY1" fmla="*/ 2086432 h 3087445"/>
              <a:gd name="connsiteX2" fmla="*/ 229548 w 2491866"/>
              <a:gd name="connsiteY2" fmla="*/ 525883 h 3087445"/>
              <a:gd name="connsiteX3" fmla="*/ 2082071 w 2491866"/>
              <a:gd name="connsiteY3" fmla="*/ 296387 h 3087445"/>
              <a:gd name="connsiteX4" fmla="*/ 2489620 w 2491866"/>
              <a:gd name="connsiteY4" fmla="*/ 0 h 3087445"/>
              <a:gd name="connsiteX0" fmla="*/ 487816 w 2318862"/>
              <a:gd name="connsiteY0" fmla="*/ 3087445 h 3087445"/>
              <a:gd name="connsiteX1" fmla="*/ 56544 w 2318862"/>
              <a:gd name="connsiteY1" fmla="*/ 525883 h 3087445"/>
              <a:gd name="connsiteX2" fmla="*/ 1909067 w 2318862"/>
              <a:gd name="connsiteY2" fmla="*/ 296387 h 3087445"/>
              <a:gd name="connsiteX3" fmla="*/ 2316616 w 2318862"/>
              <a:gd name="connsiteY3" fmla="*/ 0 h 3087445"/>
              <a:gd name="connsiteX0" fmla="*/ 524799 w 2355845"/>
              <a:gd name="connsiteY0" fmla="*/ 3087445 h 3090714"/>
              <a:gd name="connsiteX1" fmla="*/ 93527 w 2355845"/>
              <a:gd name="connsiteY1" fmla="*/ 525883 h 3090714"/>
              <a:gd name="connsiteX2" fmla="*/ 1946050 w 2355845"/>
              <a:gd name="connsiteY2" fmla="*/ 296387 h 3090714"/>
              <a:gd name="connsiteX3" fmla="*/ 2353599 w 2355845"/>
              <a:gd name="connsiteY3" fmla="*/ 0 h 3090714"/>
              <a:gd name="connsiteX0" fmla="*/ 487069 w 2318115"/>
              <a:gd name="connsiteY0" fmla="*/ 3087445 h 3090714"/>
              <a:gd name="connsiteX1" fmla="*/ 102690 w 2318115"/>
              <a:gd name="connsiteY1" fmla="*/ 525883 h 3090714"/>
              <a:gd name="connsiteX2" fmla="*/ 1908320 w 2318115"/>
              <a:gd name="connsiteY2" fmla="*/ 296387 h 3090714"/>
              <a:gd name="connsiteX3" fmla="*/ 2315869 w 2318115"/>
              <a:gd name="connsiteY3" fmla="*/ 0 h 3090714"/>
              <a:gd name="connsiteX0" fmla="*/ 402252 w 2233298"/>
              <a:gd name="connsiteY0" fmla="*/ 3087445 h 3090924"/>
              <a:gd name="connsiteX1" fmla="*/ 17873 w 2233298"/>
              <a:gd name="connsiteY1" fmla="*/ 525883 h 3090924"/>
              <a:gd name="connsiteX2" fmla="*/ 1823503 w 2233298"/>
              <a:gd name="connsiteY2" fmla="*/ 296387 h 3090924"/>
              <a:gd name="connsiteX3" fmla="*/ 2231052 w 2233298"/>
              <a:gd name="connsiteY3" fmla="*/ 0 h 3090924"/>
              <a:gd name="connsiteX0" fmla="*/ 498290 w 2329336"/>
              <a:gd name="connsiteY0" fmla="*/ 3087445 h 3087445"/>
              <a:gd name="connsiteX1" fmla="*/ 220798 w 2329336"/>
              <a:gd name="connsiteY1" fmla="*/ 2761956 h 3087445"/>
              <a:gd name="connsiteX2" fmla="*/ 113911 w 2329336"/>
              <a:gd name="connsiteY2" fmla="*/ 525883 h 3087445"/>
              <a:gd name="connsiteX3" fmla="*/ 1919541 w 2329336"/>
              <a:gd name="connsiteY3" fmla="*/ 296387 h 3087445"/>
              <a:gd name="connsiteX4" fmla="*/ 2327090 w 2329336"/>
              <a:gd name="connsiteY4" fmla="*/ 0 h 3087445"/>
              <a:gd name="connsiteX0" fmla="*/ 528607 w 2359653"/>
              <a:gd name="connsiteY0" fmla="*/ 3087445 h 3094504"/>
              <a:gd name="connsiteX1" fmla="*/ 157331 w 2359653"/>
              <a:gd name="connsiteY1" fmla="*/ 2820571 h 3094504"/>
              <a:gd name="connsiteX2" fmla="*/ 144228 w 2359653"/>
              <a:gd name="connsiteY2" fmla="*/ 525883 h 3094504"/>
              <a:gd name="connsiteX3" fmla="*/ 1949858 w 2359653"/>
              <a:gd name="connsiteY3" fmla="*/ 296387 h 3094504"/>
              <a:gd name="connsiteX4" fmla="*/ 2357407 w 2359653"/>
              <a:gd name="connsiteY4" fmla="*/ 0 h 3094504"/>
              <a:gd name="connsiteX0" fmla="*/ 562799 w 2393845"/>
              <a:gd name="connsiteY0" fmla="*/ 3087445 h 3094504"/>
              <a:gd name="connsiteX1" fmla="*/ 191523 w 2393845"/>
              <a:gd name="connsiteY1" fmla="*/ 2820571 h 3094504"/>
              <a:gd name="connsiteX2" fmla="*/ 131527 w 2393845"/>
              <a:gd name="connsiteY2" fmla="*/ 549329 h 3094504"/>
              <a:gd name="connsiteX3" fmla="*/ 1984050 w 2393845"/>
              <a:gd name="connsiteY3" fmla="*/ 296387 h 3094504"/>
              <a:gd name="connsiteX4" fmla="*/ 2391599 w 2393845"/>
              <a:gd name="connsiteY4" fmla="*/ 0 h 3094504"/>
              <a:gd name="connsiteX0" fmla="*/ 448452 w 2279498"/>
              <a:gd name="connsiteY0" fmla="*/ 3087445 h 3094504"/>
              <a:gd name="connsiteX1" fmla="*/ 77176 w 2279498"/>
              <a:gd name="connsiteY1" fmla="*/ 2820571 h 3094504"/>
              <a:gd name="connsiteX2" fmla="*/ 17180 w 2279498"/>
              <a:gd name="connsiteY2" fmla="*/ 549329 h 3094504"/>
              <a:gd name="connsiteX3" fmla="*/ 1869703 w 2279498"/>
              <a:gd name="connsiteY3" fmla="*/ 296387 h 3094504"/>
              <a:gd name="connsiteX4" fmla="*/ 2277252 w 2279498"/>
              <a:gd name="connsiteY4" fmla="*/ 0 h 3094504"/>
              <a:gd name="connsiteX0" fmla="*/ 566641 w 2397687"/>
              <a:gd name="connsiteY0" fmla="*/ 3087445 h 3087445"/>
              <a:gd name="connsiteX1" fmla="*/ 183642 w 2397687"/>
              <a:gd name="connsiteY1" fmla="*/ 2715064 h 3087445"/>
              <a:gd name="connsiteX2" fmla="*/ 135369 w 2397687"/>
              <a:gd name="connsiteY2" fmla="*/ 549329 h 3087445"/>
              <a:gd name="connsiteX3" fmla="*/ 1987892 w 2397687"/>
              <a:gd name="connsiteY3" fmla="*/ 296387 h 3087445"/>
              <a:gd name="connsiteX4" fmla="*/ 2395441 w 2397687"/>
              <a:gd name="connsiteY4" fmla="*/ 0 h 3087445"/>
              <a:gd name="connsiteX0" fmla="*/ 467646 w 2298692"/>
              <a:gd name="connsiteY0" fmla="*/ 3087445 h 3087445"/>
              <a:gd name="connsiteX1" fmla="*/ 84647 w 2298692"/>
              <a:gd name="connsiteY1" fmla="*/ 2715064 h 3087445"/>
              <a:gd name="connsiteX2" fmla="*/ 36374 w 2298692"/>
              <a:gd name="connsiteY2" fmla="*/ 549329 h 3087445"/>
              <a:gd name="connsiteX3" fmla="*/ 1888897 w 2298692"/>
              <a:gd name="connsiteY3" fmla="*/ 296387 h 3087445"/>
              <a:gd name="connsiteX4" fmla="*/ 2296446 w 2298692"/>
              <a:gd name="connsiteY4" fmla="*/ 0 h 3087445"/>
              <a:gd name="connsiteX0" fmla="*/ 602457 w 2433503"/>
              <a:gd name="connsiteY0" fmla="*/ 3087445 h 3087445"/>
              <a:gd name="connsiteX1" fmla="*/ 125673 w 2433503"/>
              <a:gd name="connsiteY1" fmla="*/ 2726787 h 3087445"/>
              <a:gd name="connsiteX2" fmla="*/ 171185 w 2433503"/>
              <a:gd name="connsiteY2" fmla="*/ 549329 h 3087445"/>
              <a:gd name="connsiteX3" fmla="*/ 2023708 w 2433503"/>
              <a:gd name="connsiteY3" fmla="*/ 296387 h 3087445"/>
              <a:gd name="connsiteX4" fmla="*/ 2431257 w 2433503"/>
              <a:gd name="connsiteY4" fmla="*/ 0 h 3087445"/>
              <a:gd name="connsiteX0" fmla="*/ 518932 w 2349978"/>
              <a:gd name="connsiteY0" fmla="*/ 3087445 h 3087445"/>
              <a:gd name="connsiteX1" fmla="*/ 42148 w 2349978"/>
              <a:gd name="connsiteY1" fmla="*/ 2726787 h 3087445"/>
              <a:gd name="connsiteX2" fmla="*/ 87660 w 2349978"/>
              <a:gd name="connsiteY2" fmla="*/ 549329 h 3087445"/>
              <a:gd name="connsiteX3" fmla="*/ 1940183 w 2349978"/>
              <a:gd name="connsiteY3" fmla="*/ 296387 h 3087445"/>
              <a:gd name="connsiteX4" fmla="*/ 2347732 w 2349978"/>
              <a:gd name="connsiteY4" fmla="*/ 0 h 30874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49978" h="3087445">
                <a:moveTo>
                  <a:pt x="518932" y="3087445"/>
                </a:moveTo>
                <a:cubicBezTo>
                  <a:pt x="472683" y="3033197"/>
                  <a:pt x="106211" y="3153714"/>
                  <a:pt x="42148" y="2726787"/>
                </a:cubicBezTo>
                <a:cubicBezTo>
                  <a:pt x="-21915" y="2299860"/>
                  <a:pt x="-17663" y="1106796"/>
                  <a:pt x="87660" y="549329"/>
                </a:cubicBezTo>
                <a:cubicBezTo>
                  <a:pt x="192983" y="-8138"/>
                  <a:pt x="1565458" y="343003"/>
                  <a:pt x="1940183" y="296387"/>
                </a:cubicBezTo>
                <a:cubicBezTo>
                  <a:pt x="2155336" y="282043"/>
                  <a:pt x="2374626" y="170329"/>
                  <a:pt x="2347732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6CBC84D6-3728-38B9-78C4-3843C39F88F0}"/>
              </a:ext>
            </a:extLst>
          </p:cNvPr>
          <p:cNvSpPr/>
          <p:nvPr/>
        </p:nvSpPr>
        <p:spPr>
          <a:xfrm>
            <a:off x="2283547" y="5046442"/>
            <a:ext cx="729393" cy="5237646"/>
          </a:xfrm>
          <a:custGeom>
            <a:avLst/>
            <a:gdLst>
              <a:gd name="connsiteX0" fmla="*/ 790034 w 2034643"/>
              <a:gd name="connsiteY0" fmla="*/ 8821270 h 8830883"/>
              <a:gd name="connsiteX1" fmla="*/ 198364 w 2034643"/>
              <a:gd name="connsiteY1" fmla="*/ 8579223 h 8830883"/>
              <a:gd name="connsiteX2" fmla="*/ 90787 w 2034643"/>
              <a:gd name="connsiteY2" fmla="*/ 7140388 h 8830883"/>
              <a:gd name="connsiteX3" fmla="*/ 144576 w 2034643"/>
              <a:gd name="connsiteY3" fmla="*/ 927847 h 8830883"/>
              <a:gd name="connsiteX4" fmla="*/ 1798564 w 2034643"/>
              <a:gd name="connsiteY4" fmla="*/ 699247 h 8830883"/>
              <a:gd name="connsiteX5" fmla="*/ 1986823 w 2034643"/>
              <a:gd name="connsiteY5" fmla="*/ 0 h 8830883"/>
              <a:gd name="connsiteX0" fmla="*/ 819616 w 2064225"/>
              <a:gd name="connsiteY0" fmla="*/ 8821270 h 8830883"/>
              <a:gd name="connsiteX1" fmla="*/ 227946 w 2064225"/>
              <a:gd name="connsiteY1" fmla="*/ 8579223 h 8830883"/>
              <a:gd name="connsiteX2" fmla="*/ 120369 w 2064225"/>
              <a:gd name="connsiteY2" fmla="*/ 7140388 h 8830883"/>
              <a:gd name="connsiteX3" fmla="*/ 133816 w 2064225"/>
              <a:gd name="connsiteY3" fmla="*/ 1586753 h 8830883"/>
              <a:gd name="connsiteX4" fmla="*/ 1828146 w 2064225"/>
              <a:gd name="connsiteY4" fmla="*/ 699247 h 8830883"/>
              <a:gd name="connsiteX5" fmla="*/ 2016405 w 2064225"/>
              <a:gd name="connsiteY5" fmla="*/ 0 h 8830883"/>
              <a:gd name="connsiteX0" fmla="*/ 729510 w 1974119"/>
              <a:gd name="connsiteY0" fmla="*/ 8821270 h 8830883"/>
              <a:gd name="connsiteX1" fmla="*/ 137840 w 1974119"/>
              <a:gd name="connsiteY1" fmla="*/ 8579223 h 8830883"/>
              <a:gd name="connsiteX2" fmla="*/ 30263 w 1974119"/>
              <a:gd name="connsiteY2" fmla="*/ 7140388 h 8830883"/>
              <a:gd name="connsiteX3" fmla="*/ 178181 w 1974119"/>
              <a:gd name="connsiteY3" fmla="*/ 1452282 h 8830883"/>
              <a:gd name="connsiteX4" fmla="*/ 1738040 w 1974119"/>
              <a:gd name="connsiteY4" fmla="*/ 699247 h 8830883"/>
              <a:gd name="connsiteX5" fmla="*/ 1926299 w 1974119"/>
              <a:gd name="connsiteY5" fmla="*/ 0 h 8830883"/>
              <a:gd name="connsiteX0" fmla="*/ 807185 w 2051794"/>
              <a:gd name="connsiteY0" fmla="*/ 8821270 h 8830568"/>
              <a:gd name="connsiteX1" fmla="*/ 215515 w 2051794"/>
              <a:gd name="connsiteY1" fmla="*/ 8579223 h 8830568"/>
              <a:gd name="connsiteX2" fmla="*/ 362 w 2051794"/>
              <a:gd name="connsiteY2" fmla="*/ 7153835 h 8830568"/>
              <a:gd name="connsiteX3" fmla="*/ 255856 w 2051794"/>
              <a:gd name="connsiteY3" fmla="*/ 1452282 h 8830568"/>
              <a:gd name="connsiteX4" fmla="*/ 1815715 w 2051794"/>
              <a:gd name="connsiteY4" fmla="*/ 699247 h 8830568"/>
              <a:gd name="connsiteX5" fmla="*/ 2003974 w 2051794"/>
              <a:gd name="connsiteY5" fmla="*/ 0 h 8830568"/>
              <a:gd name="connsiteX0" fmla="*/ 819884 w 2064493"/>
              <a:gd name="connsiteY0" fmla="*/ 8821270 h 8824853"/>
              <a:gd name="connsiteX1" fmla="*/ 120637 w 2064493"/>
              <a:gd name="connsiteY1" fmla="*/ 8511988 h 8824853"/>
              <a:gd name="connsiteX2" fmla="*/ 13061 w 2064493"/>
              <a:gd name="connsiteY2" fmla="*/ 7153835 h 8824853"/>
              <a:gd name="connsiteX3" fmla="*/ 268555 w 2064493"/>
              <a:gd name="connsiteY3" fmla="*/ 1452282 h 8824853"/>
              <a:gd name="connsiteX4" fmla="*/ 1828414 w 2064493"/>
              <a:gd name="connsiteY4" fmla="*/ 699247 h 8824853"/>
              <a:gd name="connsiteX5" fmla="*/ 2016673 w 2064493"/>
              <a:gd name="connsiteY5" fmla="*/ 0 h 8824853"/>
              <a:gd name="connsiteX0" fmla="*/ 756969 w 2001578"/>
              <a:gd name="connsiteY0" fmla="*/ 8821270 h 8824688"/>
              <a:gd name="connsiteX1" fmla="*/ 57722 w 2001578"/>
              <a:gd name="connsiteY1" fmla="*/ 8511988 h 8824688"/>
              <a:gd name="connsiteX2" fmla="*/ 57722 w 2001578"/>
              <a:gd name="connsiteY2" fmla="*/ 7180729 h 8824688"/>
              <a:gd name="connsiteX3" fmla="*/ 205640 w 2001578"/>
              <a:gd name="connsiteY3" fmla="*/ 1452282 h 8824688"/>
              <a:gd name="connsiteX4" fmla="*/ 1765499 w 2001578"/>
              <a:gd name="connsiteY4" fmla="*/ 699247 h 8824688"/>
              <a:gd name="connsiteX5" fmla="*/ 1953758 w 2001578"/>
              <a:gd name="connsiteY5" fmla="*/ 0 h 8824688"/>
              <a:gd name="connsiteX0" fmla="*/ 730359 w 1974968"/>
              <a:gd name="connsiteY0" fmla="*/ 8821270 h 8822375"/>
              <a:gd name="connsiteX1" fmla="*/ 152136 w 1974968"/>
              <a:gd name="connsiteY1" fmla="*/ 8337176 h 8822375"/>
              <a:gd name="connsiteX2" fmla="*/ 31112 w 1974968"/>
              <a:gd name="connsiteY2" fmla="*/ 7180729 h 8822375"/>
              <a:gd name="connsiteX3" fmla="*/ 179030 w 1974968"/>
              <a:gd name="connsiteY3" fmla="*/ 1452282 h 8822375"/>
              <a:gd name="connsiteX4" fmla="*/ 1738889 w 1974968"/>
              <a:gd name="connsiteY4" fmla="*/ 699247 h 8822375"/>
              <a:gd name="connsiteX5" fmla="*/ 1927148 w 1974968"/>
              <a:gd name="connsiteY5" fmla="*/ 0 h 8822375"/>
              <a:gd name="connsiteX0" fmla="*/ 726983 w 1971592"/>
              <a:gd name="connsiteY0" fmla="*/ 8821270 h 8829967"/>
              <a:gd name="connsiteX1" fmla="*/ 94972 w 1971592"/>
              <a:gd name="connsiteY1" fmla="*/ 8579223 h 8829967"/>
              <a:gd name="connsiteX2" fmla="*/ 27736 w 1971592"/>
              <a:gd name="connsiteY2" fmla="*/ 7180729 h 8829967"/>
              <a:gd name="connsiteX3" fmla="*/ 175654 w 1971592"/>
              <a:gd name="connsiteY3" fmla="*/ 1452282 h 8829967"/>
              <a:gd name="connsiteX4" fmla="*/ 1735513 w 1971592"/>
              <a:gd name="connsiteY4" fmla="*/ 699247 h 8829967"/>
              <a:gd name="connsiteX5" fmla="*/ 1923772 w 1971592"/>
              <a:gd name="connsiteY5" fmla="*/ 0 h 8829967"/>
              <a:gd name="connsiteX0" fmla="*/ 726983 w 1735513"/>
              <a:gd name="connsiteY0" fmla="*/ 8122023 h 8130720"/>
              <a:gd name="connsiteX1" fmla="*/ 94972 w 1735513"/>
              <a:gd name="connsiteY1" fmla="*/ 7879976 h 8130720"/>
              <a:gd name="connsiteX2" fmla="*/ 27736 w 1735513"/>
              <a:gd name="connsiteY2" fmla="*/ 6481482 h 8130720"/>
              <a:gd name="connsiteX3" fmla="*/ 175654 w 1735513"/>
              <a:gd name="connsiteY3" fmla="*/ 753035 h 8130720"/>
              <a:gd name="connsiteX4" fmla="*/ 1735513 w 1735513"/>
              <a:gd name="connsiteY4" fmla="*/ 0 h 8130720"/>
              <a:gd name="connsiteX0" fmla="*/ 726983 w 726983"/>
              <a:gd name="connsiteY0" fmla="*/ 7368988 h 7377685"/>
              <a:gd name="connsiteX1" fmla="*/ 94972 w 726983"/>
              <a:gd name="connsiteY1" fmla="*/ 7126941 h 7377685"/>
              <a:gd name="connsiteX2" fmla="*/ 27736 w 726983"/>
              <a:gd name="connsiteY2" fmla="*/ 5728447 h 7377685"/>
              <a:gd name="connsiteX3" fmla="*/ 175654 w 726983"/>
              <a:gd name="connsiteY3" fmla="*/ 0 h 7377685"/>
              <a:gd name="connsiteX0" fmla="*/ 827381 w 827381"/>
              <a:gd name="connsiteY0" fmla="*/ 5438588 h 5447285"/>
              <a:gd name="connsiteX1" fmla="*/ 195370 w 827381"/>
              <a:gd name="connsiteY1" fmla="*/ 5196541 h 5447285"/>
              <a:gd name="connsiteX2" fmla="*/ 128134 w 827381"/>
              <a:gd name="connsiteY2" fmla="*/ 3798047 h 5447285"/>
              <a:gd name="connsiteX3" fmla="*/ 129297 w 827381"/>
              <a:gd name="connsiteY3" fmla="*/ 0 h 5447285"/>
              <a:gd name="connsiteX0" fmla="*/ 727221 w 727221"/>
              <a:gd name="connsiteY0" fmla="*/ 5438588 h 5447285"/>
              <a:gd name="connsiteX1" fmla="*/ 95210 w 727221"/>
              <a:gd name="connsiteY1" fmla="*/ 5196541 h 5447285"/>
              <a:gd name="connsiteX2" fmla="*/ 27974 w 727221"/>
              <a:gd name="connsiteY2" fmla="*/ 3798047 h 5447285"/>
              <a:gd name="connsiteX3" fmla="*/ 29137 w 727221"/>
              <a:gd name="connsiteY3" fmla="*/ 0 h 5447285"/>
              <a:gd name="connsiteX0" fmla="*/ 744782 w 744782"/>
              <a:gd name="connsiteY0" fmla="*/ 5257966 h 5266663"/>
              <a:gd name="connsiteX1" fmla="*/ 112771 w 744782"/>
              <a:gd name="connsiteY1" fmla="*/ 5015919 h 5266663"/>
              <a:gd name="connsiteX2" fmla="*/ 45535 w 744782"/>
              <a:gd name="connsiteY2" fmla="*/ 3617425 h 5266663"/>
              <a:gd name="connsiteX3" fmla="*/ 24120 w 744782"/>
              <a:gd name="connsiteY3" fmla="*/ 0 h 5266663"/>
              <a:gd name="connsiteX0" fmla="*/ 763801 w 763801"/>
              <a:gd name="connsiteY0" fmla="*/ 5269254 h 5277951"/>
              <a:gd name="connsiteX1" fmla="*/ 131790 w 763801"/>
              <a:gd name="connsiteY1" fmla="*/ 5027207 h 5277951"/>
              <a:gd name="connsiteX2" fmla="*/ 64554 w 763801"/>
              <a:gd name="connsiteY2" fmla="*/ 3628713 h 5277951"/>
              <a:gd name="connsiteX3" fmla="*/ 20561 w 763801"/>
              <a:gd name="connsiteY3" fmla="*/ 0 h 5277951"/>
              <a:gd name="connsiteX0" fmla="*/ 743240 w 743240"/>
              <a:gd name="connsiteY0" fmla="*/ 5269254 h 5277951"/>
              <a:gd name="connsiteX1" fmla="*/ 111229 w 743240"/>
              <a:gd name="connsiteY1" fmla="*/ 5027207 h 5277951"/>
              <a:gd name="connsiteX2" fmla="*/ 43993 w 743240"/>
              <a:gd name="connsiteY2" fmla="*/ 3628713 h 5277951"/>
              <a:gd name="connsiteX3" fmla="*/ 0 w 743240"/>
              <a:gd name="connsiteY3" fmla="*/ 0 h 5277951"/>
              <a:gd name="connsiteX0" fmla="*/ 743240 w 743240"/>
              <a:gd name="connsiteY0" fmla="*/ 5269254 h 5277951"/>
              <a:gd name="connsiteX1" fmla="*/ 111229 w 743240"/>
              <a:gd name="connsiteY1" fmla="*/ 5027207 h 5277951"/>
              <a:gd name="connsiteX2" fmla="*/ 43993 w 743240"/>
              <a:gd name="connsiteY2" fmla="*/ 3628713 h 5277951"/>
              <a:gd name="connsiteX3" fmla="*/ 0 w 743240"/>
              <a:gd name="connsiteY3" fmla="*/ 0 h 5277951"/>
              <a:gd name="connsiteX0" fmla="*/ 743240 w 743240"/>
              <a:gd name="connsiteY0" fmla="*/ 5269254 h 5271972"/>
              <a:gd name="connsiteX1" fmla="*/ 133659 w 743240"/>
              <a:gd name="connsiteY1" fmla="*/ 4936896 h 5271972"/>
              <a:gd name="connsiteX2" fmla="*/ 43993 w 743240"/>
              <a:gd name="connsiteY2" fmla="*/ 3628713 h 5271972"/>
              <a:gd name="connsiteX3" fmla="*/ 0 w 743240"/>
              <a:gd name="connsiteY3" fmla="*/ 0 h 5271972"/>
              <a:gd name="connsiteX0" fmla="*/ 700224 w 700224"/>
              <a:gd name="connsiteY0" fmla="*/ 5257965 h 5260683"/>
              <a:gd name="connsiteX1" fmla="*/ 90643 w 700224"/>
              <a:gd name="connsiteY1" fmla="*/ 4925607 h 5260683"/>
              <a:gd name="connsiteX2" fmla="*/ 977 w 700224"/>
              <a:gd name="connsiteY2" fmla="*/ 3617424 h 5260683"/>
              <a:gd name="connsiteX3" fmla="*/ 24272 w 700224"/>
              <a:gd name="connsiteY3" fmla="*/ 0 h 5260683"/>
              <a:gd name="connsiteX0" fmla="*/ 713818 w 713818"/>
              <a:gd name="connsiteY0" fmla="*/ 5257965 h 5260683"/>
              <a:gd name="connsiteX1" fmla="*/ 104237 w 713818"/>
              <a:gd name="connsiteY1" fmla="*/ 4925607 h 5260683"/>
              <a:gd name="connsiteX2" fmla="*/ 14571 w 713818"/>
              <a:gd name="connsiteY2" fmla="*/ 3617424 h 5260683"/>
              <a:gd name="connsiteX3" fmla="*/ 37866 w 713818"/>
              <a:gd name="connsiteY3" fmla="*/ 0 h 5260683"/>
              <a:gd name="connsiteX0" fmla="*/ 754837 w 754837"/>
              <a:gd name="connsiteY0" fmla="*/ 5269253 h 5271971"/>
              <a:gd name="connsiteX1" fmla="*/ 145256 w 754837"/>
              <a:gd name="connsiteY1" fmla="*/ 4936895 h 5271971"/>
              <a:gd name="connsiteX2" fmla="*/ 55590 w 754837"/>
              <a:gd name="connsiteY2" fmla="*/ 3628712 h 5271971"/>
              <a:gd name="connsiteX3" fmla="*/ 22812 w 754837"/>
              <a:gd name="connsiteY3" fmla="*/ 0 h 5271971"/>
              <a:gd name="connsiteX0" fmla="*/ 720701 w 720701"/>
              <a:gd name="connsiteY0" fmla="*/ 5235386 h 5238104"/>
              <a:gd name="connsiteX1" fmla="*/ 111120 w 720701"/>
              <a:gd name="connsiteY1" fmla="*/ 4903028 h 5238104"/>
              <a:gd name="connsiteX2" fmla="*/ 21454 w 720701"/>
              <a:gd name="connsiteY2" fmla="*/ 3594845 h 5238104"/>
              <a:gd name="connsiteX3" fmla="*/ 33535 w 720701"/>
              <a:gd name="connsiteY3" fmla="*/ 0 h 5238104"/>
              <a:gd name="connsiteX0" fmla="*/ 704993 w 704993"/>
              <a:gd name="connsiteY0" fmla="*/ 5235386 h 5238104"/>
              <a:gd name="connsiteX1" fmla="*/ 95412 w 704993"/>
              <a:gd name="connsiteY1" fmla="*/ 4903028 h 5238104"/>
              <a:gd name="connsiteX2" fmla="*/ 5746 w 704993"/>
              <a:gd name="connsiteY2" fmla="*/ 3594845 h 5238104"/>
              <a:gd name="connsiteX3" fmla="*/ 17827 w 704993"/>
              <a:gd name="connsiteY3" fmla="*/ 0 h 5238104"/>
              <a:gd name="connsiteX0" fmla="*/ 756966 w 756966"/>
              <a:gd name="connsiteY0" fmla="*/ 5235386 h 5238104"/>
              <a:gd name="connsiteX1" fmla="*/ 147385 w 756966"/>
              <a:gd name="connsiteY1" fmla="*/ 4903028 h 5238104"/>
              <a:gd name="connsiteX2" fmla="*/ 1645 w 756966"/>
              <a:gd name="connsiteY2" fmla="*/ 3594845 h 5238104"/>
              <a:gd name="connsiteX3" fmla="*/ 69800 w 756966"/>
              <a:gd name="connsiteY3" fmla="*/ 0 h 5238104"/>
              <a:gd name="connsiteX0" fmla="*/ 724594 w 724594"/>
              <a:gd name="connsiteY0" fmla="*/ 5235386 h 5237646"/>
              <a:gd name="connsiteX1" fmla="*/ 115013 w 724594"/>
              <a:gd name="connsiteY1" fmla="*/ 4903028 h 5237646"/>
              <a:gd name="connsiteX2" fmla="*/ 2916 w 724594"/>
              <a:gd name="connsiteY2" fmla="*/ 3730311 h 5237646"/>
              <a:gd name="connsiteX3" fmla="*/ 37428 w 724594"/>
              <a:gd name="connsiteY3" fmla="*/ 0 h 52376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4594" h="5237646">
                <a:moveTo>
                  <a:pt x="724594" y="5235386"/>
                </a:moveTo>
                <a:cubicBezTo>
                  <a:pt x="487029" y="5254436"/>
                  <a:pt x="235293" y="5153874"/>
                  <a:pt x="115013" y="4903028"/>
                </a:cubicBezTo>
                <a:cubicBezTo>
                  <a:pt x="-5267" y="4652182"/>
                  <a:pt x="15847" y="4547482"/>
                  <a:pt x="2916" y="3730311"/>
                </a:cubicBezTo>
                <a:cubicBezTo>
                  <a:pt x="-10015" y="2913140"/>
                  <a:pt x="23437" y="3112247"/>
                  <a:pt x="37428" y="0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non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EF8611F1-484D-1D42-981A-D4D1B94377E1}"/>
              </a:ext>
            </a:extLst>
          </p:cNvPr>
          <p:cNvSpPr/>
          <p:nvPr/>
        </p:nvSpPr>
        <p:spPr>
          <a:xfrm>
            <a:off x="2291470" y="8083949"/>
            <a:ext cx="2803058" cy="1075074"/>
          </a:xfrm>
          <a:custGeom>
            <a:avLst/>
            <a:gdLst>
              <a:gd name="connsiteX0" fmla="*/ 0 w 1892666"/>
              <a:gd name="connsiteY0" fmla="*/ 793376 h 793376"/>
              <a:gd name="connsiteX1" fmla="*/ 363071 w 1892666"/>
              <a:gd name="connsiteY1" fmla="*/ 551329 h 793376"/>
              <a:gd name="connsiteX2" fmla="*/ 1667436 w 1892666"/>
              <a:gd name="connsiteY2" fmla="*/ 551329 h 793376"/>
              <a:gd name="connsiteX3" fmla="*/ 1882589 w 1892666"/>
              <a:gd name="connsiteY3" fmla="*/ 0 h 793376"/>
              <a:gd name="connsiteX0" fmla="*/ 0 w 2647081"/>
              <a:gd name="connsiteY0" fmla="*/ 793376 h 793376"/>
              <a:gd name="connsiteX1" fmla="*/ 363071 w 2647081"/>
              <a:gd name="connsiteY1" fmla="*/ 551329 h 793376"/>
              <a:gd name="connsiteX2" fmla="*/ 2604414 w 2647081"/>
              <a:gd name="connsiteY2" fmla="*/ 698085 h 793376"/>
              <a:gd name="connsiteX3" fmla="*/ 1882589 w 2647081"/>
              <a:gd name="connsiteY3" fmla="*/ 0 h 793376"/>
              <a:gd name="connsiteX0" fmla="*/ 0 w 2723804"/>
              <a:gd name="connsiteY0" fmla="*/ 837322 h 837322"/>
              <a:gd name="connsiteX1" fmla="*/ 363071 w 2723804"/>
              <a:gd name="connsiteY1" fmla="*/ 595275 h 837322"/>
              <a:gd name="connsiteX2" fmla="*/ 2604414 w 2723804"/>
              <a:gd name="connsiteY2" fmla="*/ 742031 h 837322"/>
              <a:gd name="connsiteX3" fmla="*/ 1882589 w 2723804"/>
              <a:gd name="connsiteY3" fmla="*/ 43946 h 837322"/>
              <a:gd name="connsiteX0" fmla="*/ 0 w 2728831"/>
              <a:gd name="connsiteY0" fmla="*/ 1000425 h 1000425"/>
              <a:gd name="connsiteX1" fmla="*/ 363071 w 2728831"/>
              <a:gd name="connsiteY1" fmla="*/ 758378 h 1000425"/>
              <a:gd name="connsiteX2" fmla="*/ 2604414 w 2728831"/>
              <a:gd name="connsiteY2" fmla="*/ 905134 h 1000425"/>
              <a:gd name="connsiteX3" fmla="*/ 1905167 w 2728831"/>
              <a:gd name="connsiteY3" fmla="*/ 37716 h 1000425"/>
              <a:gd name="connsiteX0" fmla="*/ 0 w 2745727"/>
              <a:gd name="connsiteY0" fmla="*/ 1022302 h 1022302"/>
              <a:gd name="connsiteX1" fmla="*/ 363071 w 2745727"/>
              <a:gd name="connsiteY1" fmla="*/ 780255 h 1022302"/>
              <a:gd name="connsiteX2" fmla="*/ 2604414 w 2745727"/>
              <a:gd name="connsiteY2" fmla="*/ 927011 h 1022302"/>
              <a:gd name="connsiteX3" fmla="*/ 1972900 w 2745727"/>
              <a:gd name="connsiteY3" fmla="*/ 37015 h 1022302"/>
              <a:gd name="connsiteX0" fmla="*/ 0 w 2745727"/>
              <a:gd name="connsiteY0" fmla="*/ 1022302 h 1069473"/>
              <a:gd name="connsiteX1" fmla="*/ 363071 w 2745727"/>
              <a:gd name="connsiteY1" fmla="*/ 780255 h 1069473"/>
              <a:gd name="connsiteX2" fmla="*/ 2604414 w 2745727"/>
              <a:gd name="connsiteY2" fmla="*/ 927011 h 1069473"/>
              <a:gd name="connsiteX3" fmla="*/ 1972900 w 2745727"/>
              <a:gd name="connsiteY3" fmla="*/ 37015 h 1069473"/>
              <a:gd name="connsiteX0" fmla="*/ 0 w 2780833"/>
              <a:gd name="connsiteY0" fmla="*/ 1027984 h 1075155"/>
              <a:gd name="connsiteX1" fmla="*/ 363071 w 2780833"/>
              <a:gd name="connsiteY1" fmla="*/ 785937 h 1075155"/>
              <a:gd name="connsiteX2" fmla="*/ 2604414 w 2780833"/>
              <a:gd name="connsiteY2" fmla="*/ 932693 h 1075155"/>
              <a:gd name="connsiteX3" fmla="*/ 1972900 w 2780833"/>
              <a:gd name="connsiteY3" fmla="*/ 42697 h 1075155"/>
              <a:gd name="connsiteX0" fmla="*/ 0 w 2803058"/>
              <a:gd name="connsiteY0" fmla="*/ 1031159 h 1075074"/>
              <a:gd name="connsiteX1" fmla="*/ 385296 w 2803058"/>
              <a:gd name="connsiteY1" fmla="*/ 785937 h 1075074"/>
              <a:gd name="connsiteX2" fmla="*/ 2626639 w 2803058"/>
              <a:gd name="connsiteY2" fmla="*/ 932693 h 1075074"/>
              <a:gd name="connsiteX3" fmla="*/ 1995125 w 2803058"/>
              <a:gd name="connsiteY3" fmla="*/ 42697 h 1075074"/>
              <a:gd name="connsiteX0" fmla="*/ 0 w 2803058"/>
              <a:gd name="connsiteY0" fmla="*/ 1031159 h 1075074"/>
              <a:gd name="connsiteX1" fmla="*/ 385296 w 2803058"/>
              <a:gd name="connsiteY1" fmla="*/ 785937 h 1075074"/>
              <a:gd name="connsiteX2" fmla="*/ 2626639 w 2803058"/>
              <a:gd name="connsiteY2" fmla="*/ 932693 h 1075074"/>
              <a:gd name="connsiteX3" fmla="*/ 1995125 w 2803058"/>
              <a:gd name="connsiteY3" fmla="*/ 42697 h 10750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3058" h="1075074">
                <a:moveTo>
                  <a:pt x="0" y="1031159"/>
                </a:moveTo>
                <a:cubicBezTo>
                  <a:pt x="10832" y="917606"/>
                  <a:pt x="-52477" y="802348"/>
                  <a:pt x="385296" y="785937"/>
                </a:cubicBezTo>
                <a:cubicBezTo>
                  <a:pt x="823069" y="769526"/>
                  <a:pt x="2057297" y="1329381"/>
                  <a:pt x="2626639" y="932693"/>
                </a:cubicBezTo>
                <a:cubicBezTo>
                  <a:pt x="2958914" y="671472"/>
                  <a:pt x="2860842" y="-201716"/>
                  <a:pt x="1995125" y="42697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Freeform 135">
            <a:extLst>
              <a:ext uri="{FF2B5EF4-FFF2-40B4-BE49-F238E27FC236}">
                <a16:creationId xmlns:a16="http://schemas.microsoft.com/office/drawing/2014/main" id="{D39B2251-F763-7C51-9D4B-E6E4D01B5912}"/>
              </a:ext>
            </a:extLst>
          </p:cNvPr>
          <p:cNvSpPr/>
          <p:nvPr/>
        </p:nvSpPr>
        <p:spPr>
          <a:xfrm>
            <a:off x="2319295" y="3935990"/>
            <a:ext cx="2747496" cy="1123077"/>
          </a:xfrm>
          <a:custGeom>
            <a:avLst/>
            <a:gdLst>
              <a:gd name="connsiteX0" fmla="*/ 0 w 1892666"/>
              <a:gd name="connsiteY0" fmla="*/ 793376 h 793376"/>
              <a:gd name="connsiteX1" fmla="*/ 363071 w 1892666"/>
              <a:gd name="connsiteY1" fmla="*/ 551329 h 793376"/>
              <a:gd name="connsiteX2" fmla="*/ 1667436 w 1892666"/>
              <a:gd name="connsiteY2" fmla="*/ 551329 h 793376"/>
              <a:gd name="connsiteX3" fmla="*/ 1882589 w 1892666"/>
              <a:gd name="connsiteY3" fmla="*/ 0 h 793376"/>
              <a:gd name="connsiteX0" fmla="*/ 0 w 2647081"/>
              <a:gd name="connsiteY0" fmla="*/ 793376 h 793376"/>
              <a:gd name="connsiteX1" fmla="*/ 363071 w 2647081"/>
              <a:gd name="connsiteY1" fmla="*/ 551329 h 793376"/>
              <a:gd name="connsiteX2" fmla="*/ 2604414 w 2647081"/>
              <a:gd name="connsiteY2" fmla="*/ 698085 h 793376"/>
              <a:gd name="connsiteX3" fmla="*/ 1882589 w 2647081"/>
              <a:gd name="connsiteY3" fmla="*/ 0 h 793376"/>
              <a:gd name="connsiteX0" fmla="*/ 0 w 2723804"/>
              <a:gd name="connsiteY0" fmla="*/ 837322 h 837322"/>
              <a:gd name="connsiteX1" fmla="*/ 363071 w 2723804"/>
              <a:gd name="connsiteY1" fmla="*/ 595275 h 837322"/>
              <a:gd name="connsiteX2" fmla="*/ 2604414 w 2723804"/>
              <a:gd name="connsiteY2" fmla="*/ 742031 h 837322"/>
              <a:gd name="connsiteX3" fmla="*/ 1882589 w 2723804"/>
              <a:gd name="connsiteY3" fmla="*/ 43946 h 837322"/>
              <a:gd name="connsiteX0" fmla="*/ 0 w 2728831"/>
              <a:gd name="connsiteY0" fmla="*/ 1000425 h 1000425"/>
              <a:gd name="connsiteX1" fmla="*/ 363071 w 2728831"/>
              <a:gd name="connsiteY1" fmla="*/ 758378 h 1000425"/>
              <a:gd name="connsiteX2" fmla="*/ 2604414 w 2728831"/>
              <a:gd name="connsiteY2" fmla="*/ 905134 h 1000425"/>
              <a:gd name="connsiteX3" fmla="*/ 1905167 w 2728831"/>
              <a:gd name="connsiteY3" fmla="*/ 37716 h 1000425"/>
              <a:gd name="connsiteX0" fmla="*/ 0 w 2745727"/>
              <a:gd name="connsiteY0" fmla="*/ 1022302 h 1022302"/>
              <a:gd name="connsiteX1" fmla="*/ 363071 w 2745727"/>
              <a:gd name="connsiteY1" fmla="*/ 780255 h 1022302"/>
              <a:gd name="connsiteX2" fmla="*/ 2604414 w 2745727"/>
              <a:gd name="connsiteY2" fmla="*/ 927011 h 1022302"/>
              <a:gd name="connsiteX3" fmla="*/ 1972900 w 2745727"/>
              <a:gd name="connsiteY3" fmla="*/ 37015 h 1022302"/>
              <a:gd name="connsiteX0" fmla="*/ 0 w 2745727"/>
              <a:gd name="connsiteY0" fmla="*/ 1022302 h 1069473"/>
              <a:gd name="connsiteX1" fmla="*/ 363071 w 2745727"/>
              <a:gd name="connsiteY1" fmla="*/ 780255 h 1069473"/>
              <a:gd name="connsiteX2" fmla="*/ 2604414 w 2745727"/>
              <a:gd name="connsiteY2" fmla="*/ 927011 h 1069473"/>
              <a:gd name="connsiteX3" fmla="*/ 1972900 w 2745727"/>
              <a:gd name="connsiteY3" fmla="*/ 37015 h 1069473"/>
              <a:gd name="connsiteX0" fmla="*/ 0 w 2780833"/>
              <a:gd name="connsiteY0" fmla="*/ 1027984 h 1075155"/>
              <a:gd name="connsiteX1" fmla="*/ 363071 w 2780833"/>
              <a:gd name="connsiteY1" fmla="*/ 785937 h 1075155"/>
              <a:gd name="connsiteX2" fmla="*/ 2604414 w 2780833"/>
              <a:gd name="connsiteY2" fmla="*/ 932693 h 1075155"/>
              <a:gd name="connsiteX3" fmla="*/ 1972900 w 2780833"/>
              <a:gd name="connsiteY3" fmla="*/ 42697 h 1075155"/>
              <a:gd name="connsiteX0" fmla="*/ 0 w 2758255"/>
              <a:gd name="connsiteY0" fmla="*/ 1163451 h 1163451"/>
              <a:gd name="connsiteX1" fmla="*/ 340493 w 2758255"/>
              <a:gd name="connsiteY1" fmla="*/ 785937 h 1163451"/>
              <a:gd name="connsiteX2" fmla="*/ 2581836 w 2758255"/>
              <a:gd name="connsiteY2" fmla="*/ 932693 h 1163451"/>
              <a:gd name="connsiteX3" fmla="*/ 1950322 w 2758255"/>
              <a:gd name="connsiteY3" fmla="*/ 42697 h 1163451"/>
              <a:gd name="connsiteX0" fmla="*/ 103682 w 2602292"/>
              <a:gd name="connsiteY0" fmla="*/ 1276340 h 1276340"/>
              <a:gd name="connsiteX1" fmla="*/ 184530 w 2602292"/>
              <a:gd name="connsiteY1" fmla="*/ 785937 h 1276340"/>
              <a:gd name="connsiteX2" fmla="*/ 2425873 w 2602292"/>
              <a:gd name="connsiteY2" fmla="*/ 932693 h 1276340"/>
              <a:gd name="connsiteX3" fmla="*/ 1794359 w 2602292"/>
              <a:gd name="connsiteY3" fmla="*/ 42697 h 1276340"/>
              <a:gd name="connsiteX0" fmla="*/ 0 w 2769543"/>
              <a:gd name="connsiteY0" fmla="*/ 1107007 h 1107007"/>
              <a:gd name="connsiteX1" fmla="*/ 351781 w 2769543"/>
              <a:gd name="connsiteY1" fmla="*/ 785937 h 1107007"/>
              <a:gd name="connsiteX2" fmla="*/ 2593124 w 2769543"/>
              <a:gd name="connsiteY2" fmla="*/ 932693 h 1107007"/>
              <a:gd name="connsiteX3" fmla="*/ 1961610 w 2769543"/>
              <a:gd name="connsiteY3" fmla="*/ 42697 h 1107007"/>
              <a:gd name="connsiteX0" fmla="*/ 0 w 2724387"/>
              <a:gd name="connsiteY0" fmla="*/ 1140874 h 1140874"/>
              <a:gd name="connsiteX1" fmla="*/ 306625 w 2724387"/>
              <a:gd name="connsiteY1" fmla="*/ 785937 h 1140874"/>
              <a:gd name="connsiteX2" fmla="*/ 2547968 w 2724387"/>
              <a:gd name="connsiteY2" fmla="*/ 932693 h 1140874"/>
              <a:gd name="connsiteX3" fmla="*/ 1916454 w 2724387"/>
              <a:gd name="connsiteY3" fmla="*/ 42697 h 1140874"/>
              <a:gd name="connsiteX0" fmla="*/ 0 w 2758254"/>
              <a:gd name="connsiteY0" fmla="*/ 1219896 h 1219896"/>
              <a:gd name="connsiteX1" fmla="*/ 340492 w 2758254"/>
              <a:gd name="connsiteY1" fmla="*/ 785937 h 1219896"/>
              <a:gd name="connsiteX2" fmla="*/ 2581835 w 2758254"/>
              <a:gd name="connsiteY2" fmla="*/ 932693 h 1219896"/>
              <a:gd name="connsiteX3" fmla="*/ 1950321 w 2758254"/>
              <a:gd name="connsiteY3" fmla="*/ 42697 h 1219896"/>
              <a:gd name="connsiteX0" fmla="*/ 0 w 2747496"/>
              <a:gd name="connsiteY0" fmla="*/ 1123077 h 1123077"/>
              <a:gd name="connsiteX1" fmla="*/ 329734 w 2747496"/>
              <a:gd name="connsiteY1" fmla="*/ 785937 h 1123077"/>
              <a:gd name="connsiteX2" fmla="*/ 2571077 w 2747496"/>
              <a:gd name="connsiteY2" fmla="*/ 932693 h 1123077"/>
              <a:gd name="connsiteX3" fmla="*/ 1939563 w 2747496"/>
              <a:gd name="connsiteY3" fmla="*/ 42697 h 1123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47496" h="1123077">
                <a:moveTo>
                  <a:pt x="0" y="1123077"/>
                </a:moveTo>
                <a:cubicBezTo>
                  <a:pt x="42582" y="1022224"/>
                  <a:pt x="-98779" y="817668"/>
                  <a:pt x="329734" y="785937"/>
                </a:cubicBezTo>
                <a:cubicBezTo>
                  <a:pt x="758247" y="754206"/>
                  <a:pt x="2001735" y="1329381"/>
                  <a:pt x="2571077" y="932693"/>
                </a:cubicBezTo>
                <a:cubicBezTo>
                  <a:pt x="2903352" y="671472"/>
                  <a:pt x="2805280" y="-201716"/>
                  <a:pt x="1939563" y="42697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7095FCFC-8000-B8AD-7E68-CF27F8BCE2A5}"/>
              </a:ext>
            </a:extLst>
          </p:cNvPr>
          <p:cNvSpPr/>
          <p:nvPr/>
        </p:nvSpPr>
        <p:spPr>
          <a:xfrm>
            <a:off x="2300936" y="5994390"/>
            <a:ext cx="2780833" cy="1075155"/>
          </a:xfrm>
          <a:custGeom>
            <a:avLst/>
            <a:gdLst>
              <a:gd name="connsiteX0" fmla="*/ 0 w 1892666"/>
              <a:gd name="connsiteY0" fmla="*/ 793376 h 793376"/>
              <a:gd name="connsiteX1" fmla="*/ 363071 w 1892666"/>
              <a:gd name="connsiteY1" fmla="*/ 551329 h 793376"/>
              <a:gd name="connsiteX2" fmla="*/ 1667436 w 1892666"/>
              <a:gd name="connsiteY2" fmla="*/ 551329 h 793376"/>
              <a:gd name="connsiteX3" fmla="*/ 1882589 w 1892666"/>
              <a:gd name="connsiteY3" fmla="*/ 0 h 793376"/>
              <a:gd name="connsiteX0" fmla="*/ 0 w 2647081"/>
              <a:gd name="connsiteY0" fmla="*/ 793376 h 793376"/>
              <a:gd name="connsiteX1" fmla="*/ 363071 w 2647081"/>
              <a:gd name="connsiteY1" fmla="*/ 551329 h 793376"/>
              <a:gd name="connsiteX2" fmla="*/ 2604414 w 2647081"/>
              <a:gd name="connsiteY2" fmla="*/ 698085 h 793376"/>
              <a:gd name="connsiteX3" fmla="*/ 1882589 w 2647081"/>
              <a:gd name="connsiteY3" fmla="*/ 0 h 793376"/>
              <a:gd name="connsiteX0" fmla="*/ 0 w 2723804"/>
              <a:gd name="connsiteY0" fmla="*/ 837322 h 837322"/>
              <a:gd name="connsiteX1" fmla="*/ 363071 w 2723804"/>
              <a:gd name="connsiteY1" fmla="*/ 595275 h 837322"/>
              <a:gd name="connsiteX2" fmla="*/ 2604414 w 2723804"/>
              <a:gd name="connsiteY2" fmla="*/ 742031 h 837322"/>
              <a:gd name="connsiteX3" fmla="*/ 1882589 w 2723804"/>
              <a:gd name="connsiteY3" fmla="*/ 43946 h 837322"/>
              <a:gd name="connsiteX0" fmla="*/ 0 w 2728831"/>
              <a:gd name="connsiteY0" fmla="*/ 1000425 h 1000425"/>
              <a:gd name="connsiteX1" fmla="*/ 363071 w 2728831"/>
              <a:gd name="connsiteY1" fmla="*/ 758378 h 1000425"/>
              <a:gd name="connsiteX2" fmla="*/ 2604414 w 2728831"/>
              <a:gd name="connsiteY2" fmla="*/ 905134 h 1000425"/>
              <a:gd name="connsiteX3" fmla="*/ 1905167 w 2728831"/>
              <a:gd name="connsiteY3" fmla="*/ 37716 h 1000425"/>
              <a:gd name="connsiteX0" fmla="*/ 0 w 2745727"/>
              <a:gd name="connsiteY0" fmla="*/ 1022302 h 1022302"/>
              <a:gd name="connsiteX1" fmla="*/ 363071 w 2745727"/>
              <a:gd name="connsiteY1" fmla="*/ 780255 h 1022302"/>
              <a:gd name="connsiteX2" fmla="*/ 2604414 w 2745727"/>
              <a:gd name="connsiteY2" fmla="*/ 927011 h 1022302"/>
              <a:gd name="connsiteX3" fmla="*/ 1972900 w 2745727"/>
              <a:gd name="connsiteY3" fmla="*/ 37015 h 1022302"/>
              <a:gd name="connsiteX0" fmla="*/ 0 w 2745727"/>
              <a:gd name="connsiteY0" fmla="*/ 1022302 h 1069473"/>
              <a:gd name="connsiteX1" fmla="*/ 363071 w 2745727"/>
              <a:gd name="connsiteY1" fmla="*/ 780255 h 1069473"/>
              <a:gd name="connsiteX2" fmla="*/ 2604414 w 2745727"/>
              <a:gd name="connsiteY2" fmla="*/ 927011 h 1069473"/>
              <a:gd name="connsiteX3" fmla="*/ 1972900 w 2745727"/>
              <a:gd name="connsiteY3" fmla="*/ 37015 h 1069473"/>
              <a:gd name="connsiteX0" fmla="*/ 0 w 2780833"/>
              <a:gd name="connsiteY0" fmla="*/ 1027984 h 1075155"/>
              <a:gd name="connsiteX1" fmla="*/ 363071 w 2780833"/>
              <a:gd name="connsiteY1" fmla="*/ 785937 h 1075155"/>
              <a:gd name="connsiteX2" fmla="*/ 2604414 w 2780833"/>
              <a:gd name="connsiteY2" fmla="*/ 932693 h 1075155"/>
              <a:gd name="connsiteX3" fmla="*/ 1972900 w 2780833"/>
              <a:gd name="connsiteY3" fmla="*/ 42697 h 107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80833" h="1075155">
                <a:moveTo>
                  <a:pt x="0" y="1027984"/>
                </a:moveTo>
                <a:cubicBezTo>
                  <a:pt x="42582" y="927131"/>
                  <a:pt x="-70998" y="801819"/>
                  <a:pt x="363071" y="785937"/>
                </a:cubicBezTo>
                <a:cubicBezTo>
                  <a:pt x="797140" y="770055"/>
                  <a:pt x="2035072" y="1329381"/>
                  <a:pt x="2604414" y="932693"/>
                </a:cubicBezTo>
                <a:cubicBezTo>
                  <a:pt x="2936689" y="671472"/>
                  <a:pt x="2838617" y="-201716"/>
                  <a:pt x="1972900" y="42697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6DEBEE70-24C2-854B-DA8B-DACBBB9FE01D}"/>
              </a:ext>
            </a:extLst>
          </p:cNvPr>
          <p:cNvSpPr/>
          <p:nvPr/>
        </p:nvSpPr>
        <p:spPr>
          <a:xfrm>
            <a:off x="7708315" y="10708130"/>
            <a:ext cx="4177875" cy="339571"/>
          </a:xfrm>
          <a:custGeom>
            <a:avLst/>
            <a:gdLst>
              <a:gd name="connsiteX0" fmla="*/ 39133 w 4261509"/>
              <a:gd name="connsiteY0" fmla="*/ 67235 h 392976"/>
              <a:gd name="connsiteX1" fmla="*/ 496333 w 4261509"/>
              <a:gd name="connsiteY1" fmla="*/ 174812 h 392976"/>
              <a:gd name="connsiteX2" fmla="*/ 3535368 w 4261509"/>
              <a:gd name="connsiteY2" fmla="*/ 389964 h 392976"/>
              <a:gd name="connsiteX3" fmla="*/ 4261509 w 4261509"/>
              <a:gd name="connsiteY3" fmla="*/ 0 h 392976"/>
              <a:gd name="connsiteX0" fmla="*/ 42365 w 4264741"/>
              <a:gd name="connsiteY0" fmla="*/ 67235 h 399427"/>
              <a:gd name="connsiteX1" fmla="*/ 486118 w 4264741"/>
              <a:gd name="connsiteY1" fmla="*/ 322729 h 399427"/>
              <a:gd name="connsiteX2" fmla="*/ 3538600 w 4264741"/>
              <a:gd name="connsiteY2" fmla="*/ 389964 h 399427"/>
              <a:gd name="connsiteX3" fmla="*/ 4264741 w 4264741"/>
              <a:gd name="connsiteY3" fmla="*/ 0 h 399427"/>
              <a:gd name="connsiteX0" fmla="*/ 42365 w 4170612"/>
              <a:gd name="connsiteY0" fmla="*/ 67235 h 399427"/>
              <a:gd name="connsiteX1" fmla="*/ 486118 w 4170612"/>
              <a:gd name="connsiteY1" fmla="*/ 322729 h 399427"/>
              <a:gd name="connsiteX2" fmla="*/ 3538600 w 4170612"/>
              <a:gd name="connsiteY2" fmla="*/ 389964 h 399427"/>
              <a:gd name="connsiteX3" fmla="*/ 4170612 w 4170612"/>
              <a:gd name="connsiteY3" fmla="*/ 0 h 399427"/>
              <a:gd name="connsiteX0" fmla="*/ 0 w 4128247"/>
              <a:gd name="connsiteY0" fmla="*/ 67235 h 399427"/>
              <a:gd name="connsiteX1" fmla="*/ 443753 w 4128247"/>
              <a:gd name="connsiteY1" fmla="*/ 322729 h 399427"/>
              <a:gd name="connsiteX2" fmla="*/ 3496235 w 4128247"/>
              <a:gd name="connsiteY2" fmla="*/ 389964 h 399427"/>
              <a:gd name="connsiteX3" fmla="*/ 4128247 w 4128247"/>
              <a:gd name="connsiteY3" fmla="*/ 0 h 399427"/>
              <a:gd name="connsiteX0" fmla="*/ 0 w 4128247"/>
              <a:gd name="connsiteY0" fmla="*/ 67235 h 468955"/>
              <a:gd name="connsiteX1" fmla="*/ 840724 w 4128247"/>
              <a:gd name="connsiteY1" fmla="*/ 451683 h 468955"/>
              <a:gd name="connsiteX2" fmla="*/ 3496235 w 4128247"/>
              <a:gd name="connsiteY2" fmla="*/ 389964 h 468955"/>
              <a:gd name="connsiteX3" fmla="*/ 4128247 w 4128247"/>
              <a:gd name="connsiteY3" fmla="*/ 0 h 468955"/>
              <a:gd name="connsiteX0" fmla="*/ 0 w 4602050"/>
              <a:gd name="connsiteY0" fmla="*/ 0 h 401720"/>
              <a:gd name="connsiteX1" fmla="*/ 840724 w 4602050"/>
              <a:gd name="connsiteY1" fmla="*/ 384448 h 401720"/>
              <a:gd name="connsiteX2" fmla="*/ 3496235 w 4602050"/>
              <a:gd name="connsiteY2" fmla="*/ 322729 h 401720"/>
              <a:gd name="connsiteX3" fmla="*/ 4602050 w 4602050"/>
              <a:gd name="connsiteY3" fmla="*/ 85165 h 401720"/>
              <a:gd name="connsiteX0" fmla="*/ 0 w 4563634"/>
              <a:gd name="connsiteY0" fmla="*/ 0 h 401720"/>
              <a:gd name="connsiteX1" fmla="*/ 840724 w 4563634"/>
              <a:gd name="connsiteY1" fmla="*/ 384448 h 401720"/>
              <a:gd name="connsiteX2" fmla="*/ 3496235 w 4563634"/>
              <a:gd name="connsiteY2" fmla="*/ 322729 h 401720"/>
              <a:gd name="connsiteX3" fmla="*/ 4563634 w 4563634"/>
              <a:gd name="connsiteY3" fmla="*/ 38272 h 401720"/>
              <a:gd name="connsiteX0" fmla="*/ 0 w 4563634"/>
              <a:gd name="connsiteY0" fmla="*/ 0 h 339571"/>
              <a:gd name="connsiteX1" fmla="*/ 968779 w 4563634"/>
              <a:gd name="connsiteY1" fmla="*/ 290663 h 339571"/>
              <a:gd name="connsiteX2" fmla="*/ 3496235 w 4563634"/>
              <a:gd name="connsiteY2" fmla="*/ 322729 h 339571"/>
              <a:gd name="connsiteX3" fmla="*/ 4563634 w 4563634"/>
              <a:gd name="connsiteY3" fmla="*/ 38272 h 339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3634" h="339571">
                <a:moveTo>
                  <a:pt x="0" y="0"/>
                </a:moveTo>
                <a:cubicBezTo>
                  <a:pt x="116524" y="191017"/>
                  <a:pt x="386073" y="236875"/>
                  <a:pt x="968779" y="290663"/>
                </a:cubicBezTo>
                <a:cubicBezTo>
                  <a:pt x="1551485" y="344451"/>
                  <a:pt x="2868706" y="351864"/>
                  <a:pt x="3496235" y="322729"/>
                </a:cubicBezTo>
                <a:cubicBezTo>
                  <a:pt x="4123764" y="293594"/>
                  <a:pt x="4514328" y="218686"/>
                  <a:pt x="4563634" y="38272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Freeform 138">
            <a:extLst>
              <a:ext uri="{FF2B5EF4-FFF2-40B4-BE49-F238E27FC236}">
                <a16:creationId xmlns:a16="http://schemas.microsoft.com/office/drawing/2014/main" id="{DBFFD9A8-00DD-42C9-C53A-5F5A152313CD}"/>
              </a:ext>
            </a:extLst>
          </p:cNvPr>
          <p:cNvSpPr/>
          <p:nvPr/>
        </p:nvSpPr>
        <p:spPr>
          <a:xfrm>
            <a:off x="9814364" y="10371954"/>
            <a:ext cx="476452" cy="658905"/>
          </a:xfrm>
          <a:custGeom>
            <a:avLst/>
            <a:gdLst>
              <a:gd name="connsiteX0" fmla="*/ 39038 w 550026"/>
              <a:gd name="connsiteY0" fmla="*/ 658905 h 658905"/>
              <a:gd name="connsiteX1" fmla="*/ 52485 w 550026"/>
              <a:gd name="connsiteY1" fmla="*/ 215153 h 658905"/>
              <a:gd name="connsiteX2" fmla="*/ 550026 w 550026"/>
              <a:gd name="connsiteY2" fmla="*/ 0 h 658905"/>
              <a:gd name="connsiteX0" fmla="*/ 9457 w 520445"/>
              <a:gd name="connsiteY0" fmla="*/ 658905 h 658905"/>
              <a:gd name="connsiteX1" fmla="*/ 130481 w 520445"/>
              <a:gd name="connsiteY1" fmla="*/ 147918 h 658905"/>
              <a:gd name="connsiteX2" fmla="*/ 520445 w 520445"/>
              <a:gd name="connsiteY2" fmla="*/ 0 h 658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0445" h="658905">
                <a:moveTo>
                  <a:pt x="9457" y="658905"/>
                </a:moveTo>
                <a:cubicBezTo>
                  <a:pt x="-26402" y="491937"/>
                  <a:pt x="45316" y="257735"/>
                  <a:pt x="130481" y="147918"/>
                </a:cubicBezTo>
                <a:cubicBezTo>
                  <a:pt x="215646" y="38101"/>
                  <a:pt x="314257" y="52668"/>
                  <a:pt x="520445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0306EB2E-A57F-328D-F2A5-1783B97FC915}"/>
              </a:ext>
            </a:extLst>
          </p:cNvPr>
          <p:cNvSpPr/>
          <p:nvPr/>
        </p:nvSpPr>
        <p:spPr>
          <a:xfrm>
            <a:off x="9874255" y="9786833"/>
            <a:ext cx="527243" cy="840614"/>
          </a:xfrm>
          <a:custGeom>
            <a:avLst/>
            <a:gdLst>
              <a:gd name="connsiteX0" fmla="*/ 36463 w 520557"/>
              <a:gd name="connsiteY0" fmla="*/ 943058 h 943058"/>
              <a:gd name="connsiteX1" fmla="*/ 49910 w 520557"/>
              <a:gd name="connsiteY1" fmla="*/ 95893 h 943058"/>
              <a:gd name="connsiteX2" fmla="*/ 520557 w 520557"/>
              <a:gd name="connsiteY2" fmla="*/ 55552 h 943058"/>
              <a:gd name="connsiteX0" fmla="*/ 8314 w 492408"/>
              <a:gd name="connsiteY0" fmla="*/ 900519 h 900519"/>
              <a:gd name="connsiteX1" fmla="*/ 129337 w 492408"/>
              <a:gd name="connsiteY1" fmla="*/ 228166 h 900519"/>
              <a:gd name="connsiteX2" fmla="*/ 492408 w 492408"/>
              <a:gd name="connsiteY2" fmla="*/ 13013 h 900519"/>
              <a:gd name="connsiteX0" fmla="*/ 8314 w 492408"/>
              <a:gd name="connsiteY0" fmla="*/ 887506 h 887506"/>
              <a:gd name="connsiteX1" fmla="*/ 129337 w 492408"/>
              <a:gd name="connsiteY1" fmla="*/ 215153 h 887506"/>
              <a:gd name="connsiteX2" fmla="*/ 492408 w 492408"/>
              <a:gd name="connsiteY2" fmla="*/ 0 h 887506"/>
              <a:gd name="connsiteX0" fmla="*/ 22208 w 506302"/>
              <a:gd name="connsiteY0" fmla="*/ 887506 h 887506"/>
              <a:gd name="connsiteX1" fmla="*/ 66397 w 506302"/>
              <a:gd name="connsiteY1" fmla="*/ 344107 h 887506"/>
              <a:gd name="connsiteX2" fmla="*/ 506302 w 506302"/>
              <a:gd name="connsiteY2" fmla="*/ 0 h 887506"/>
              <a:gd name="connsiteX0" fmla="*/ 22209 w 480692"/>
              <a:gd name="connsiteY0" fmla="*/ 981291 h 981291"/>
              <a:gd name="connsiteX1" fmla="*/ 66398 w 480692"/>
              <a:gd name="connsiteY1" fmla="*/ 437892 h 981291"/>
              <a:gd name="connsiteX2" fmla="*/ 480692 w 480692"/>
              <a:gd name="connsiteY2" fmla="*/ 0 h 981291"/>
              <a:gd name="connsiteX0" fmla="*/ 22209 w 583135"/>
              <a:gd name="connsiteY0" fmla="*/ 1204029 h 1204029"/>
              <a:gd name="connsiteX1" fmla="*/ 66398 w 583135"/>
              <a:gd name="connsiteY1" fmla="*/ 660630 h 1204029"/>
              <a:gd name="connsiteX2" fmla="*/ 583135 w 583135"/>
              <a:gd name="connsiteY2" fmla="*/ 0 h 1204029"/>
              <a:gd name="connsiteX0" fmla="*/ 376020 w 936946"/>
              <a:gd name="connsiteY0" fmla="*/ 1204029 h 1204029"/>
              <a:gd name="connsiteX1" fmla="*/ 10434 w 936946"/>
              <a:gd name="connsiteY1" fmla="*/ 215153 h 1204029"/>
              <a:gd name="connsiteX2" fmla="*/ 936946 w 936946"/>
              <a:gd name="connsiteY2" fmla="*/ 0 h 1204029"/>
              <a:gd name="connsiteX0" fmla="*/ 376020 w 757668"/>
              <a:gd name="connsiteY0" fmla="*/ 1309537 h 1309537"/>
              <a:gd name="connsiteX1" fmla="*/ 10434 w 757668"/>
              <a:gd name="connsiteY1" fmla="*/ 320661 h 1309537"/>
              <a:gd name="connsiteX2" fmla="*/ 757668 w 757668"/>
              <a:gd name="connsiteY2" fmla="*/ 0 h 1309537"/>
              <a:gd name="connsiteX0" fmla="*/ 376020 w 936946"/>
              <a:gd name="connsiteY0" fmla="*/ 1024041 h 1024041"/>
              <a:gd name="connsiteX1" fmla="*/ 10434 w 936946"/>
              <a:gd name="connsiteY1" fmla="*/ 35165 h 1024041"/>
              <a:gd name="connsiteX2" fmla="*/ 936946 w 936946"/>
              <a:gd name="connsiteY2" fmla="*/ 183427 h 1024041"/>
              <a:gd name="connsiteX0" fmla="*/ 14999 w 575925"/>
              <a:gd name="connsiteY0" fmla="*/ 840614 h 840614"/>
              <a:gd name="connsiteX1" fmla="*/ 84800 w 575925"/>
              <a:gd name="connsiteY1" fmla="*/ 320661 h 840614"/>
              <a:gd name="connsiteX2" fmla="*/ 575925 w 575925"/>
              <a:gd name="connsiteY2" fmla="*/ 0 h 840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5925" h="840614">
                <a:moveTo>
                  <a:pt x="14999" y="840614"/>
                </a:moveTo>
                <a:cubicBezTo>
                  <a:pt x="-18619" y="490990"/>
                  <a:pt x="4118" y="468579"/>
                  <a:pt x="84800" y="320661"/>
                </a:cubicBezTo>
                <a:cubicBezTo>
                  <a:pt x="165482" y="172743"/>
                  <a:pt x="368137" y="75165"/>
                  <a:pt x="575925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Freeform 143">
            <a:extLst>
              <a:ext uri="{FF2B5EF4-FFF2-40B4-BE49-F238E27FC236}">
                <a16:creationId xmlns:a16="http://schemas.microsoft.com/office/drawing/2014/main" id="{CF2A8764-EB48-33F6-3D59-B073B99444FC}"/>
              </a:ext>
            </a:extLst>
          </p:cNvPr>
          <p:cNvSpPr/>
          <p:nvPr/>
        </p:nvSpPr>
        <p:spPr>
          <a:xfrm>
            <a:off x="7068865" y="8992012"/>
            <a:ext cx="4116404" cy="516697"/>
          </a:xfrm>
          <a:custGeom>
            <a:avLst/>
            <a:gdLst>
              <a:gd name="connsiteX0" fmla="*/ 0 w 4677376"/>
              <a:gd name="connsiteY0" fmla="*/ 590148 h 590148"/>
              <a:gd name="connsiteX1" fmla="*/ 363071 w 4677376"/>
              <a:gd name="connsiteY1" fmla="*/ 159842 h 590148"/>
              <a:gd name="connsiteX2" fmla="*/ 1573306 w 4677376"/>
              <a:gd name="connsiteY2" fmla="*/ 25372 h 590148"/>
              <a:gd name="connsiteX3" fmla="*/ 4289612 w 4677376"/>
              <a:gd name="connsiteY3" fmla="*/ 52266 h 590148"/>
              <a:gd name="connsiteX4" fmla="*/ 4598895 w 4677376"/>
              <a:gd name="connsiteY4" fmla="*/ 536360 h 590148"/>
              <a:gd name="connsiteX0" fmla="*/ 0 w 4611014"/>
              <a:gd name="connsiteY0" fmla="*/ 590148 h 590148"/>
              <a:gd name="connsiteX1" fmla="*/ 363071 w 4611014"/>
              <a:gd name="connsiteY1" fmla="*/ 159842 h 590148"/>
              <a:gd name="connsiteX2" fmla="*/ 1573306 w 4611014"/>
              <a:gd name="connsiteY2" fmla="*/ 25372 h 590148"/>
              <a:gd name="connsiteX3" fmla="*/ 3684494 w 4611014"/>
              <a:gd name="connsiteY3" fmla="*/ 52266 h 590148"/>
              <a:gd name="connsiteX4" fmla="*/ 4598895 w 4611014"/>
              <a:gd name="connsiteY4" fmla="*/ 536360 h 590148"/>
              <a:gd name="connsiteX0" fmla="*/ 0 w 4617662"/>
              <a:gd name="connsiteY0" fmla="*/ 590148 h 590148"/>
              <a:gd name="connsiteX1" fmla="*/ 363071 w 4617662"/>
              <a:gd name="connsiteY1" fmla="*/ 159842 h 590148"/>
              <a:gd name="connsiteX2" fmla="*/ 1573306 w 4617662"/>
              <a:gd name="connsiteY2" fmla="*/ 25372 h 590148"/>
              <a:gd name="connsiteX3" fmla="*/ 3684494 w 4617662"/>
              <a:gd name="connsiteY3" fmla="*/ 52266 h 590148"/>
              <a:gd name="connsiteX4" fmla="*/ 4598895 w 4617662"/>
              <a:gd name="connsiteY4" fmla="*/ 536360 h 590148"/>
              <a:gd name="connsiteX0" fmla="*/ 0 w 4617662"/>
              <a:gd name="connsiteY0" fmla="*/ 590938 h 590938"/>
              <a:gd name="connsiteX1" fmla="*/ 551330 w 4617662"/>
              <a:gd name="connsiteY1" fmla="*/ 174079 h 590938"/>
              <a:gd name="connsiteX2" fmla="*/ 1573306 w 4617662"/>
              <a:gd name="connsiteY2" fmla="*/ 26162 h 590938"/>
              <a:gd name="connsiteX3" fmla="*/ 3684494 w 4617662"/>
              <a:gd name="connsiteY3" fmla="*/ 53056 h 590938"/>
              <a:gd name="connsiteX4" fmla="*/ 4598895 w 4617662"/>
              <a:gd name="connsiteY4" fmla="*/ 537150 h 590938"/>
              <a:gd name="connsiteX0" fmla="*/ 0 w 4631109"/>
              <a:gd name="connsiteY0" fmla="*/ 550597 h 550597"/>
              <a:gd name="connsiteX1" fmla="*/ 564777 w 4631109"/>
              <a:gd name="connsiteY1" fmla="*/ 174079 h 550597"/>
              <a:gd name="connsiteX2" fmla="*/ 1586753 w 4631109"/>
              <a:gd name="connsiteY2" fmla="*/ 26162 h 550597"/>
              <a:gd name="connsiteX3" fmla="*/ 3697941 w 4631109"/>
              <a:gd name="connsiteY3" fmla="*/ 53056 h 550597"/>
              <a:gd name="connsiteX4" fmla="*/ 4612342 w 4631109"/>
              <a:gd name="connsiteY4" fmla="*/ 537150 h 550597"/>
              <a:gd name="connsiteX0" fmla="*/ 0 w 4590767"/>
              <a:gd name="connsiteY0" fmla="*/ 590938 h 590938"/>
              <a:gd name="connsiteX1" fmla="*/ 524435 w 4590767"/>
              <a:gd name="connsiteY1" fmla="*/ 174079 h 590938"/>
              <a:gd name="connsiteX2" fmla="*/ 1546411 w 4590767"/>
              <a:gd name="connsiteY2" fmla="*/ 26162 h 590938"/>
              <a:gd name="connsiteX3" fmla="*/ 3657599 w 4590767"/>
              <a:gd name="connsiteY3" fmla="*/ 53056 h 590938"/>
              <a:gd name="connsiteX4" fmla="*/ 4572000 w 4590767"/>
              <a:gd name="connsiteY4" fmla="*/ 537150 h 590938"/>
              <a:gd name="connsiteX0" fmla="*/ 0 w 4590767"/>
              <a:gd name="connsiteY0" fmla="*/ 590938 h 590938"/>
              <a:gd name="connsiteX1" fmla="*/ 524435 w 4590767"/>
              <a:gd name="connsiteY1" fmla="*/ 174079 h 590938"/>
              <a:gd name="connsiteX2" fmla="*/ 1546411 w 4590767"/>
              <a:gd name="connsiteY2" fmla="*/ 26162 h 590938"/>
              <a:gd name="connsiteX3" fmla="*/ 3657599 w 4590767"/>
              <a:gd name="connsiteY3" fmla="*/ 53056 h 590938"/>
              <a:gd name="connsiteX4" fmla="*/ 4572000 w 4590767"/>
              <a:gd name="connsiteY4" fmla="*/ 537150 h 590938"/>
              <a:gd name="connsiteX0" fmla="*/ 0 w 4604214"/>
              <a:gd name="connsiteY0" fmla="*/ 617832 h 617832"/>
              <a:gd name="connsiteX1" fmla="*/ 537882 w 4604214"/>
              <a:gd name="connsiteY1" fmla="*/ 174079 h 617832"/>
              <a:gd name="connsiteX2" fmla="*/ 1559858 w 4604214"/>
              <a:gd name="connsiteY2" fmla="*/ 26162 h 617832"/>
              <a:gd name="connsiteX3" fmla="*/ 3671046 w 4604214"/>
              <a:gd name="connsiteY3" fmla="*/ 53056 h 617832"/>
              <a:gd name="connsiteX4" fmla="*/ 4585447 w 4604214"/>
              <a:gd name="connsiteY4" fmla="*/ 537150 h 617832"/>
              <a:gd name="connsiteX0" fmla="*/ 0 w 4585447"/>
              <a:gd name="connsiteY0" fmla="*/ 617832 h 617832"/>
              <a:gd name="connsiteX1" fmla="*/ 537882 w 4585447"/>
              <a:gd name="connsiteY1" fmla="*/ 174079 h 617832"/>
              <a:gd name="connsiteX2" fmla="*/ 1559858 w 4585447"/>
              <a:gd name="connsiteY2" fmla="*/ 26162 h 617832"/>
              <a:gd name="connsiteX3" fmla="*/ 3671046 w 4585447"/>
              <a:gd name="connsiteY3" fmla="*/ 53056 h 617832"/>
              <a:gd name="connsiteX4" fmla="*/ 4585447 w 4585447"/>
              <a:gd name="connsiteY4" fmla="*/ 537150 h 617832"/>
              <a:gd name="connsiteX0" fmla="*/ 0 w 4585447"/>
              <a:gd name="connsiteY0" fmla="*/ 617832 h 617832"/>
              <a:gd name="connsiteX1" fmla="*/ 537882 w 4585447"/>
              <a:gd name="connsiteY1" fmla="*/ 174079 h 617832"/>
              <a:gd name="connsiteX2" fmla="*/ 1559858 w 4585447"/>
              <a:gd name="connsiteY2" fmla="*/ 26162 h 617832"/>
              <a:gd name="connsiteX3" fmla="*/ 3671046 w 4585447"/>
              <a:gd name="connsiteY3" fmla="*/ 53056 h 617832"/>
              <a:gd name="connsiteX4" fmla="*/ 4585447 w 4585447"/>
              <a:gd name="connsiteY4" fmla="*/ 424856 h 617832"/>
              <a:gd name="connsiteX0" fmla="*/ 0 w 4546603"/>
              <a:gd name="connsiteY0" fmla="*/ 617832 h 617832"/>
              <a:gd name="connsiteX1" fmla="*/ 537882 w 4546603"/>
              <a:gd name="connsiteY1" fmla="*/ 174079 h 617832"/>
              <a:gd name="connsiteX2" fmla="*/ 1559858 w 4546603"/>
              <a:gd name="connsiteY2" fmla="*/ 26162 h 617832"/>
              <a:gd name="connsiteX3" fmla="*/ 3671046 w 4546603"/>
              <a:gd name="connsiteY3" fmla="*/ 53056 h 617832"/>
              <a:gd name="connsiteX4" fmla="*/ 4546603 w 4546603"/>
              <a:gd name="connsiteY4" fmla="*/ 466966 h 617832"/>
              <a:gd name="connsiteX0" fmla="*/ 0 w 4546603"/>
              <a:gd name="connsiteY0" fmla="*/ 618668 h 618668"/>
              <a:gd name="connsiteX1" fmla="*/ 745054 w 4546603"/>
              <a:gd name="connsiteY1" fmla="*/ 188952 h 618668"/>
              <a:gd name="connsiteX2" fmla="*/ 1559858 w 4546603"/>
              <a:gd name="connsiteY2" fmla="*/ 26998 h 618668"/>
              <a:gd name="connsiteX3" fmla="*/ 3671046 w 4546603"/>
              <a:gd name="connsiteY3" fmla="*/ 53892 h 618668"/>
              <a:gd name="connsiteX4" fmla="*/ 4546603 w 4546603"/>
              <a:gd name="connsiteY4" fmla="*/ 467802 h 618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46603" h="618668">
                <a:moveTo>
                  <a:pt x="0" y="618668"/>
                </a:moveTo>
                <a:cubicBezTo>
                  <a:pt x="158002" y="450579"/>
                  <a:pt x="485078" y="287564"/>
                  <a:pt x="745054" y="188952"/>
                </a:cubicBezTo>
                <a:cubicBezTo>
                  <a:pt x="1005030" y="90340"/>
                  <a:pt x="1072193" y="49508"/>
                  <a:pt x="1559858" y="26998"/>
                </a:cubicBezTo>
                <a:cubicBezTo>
                  <a:pt x="2047523" y="4488"/>
                  <a:pt x="3166781" y="-31273"/>
                  <a:pt x="3671046" y="53892"/>
                </a:cubicBezTo>
                <a:cubicBezTo>
                  <a:pt x="4403911" y="139057"/>
                  <a:pt x="4449869" y="99898"/>
                  <a:pt x="4546603" y="467802"/>
                </a:cubicBezTo>
              </a:path>
            </a:pathLst>
          </a:custGeom>
          <a:noFill/>
          <a:ln w="31750">
            <a:solidFill>
              <a:schemeClr val="accent5">
                <a:lumMod val="60000"/>
                <a:lumOff val="40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Freeform 144">
            <a:extLst>
              <a:ext uri="{FF2B5EF4-FFF2-40B4-BE49-F238E27FC236}">
                <a16:creationId xmlns:a16="http://schemas.microsoft.com/office/drawing/2014/main" id="{5F000829-0E04-832D-5CFF-BF67763D6DB3}"/>
              </a:ext>
            </a:extLst>
          </p:cNvPr>
          <p:cNvSpPr/>
          <p:nvPr/>
        </p:nvSpPr>
        <p:spPr>
          <a:xfrm>
            <a:off x="4119638" y="8862563"/>
            <a:ext cx="3503177" cy="672292"/>
          </a:xfrm>
          <a:custGeom>
            <a:avLst/>
            <a:gdLst>
              <a:gd name="connsiteX0" fmla="*/ 3711388 w 3711388"/>
              <a:gd name="connsiteY0" fmla="*/ 235149 h 678902"/>
              <a:gd name="connsiteX1" fmla="*/ 2756647 w 3711388"/>
              <a:gd name="connsiteY1" fmla="*/ 19996 h 678902"/>
              <a:gd name="connsiteX2" fmla="*/ 0 w 3711388"/>
              <a:gd name="connsiteY2" fmla="*/ 678902 h 678902"/>
              <a:gd name="connsiteX0" fmla="*/ 3826638 w 3826638"/>
              <a:gd name="connsiteY0" fmla="*/ 334047 h 672292"/>
              <a:gd name="connsiteX1" fmla="*/ 2756647 w 3826638"/>
              <a:gd name="connsiteY1" fmla="*/ 13386 h 672292"/>
              <a:gd name="connsiteX2" fmla="*/ 0 w 3826638"/>
              <a:gd name="connsiteY2" fmla="*/ 672292 h 6722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26638" h="672292">
                <a:moveTo>
                  <a:pt x="3826638" y="334047"/>
                </a:moveTo>
                <a:cubicBezTo>
                  <a:pt x="3658550" y="189491"/>
                  <a:pt x="3375212" y="-60573"/>
                  <a:pt x="2756647" y="13386"/>
                </a:cubicBezTo>
                <a:cubicBezTo>
                  <a:pt x="2138082" y="87345"/>
                  <a:pt x="1069041" y="379818"/>
                  <a:pt x="0" y="672292"/>
                </a:cubicBezTo>
              </a:path>
            </a:pathLst>
          </a:custGeom>
          <a:noFill/>
          <a:ln w="31750">
            <a:solidFill>
              <a:schemeClr val="accent5">
                <a:lumMod val="60000"/>
                <a:lumOff val="40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493FC076-A999-643A-C2BA-230A7CAE18D1}"/>
              </a:ext>
            </a:extLst>
          </p:cNvPr>
          <p:cNvSpPr/>
          <p:nvPr/>
        </p:nvSpPr>
        <p:spPr>
          <a:xfrm>
            <a:off x="4630746" y="10357321"/>
            <a:ext cx="1758462" cy="152079"/>
          </a:xfrm>
          <a:custGeom>
            <a:avLst/>
            <a:gdLst>
              <a:gd name="connsiteX0" fmla="*/ 1758462 w 1758462"/>
              <a:gd name="connsiteY0" fmla="*/ 152079 h 152079"/>
              <a:gd name="connsiteX1" fmla="*/ 1430216 w 1758462"/>
              <a:gd name="connsiteY1" fmla="*/ 11402 h 152079"/>
              <a:gd name="connsiteX2" fmla="*/ 246185 w 1758462"/>
              <a:gd name="connsiteY2" fmla="*/ 23126 h 152079"/>
              <a:gd name="connsiteX3" fmla="*/ 0 w 1758462"/>
              <a:gd name="connsiteY3" fmla="*/ 140356 h 152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8462" h="152079">
                <a:moveTo>
                  <a:pt x="1758462" y="152079"/>
                </a:moveTo>
                <a:cubicBezTo>
                  <a:pt x="1720362" y="92486"/>
                  <a:pt x="1682262" y="32894"/>
                  <a:pt x="1430216" y="11402"/>
                </a:cubicBezTo>
                <a:cubicBezTo>
                  <a:pt x="1178170" y="-10090"/>
                  <a:pt x="484554" y="1634"/>
                  <a:pt x="246185" y="23126"/>
                </a:cubicBezTo>
                <a:cubicBezTo>
                  <a:pt x="7816" y="44618"/>
                  <a:pt x="3908" y="92487"/>
                  <a:pt x="0" y="140356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Freeform 146">
            <a:extLst>
              <a:ext uri="{FF2B5EF4-FFF2-40B4-BE49-F238E27FC236}">
                <a16:creationId xmlns:a16="http://schemas.microsoft.com/office/drawing/2014/main" id="{0E352A52-53B2-C031-8D70-C4BD6FB1FACF}"/>
              </a:ext>
            </a:extLst>
          </p:cNvPr>
          <p:cNvSpPr/>
          <p:nvPr/>
        </p:nvSpPr>
        <p:spPr>
          <a:xfrm>
            <a:off x="3313206" y="10354746"/>
            <a:ext cx="2147442" cy="684001"/>
          </a:xfrm>
          <a:custGeom>
            <a:avLst/>
            <a:gdLst>
              <a:gd name="connsiteX0" fmla="*/ 2315259 w 2315259"/>
              <a:gd name="connsiteY0" fmla="*/ 0 h 666878"/>
              <a:gd name="connsiteX1" fmla="*/ 2022182 w 2315259"/>
              <a:gd name="connsiteY1" fmla="*/ 187569 h 666878"/>
              <a:gd name="connsiteX2" fmla="*/ 1975290 w 2315259"/>
              <a:gd name="connsiteY2" fmla="*/ 597877 h 666878"/>
              <a:gd name="connsiteX3" fmla="*/ 169936 w 2315259"/>
              <a:gd name="connsiteY3" fmla="*/ 621323 h 666878"/>
              <a:gd name="connsiteX4" fmla="*/ 181659 w 2315259"/>
              <a:gd name="connsiteY4" fmla="*/ 140677 h 666878"/>
              <a:gd name="connsiteX0" fmla="*/ 2189881 w 2189881"/>
              <a:gd name="connsiteY0" fmla="*/ 0 h 675014"/>
              <a:gd name="connsiteX1" fmla="*/ 1896804 w 2189881"/>
              <a:gd name="connsiteY1" fmla="*/ 187569 h 675014"/>
              <a:gd name="connsiteX2" fmla="*/ 1849912 w 2189881"/>
              <a:gd name="connsiteY2" fmla="*/ 597877 h 675014"/>
              <a:gd name="connsiteX3" fmla="*/ 384527 w 2189881"/>
              <a:gd name="connsiteY3" fmla="*/ 633046 h 675014"/>
              <a:gd name="connsiteX4" fmla="*/ 56281 w 2189881"/>
              <a:gd name="connsiteY4" fmla="*/ 140677 h 675014"/>
              <a:gd name="connsiteX0" fmla="*/ 2147442 w 2147442"/>
              <a:gd name="connsiteY0" fmla="*/ 0 h 675014"/>
              <a:gd name="connsiteX1" fmla="*/ 1854365 w 2147442"/>
              <a:gd name="connsiteY1" fmla="*/ 187569 h 675014"/>
              <a:gd name="connsiteX2" fmla="*/ 1807473 w 2147442"/>
              <a:gd name="connsiteY2" fmla="*/ 597877 h 675014"/>
              <a:gd name="connsiteX3" fmla="*/ 342088 w 2147442"/>
              <a:gd name="connsiteY3" fmla="*/ 633046 h 675014"/>
              <a:gd name="connsiteX4" fmla="*/ 13842 w 2147442"/>
              <a:gd name="connsiteY4" fmla="*/ 140677 h 675014"/>
              <a:gd name="connsiteX0" fmla="*/ 2147442 w 2147442"/>
              <a:gd name="connsiteY0" fmla="*/ 0 h 684001"/>
              <a:gd name="connsiteX1" fmla="*/ 1854365 w 2147442"/>
              <a:gd name="connsiteY1" fmla="*/ 187569 h 684001"/>
              <a:gd name="connsiteX2" fmla="*/ 1584734 w 2147442"/>
              <a:gd name="connsiteY2" fmla="*/ 621323 h 684001"/>
              <a:gd name="connsiteX3" fmla="*/ 342088 w 2147442"/>
              <a:gd name="connsiteY3" fmla="*/ 633046 h 684001"/>
              <a:gd name="connsiteX4" fmla="*/ 13842 w 2147442"/>
              <a:gd name="connsiteY4" fmla="*/ 140677 h 684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7442" h="684001">
                <a:moveTo>
                  <a:pt x="2147442" y="0"/>
                </a:moveTo>
                <a:cubicBezTo>
                  <a:pt x="2029234" y="43961"/>
                  <a:pt x="1948150" y="84015"/>
                  <a:pt x="1854365" y="187569"/>
                </a:cubicBezTo>
                <a:cubicBezTo>
                  <a:pt x="1760580" y="291123"/>
                  <a:pt x="1836780" y="547077"/>
                  <a:pt x="1584734" y="621323"/>
                </a:cubicBezTo>
                <a:cubicBezTo>
                  <a:pt x="1332688" y="695569"/>
                  <a:pt x="641026" y="709246"/>
                  <a:pt x="342088" y="633046"/>
                </a:cubicBezTo>
                <a:cubicBezTo>
                  <a:pt x="43150" y="556846"/>
                  <a:pt x="-35981" y="471854"/>
                  <a:pt x="13842" y="140677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Freeform 147">
            <a:extLst>
              <a:ext uri="{FF2B5EF4-FFF2-40B4-BE49-F238E27FC236}">
                <a16:creationId xmlns:a16="http://schemas.microsoft.com/office/drawing/2014/main" id="{57B0D479-83FE-A944-A82E-524C53A172A4}"/>
              </a:ext>
            </a:extLst>
          </p:cNvPr>
          <p:cNvSpPr/>
          <p:nvPr/>
        </p:nvSpPr>
        <p:spPr>
          <a:xfrm>
            <a:off x="2572508" y="9780288"/>
            <a:ext cx="1340695" cy="1242673"/>
          </a:xfrm>
          <a:custGeom>
            <a:avLst/>
            <a:gdLst>
              <a:gd name="connsiteX0" fmla="*/ 1459020 w 1459020"/>
              <a:gd name="connsiteY0" fmla="*/ 1278568 h 1369110"/>
              <a:gd name="connsiteX1" fmla="*/ 134312 w 1459020"/>
              <a:gd name="connsiteY1" fmla="*/ 1255122 h 1369110"/>
              <a:gd name="connsiteX2" fmla="*/ 99143 w 1459020"/>
              <a:gd name="connsiteY2" fmla="*/ 153153 h 1369110"/>
              <a:gd name="connsiteX3" fmla="*/ 614958 w 1459020"/>
              <a:gd name="connsiteY3" fmla="*/ 35922 h 1369110"/>
              <a:gd name="connsiteX0" fmla="*/ 1439752 w 1439752"/>
              <a:gd name="connsiteY0" fmla="*/ 1278568 h 1295420"/>
              <a:gd name="connsiteX1" fmla="*/ 150213 w 1439752"/>
              <a:gd name="connsiteY1" fmla="*/ 938599 h 1295420"/>
              <a:gd name="connsiteX2" fmla="*/ 79875 w 1439752"/>
              <a:gd name="connsiteY2" fmla="*/ 153153 h 1295420"/>
              <a:gd name="connsiteX3" fmla="*/ 595690 w 1439752"/>
              <a:gd name="connsiteY3" fmla="*/ 35922 h 1295420"/>
              <a:gd name="connsiteX0" fmla="*/ 1439752 w 1439752"/>
              <a:gd name="connsiteY0" fmla="*/ 1278568 h 1278568"/>
              <a:gd name="connsiteX1" fmla="*/ 150213 w 1439752"/>
              <a:gd name="connsiteY1" fmla="*/ 938599 h 1278568"/>
              <a:gd name="connsiteX2" fmla="*/ 79875 w 1439752"/>
              <a:gd name="connsiteY2" fmla="*/ 153153 h 1278568"/>
              <a:gd name="connsiteX3" fmla="*/ 595690 w 1439752"/>
              <a:gd name="connsiteY3" fmla="*/ 35922 h 1278568"/>
              <a:gd name="connsiteX0" fmla="*/ 1395051 w 1395051"/>
              <a:gd name="connsiteY0" fmla="*/ 1278568 h 1278568"/>
              <a:gd name="connsiteX1" fmla="*/ 234466 w 1395051"/>
              <a:gd name="connsiteY1" fmla="*/ 1008937 h 1278568"/>
              <a:gd name="connsiteX2" fmla="*/ 35174 w 1395051"/>
              <a:gd name="connsiteY2" fmla="*/ 153153 h 1278568"/>
              <a:gd name="connsiteX3" fmla="*/ 550989 w 1395051"/>
              <a:gd name="connsiteY3" fmla="*/ 35922 h 1278568"/>
              <a:gd name="connsiteX0" fmla="*/ 1340695 w 1340695"/>
              <a:gd name="connsiteY0" fmla="*/ 1253448 h 1253448"/>
              <a:gd name="connsiteX1" fmla="*/ 180110 w 1340695"/>
              <a:gd name="connsiteY1" fmla="*/ 983817 h 1253448"/>
              <a:gd name="connsiteX2" fmla="*/ 51156 w 1340695"/>
              <a:gd name="connsiteY2" fmla="*/ 256987 h 1253448"/>
              <a:gd name="connsiteX3" fmla="*/ 496633 w 1340695"/>
              <a:gd name="connsiteY3" fmla="*/ 10802 h 1253448"/>
              <a:gd name="connsiteX0" fmla="*/ 1340695 w 1340695"/>
              <a:gd name="connsiteY0" fmla="*/ 1242673 h 1242673"/>
              <a:gd name="connsiteX1" fmla="*/ 180110 w 1340695"/>
              <a:gd name="connsiteY1" fmla="*/ 973042 h 1242673"/>
              <a:gd name="connsiteX2" fmla="*/ 51156 w 1340695"/>
              <a:gd name="connsiteY2" fmla="*/ 246212 h 1242673"/>
              <a:gd name="connsiteX3" fmla="*/ 461464 w 1340695"/>
              <a:gd name="connsiteY3" fmla="*/ 11750 h 1242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40695" h="1242673">
                <a:moveTo>
                  <a:pt x="1340695" y="1242673"/>
                </a:moveTo>
                <a:cubicBezTo>
                  <a:pt x="451695" y="1172334"/>
                  <a:pt x="395033" y="1139119"/>
                  <a:pt x="180110" y="973042"/>
                </a:cubicBezTo>
                <a:cubicBezTo>
                  <a:pt x="-34813" y="806965"/>
                  <a:pt x="-28952" y="449412"/>
                  <a:pt x="51156" y="246212"/>
                </a:cubicBezTo>
                <a:cubicBezTo>
                  <a:pt x="131264" y="43012"/>
                  <a:pt x="243610" y="-31235"/>
                  <a:pt x="461464" y="1175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A50F036B-846C-D745-23F5-B6ABC5E86467}"/>
                  </a:ext>
                </a:extLst>
              </p14:cNvPr>
              <p14:cNvContentPartPr/>
              <p14:nvPr/>
            </p14:nvContentPartPr>
            <p14:xfrm>
              <a:off x="9715010" y="7007700"/>
              <a:ext cx="46440" cy="3996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A50F036B-846C-D745-23F5-B6ABC5E8646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705940" y="6998700"/>
                <a:ext cx="64218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B3824ECB-CC9B-8E97-4186-60492A4CC2A8}"/>
                  </a:ext>
                </a:extLst>
              </p14:cNvPr>
              <p14:cNvContentPartPr/>
              <p14:nvPr/>
            </p14:nvContentPartPr>
            <p14:xfrm>
              <a:off x="9730375" y="7076265"/>
              <a:ext cx="47520" cy="3492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B3824ECB-CC9B-8E97-4186-60492A4CC2A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721375" y="7067357"/>
                <a:ext cx="65160" cy="52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EB92C5B7-2A52-E706-E4E2-013447090A32}"/>
                  </a:ext>
                </a:extLst>
              </p14:cNvPr>
              <p14:cNvContentPartPr/>
              <p14:nvPr/>
            </p14:nvContentPartPr>
            <p14:xfrm>
              <a:off x="9892015" y="6930825"/>
              <a:ext cx="63360" cy="1728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EB92C5B7-2A52-E706-E4E2-013447090A3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9883015" y="6921634"/>
                <a:ext cx="81000" cy="35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83E7219C-930C-ACFF-CEF8-DA0AD24602AC}"/>
                  </a:ext>
                </a:extLst>
              </p14:cNvPr>
              <p14:cNvContentPartPr/>
              <p14:nvPr/>
            </p14:nvContentPartPr>
            <p14:xfrm>
              <a:off x="9882234" y="6995227"/>
              <a:ext cx="69480" cy="1332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83E7219C-930C-ACFF-CEF8-DA0AD24602A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9873187" y="6985977"/>
                <a:ext cx="87212" cy="31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612BF494-2AFF-0F2E-BF6A-4EF5A2CD356F}"/>
                  </a:ext>
                </a:extLst>
              </p14:cNvPr>
              <p14:cNvContentPartPr/>
              <p14:nvPr/>
            </p14:nvContentPartPr>
            <p14:xfrm>
              <a:off x="11740975" y="6857025"/>
              <a:ext cx="45360" cy="3420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612BF494-2AFF-0F2E-BF6A-4EF5A2CD356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1731975" y="6848119"/>
                <a:ext cx="63000" cy="51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D0F561FE-4505-60A0-80A4-257B3EA4019B}"/>
                  </a:ext>
                </a:extLst>
              </p14:cNvPr>
              <p14:cNvContentPartPr/>
              <p14:nvPr/>
            </p14:nvContentPartPr>
            <p14:xfrm>
              <a:off x="11798884" y="6896565"/>
              <a:ext cx="29160" cy="2376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D0F561FE-4505-60A0-80A4-257B3EA4019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11789884" y="6887565"/>
                <a:ext cx="4680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4A54B3C2-7751-4E30-CB3D-0C10F1E23942}"/>
                  </a:ext>
                </a:extLst>
              </p14:cNvPr>
              <p14:cNvContentPartPr/>
              <p14:nvPr/>
            </p14:nvContentPartPr>
            <p14:xfrm>
              <a:off x="9540964" y="8960750"/>
              <a:ext cx="39960" cy="396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4A54B3C2-7751-4E30-CB3D-0C10F1E23942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9531964" y="8951750"/>
                <a:ext cx="57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72D9176C-1863-A943-E6E3-09C41824AF07}"/>
                  </a:ext>
                </a:extLst>
              </p14:cNvPr>
              <p14:cNvContentPartPr/>
              <p14:nvPr/>
            </p14:nvContentPartPr>
            <p14:xfrm>
              <a:off x="9542764" y="9020870"/>
              <a:ext cx="26280" cy="108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72D9176C-1863-A943-E6E3-09C41824AF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9533764" y="9011870"/>
                <a:ext cx="4392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56348744-4CEE-5164-D1DA-7D17DEB879FA}"/>
                  </a:ext>
                </a:extLst>
              </p14:cNvPr>
              <p14:cNvContentPartPr/>
              <p14:nvPr/>
            </p14:nvContentPartPr>
            <p14:xfrm>
              <a:off x="2550444" y="10157405"/>
              <a:ext cx="5400" cy="1764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56348744-4CEE-5164-D1DA-7D17DEB879FA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541444" y="10148405"/>
                <a:ext cx="2304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D541E5C7-416F-F099-3E31-1F3AA7301625}"/>
                  </a:ext>
                </a:extLst>
              </p14:cNvPr>
              <p14:cNvContentPartPr/>
              <p14:nvPr/>
            </p14:nvContentPartPr>
            <p14:xfrm>
              <a:off x="2609844" y="10162085"/>
              <a:ext cx="4680" cy="3852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D541E5C7-416F-F099-3E31-1F3AA7301625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600094" y="10153085"/>
                <a:ext cx="23790" cy="56160"/>
              </a:xfrm>
              <a:prstGeom prst="rect">
                <a:avLst/>
              </a:prstGeom>
            </p:spPr>
          </p:pic>
        </mc:Fallback>
      </mc:AlternateContent>
      <p:sp>
        <p:nvSpPr>
          <p:cNvPr id="162" name="Rectangle 161">
            <a:extLst>
              <a:ext uri="{FF2B5EF4-FFF2-40B4-BE49-F238E27FC236}">
                <a16:creationId xmlns:a16="http://schemas.microsoft.com/office/drawing/2014/main" id="{0BC0BD55-DD44-A8FD-5D5C-9AD4D0968633}"/>
              </a:ext>
            </a:extLst>
          </p:cNvPr>
          <p:cNvSpPr/>
          <p:nvPr/>
        </p:nvSpPr>
        <p:spPr>
          <a:xfrm>
            <a:off x="2007893" y="8720507"/>
            <a:ext cx="10416777" cy="2610848"/>
          </a:xfrm>
          <a:prstGeom prst="rect">
            <a:avLst/>
          </a:prstGeom>
          <a:solidFill>
            <a:schemeClr val="accent2">
              <a:lumMod val="60000"/>
              <a:lumOff val="4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0031FA3B-26B7-008C-C6B4-CDFC72BA14C3}"/>
              </a:ext>
            </a:extLst>
          </p:cNvPr>
          <p:cNvSpPr/>
          <p:nvPr/>
        </p:nvSpPr>
        <p:spPr>
          <a:xfrm>
            <a:off x="2063956" y="2776704"/>
            <a:ext cx="3164912" cy="8707053"/>
          </a:xfrm>
          <a:prstGeom prst="rect">
            <a:avLst/>
          </a:prstGeom>
          <a:solidFill>
            <a:schemeClr val="accent6">
              <a:lumMod val="60000"/>
              <a:lumOff val="4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6091CE4A-308D-B14B-6DC9-44D3A45DE928}"/>
              </a:ext>
            </a:extLst>
          </p:cNvPr>
          <p:cNvSpPr/>
          <p:nvPr/>
        </p:nvSpPr>
        <p:spPr>
          <a:xfrm>
            <a:off x="9345775" y="2767167"/>
            <a:ext cx="3535314" cy="8713954"/>
          </a:xfrm>
          <a:prstGeom prst="rect">
            <a:avLst/>
          </a:prstGeom>
          <a:solidFill>
            <a:schemeClr val="bg2">
              <a:lumMod val="5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E6C4DB9-445E-EA3B-9418-396590B3BC56}"/>
              </a:ext>
            </a:extLst>
          </p:cNvPr>
          <p:cNvSpPr txBox="1"/>
          <p:nvPr/>
        </p:nvSpPr>
        <p:spPr>
          <a:xfrm>
            <a:off x="7215046" y="12193723"/>
            <a:ext cx="4340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Repeats across all columns</a:t>
            </a:r>
          </a:p>
        </p:txBody>
      </p:sp>
      <p:sp>
        <p:nvSpPr>
          <p:cNvPr id="169" name="Left Arrow 168">
            <a:extLst>
              <a:ext uri="{FF2B5EF4-FFF2-40B4-BE49-F238E27FC236}">
                <a16:creationId xmlns:a16="http://schemas.microsoft.com/office/drawing/2014/main" id="{D6279CB9-4B90-1B0B-5136-9DDF872312FD}"/>
              </a:ext>
            </a:extLst>
          </p:cNvPr>
          <p:cNvSpPr/>
          <p:nvPr/>
        </p:nvSpPr>
        <p:spPr>
          <a:xfrm rot="5400000">
            <a:off x="2065645" y="7305765"/>
            <a:ext cx="7170433" cy="731520"/>
          </a:xfrm>
          <a:prstGeom prst="leftArrow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5094D66C-0ED1-5E4B-8BEE-D94F437CBE7F}"/>
              </a:ext>
            </a:extLst>
          </p:cNvPr>
          <p:cNvSpPr txBox="1"/>
          <p:nvPr/>
        </p:nvSpPr>
        <p:spPr>
          <a:xfrm>
            <a:off x="3919377" y="11253607"/>
            <a:ext cx="62313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Repeats across all layers and columns</a:t>
            </a:r>
          </a:p>
        </p:txBody>
      </p:sp>
      <p:sp>
        <p:nvSpPr>
          <p:cNvPr id="171" name="Left Arrow 170">
            <a:extLst>
              <a:ext uri="{FF2B5EF4-FFF2-40B4-BE49-F238E27FC236}">
                <a16:creationId xmlns:a16="http://schemas.microsoft.com/office/drawing/2014/main" id="{C36C719D-911D-1D20-7400-F68E2321BADE}"/>
              </a:ext>
            </a:extLst>
          </p:cNvPr>
          <p:cNvSpPr/>
          <p:nvPr/>
        </p:nvSpPr>
        <p:spPr>
          <a:xfrm rot="10800000">
            <a:off x="2069131" y="11532775"/>
            <a:ext cx="6069377" cy="731520"/>
          </a:xfrm>
          <a:prstGeom prst="leftArrow">
            <a:avLst/>
          </a:prstGeom>
          <a:pattFill prst="wdUpDiag">
            <a:fgClr>
              <a:schemeClr val="accent6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89EA1EC-A6BE-ED70-4F72-1F51577B3935}"/>
              </a:ext>
            </a:extLst>
          </p:cNvPr>
          <p:cNvSpPr txBox="1"/>
          <p:nvPr/>
        </p:nvSpPr>
        <p:spPr>
          <a:xfrm>
            <a:off x="2066145" y="11721193"/>
            <a:ext cx="4993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Potentially repeats across all columns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59632800-B359-F492-F287-53BB065A4CE3}"/>
              </a:ext>
            </a:extLst>
          </p:cNvPr>
          <p:cNvSpPr txBox="1"/>
          <p:nvPr/>
        </p:nvSpPr>
        <p:spPr>
          <a:xfrm>
            <a:off x="236845" y="961619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L6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19A7074-3F4F-90DC-B27F-082FA717AFCD}"/>
              </a:ext>
            </a:extLst>
          </p:cNvPr>
          <p:cNvSpPr txBox="1"/>
          <p:nvPr/>
        </p:nvSpPr>
        <p:spPr>
          <a:xfrm>
            <a:off x="236845" y="755879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L5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8D6EF7D5-E5FE-67EA-6B8B-BFE36ECC44F7}"/>
              </a:ext>
            </a:extLst>
          </p:cNvPr>
          <p:cNvSpPr txBox="1"/>
          <p:nvPr/>
        </p:nvSpPr>
        <p:spPr>
          <a:xfrm>
            <a:off x="236845" y="550139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L4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425202A7-C149-C815-7299-2D4E24D830BA}"/>
              </a:ext>
            </a:extLst>
          </p:cNvPr>
          <p:cNvSpPr txBox="1"/>
          <p:nvPr/>
        </p:nvSpPr>
        <p:spPr>
          <a:xfrm>
            <a:off x="236845" y="344399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L2/3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BC904CB0-1FF1-FA68-BBF4-299DEAB8EECA}"/>
              </a:ext>
            </a:extLst>
          </p:cNvPr>
          <p:cNvCxnSpPr/>
          <p:nvPr/>
        </p:nvCxnSpPr>
        <p:spPr>
          <a:xfrm>
            <a:off x="3812645" y="2425337"/>
            <a:ext cx="7083570" cy="0"/>
          </a:xfrm>
          <a:prstGeom prst="straightConnector1">
            <a:avLst/>
          </a:prstGeom>
          <a:ln w="825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7694FDDE-E0CD-35BD-7D9C-72B54C24A07C}"/>
              </a:ext>
            </a:extLst>
          </p:cNvPr>
          <p:cNvSpPr txBox="1"/>
          <p:nvPr/>
        </p:nvSpPr>
        <p:spPr>
          <a:xfrm>
            <a:off x="2069748" y="2123749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Hi Freq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76DA40B6-E14B-87AD-8298-EA63EBCB1446}"/>
              </a:ext>
            </a:extLst>
          </p:cNvPr>
          <p:cNvSpPr txBox="1"/>
          <p:nvPr/>
        </p:nvSpPr>
        <p:spPr>
          <a:xfrm>
            <a:off x="10967552" y="2121077"/>
            <a:ext cx="19135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Low Freq</a:t>
            </a:r>
          </a:p>
        </p:txBody>
      </p:sp>
      <p:sp>
        <p:nvSpPr>
          <p:cNvPr id="659" name="TextBox 658">
            <a:extLst>
              <a:ext uri="{FF2B5EF4-FFF2-40B4-BE49-F238E27FC236}">
                <a16:creationId xmlns:a16="http://schemas.microsoft.com/office/drawing/2014/main" id="{C51CFA13-C7E2-384B-A457-B85A8AB36CF7}"/>
              </a:ext>
            </a:extLst>
          </p:cNvPr>
          <p:cNvSpPr txBox="1"/>
          <p:nvPr/>
        </p:nvSpPr>
        <p:spPr>
          <a:xfrm>
            <a:off x="4119638" y="1850401"/>
            <a:ext cx="1720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Anterior</a:t>
            </a:r>
          </a:p>
        </p:txBody>
      </p:sp>
      <p:sp>
        <p:nvSpPr>
          <p:cNvPr id="660" name="TextBox 659">
            <a:extLst>
              <a:ext uri="{FF2B5EF4-FFF2-40B4-BE49-F238E27FC236}">
                <a16:creationId xmlns:a16="http://schemas.microsoft.com/office/drawing/2014/main" id="{2954ADF3-AC85-4EC9-4347-010EAE428D90}"/>
              </a:ext>
            </a:extLst>
          </p:cNvPr>
          <p:cNvSpPr txBox="1"/>
          <p:nvPr/>
        </p:nvSpPr>
        <p:spPr>
          <a:xfrm>
            <a:off x="8900958" y="1895385"/>
            <a:ext cx="1720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Posterior</a:t>
            </a:r>
          </a:p>
        </p:txBody>
      </p:sp>
      <p:sp>
        <p:nvSpPr>
          <p:cNvPr id="661" name="TextBox 660">
            <a:extLst>
              <a:ext uri="{FF2B5EF4-FFF2-40B4-BE49-F238E27FC236}">
                <a16:creationId xmlns:a16="http://schemas.microsoft.com/office/drawing/2014/main" id="{CBA47115-31EF-0256-84C7-C74FB9BD74C1}"/>
              </a:ext>
            </a:extLst>
          </p:cNvPr>
          <p:cNvSpPr txBox="1"/>
          <p:nvPr/>
        </p:nvSpPr>
        <p:spPr>
          <a:xfrm>
            <a:off x="521033" y="639214"/>
            <a:ext cx="12982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Bilateral ACx Circuit Motifs</a:t>
            </a:r>
          </a:p>
        </p:txBody>
      </p:sp>
      <p:sp>
        <p:nvSpPr>
          <p:cNvPr id="662" name="TextBox 661">
            <a:extLst>
              <a:ext uri="{FF2B5EF4-FFF2-40B4-BE49-F238E27FC236}">
                <a16:creationId xmlns:a16="http://schemas.microsoft.com/office/drawing/2014/main" id="{EC26C707-3F66-8436-F0D3-9274032AC60C}"/>
              </a:ext>
            </a:extLst>
          </p:cNvPr>
          <p:cNvSpPr txBox="1"/>
          <p:nvPr/>
        </p:nvSpPr>
        <p:spPr>
          <a:xfrm>
            <a:off x="227172" y="14783079"/>
            <a:ext cx="13244426" cy="1495807"/>
          </a:xfrm>
          <a:prstGeom prst="rect">
            <a:avLst/>
          </a:prstGeom>
          <a:solidFill>
            <a:schemeClr val="accent2">
              <a:lumMod val="60000"/>
              <a:lumOff val="40000"/>
              <a:alpha val="21321"/>
            </a:schemeClr>
          </a:solidFill>
          <a:ln w="31750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Standard ACx lateral motif: </a:t>
            </a:r>
            <a:r>
              <a:rPr lang="en-US" dirty="0"/>
              <a:t>transcolumnar lateral connections used by Park &amp; Geffen (2020) in their model.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PNs synapse onto all immediate laminar neighbors (Ant and Post).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SSTs synapse onto both immediate laminar PN neighbors (Ant and Post).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PV make no non-local connections in the standard lateral motif.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Applies to every local network node.</a:t>
            </a:r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8DADA228-BDB1-F4F6-92AD-149FCF6D2971}"/>
              </a:ext>
            </a:extLst>
          </p:cNvPr>
          <p:cNvSpPr txBox="1"/>
          <p:nvPr/>
        </p:nvSpPr>
        <p:spPr>
          <a:xfrm>
            <a:off x="226063" y="16398816"/>
            <a:ext cx="13229983" cy="1477328"/>
          </a:xfrm>
          <a:prstGeom prst="rect">
            <a:avLst/>
          </a:prstGeom>
          <a:solidFill>
            <a:schemeClr val="accent6">
              <a:lumMod val="60000"/>
              <a:lumOff val="40000"/>
              <a:alpha val="21321"/>
            </a:schemeClr>
          </a:solidFill>
          <a:ln w="317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Hypothetical translaminar L5/6 PV arborization: </a:t>
            </a:r>
            <a:r>
              <a:rPr lang="en-US" dirty="0"/>
              <a:t>Observed in a small percentage of L5/6 PV basket cells in the visual and somatosensory cortices. (</a:t>
            </a:r>
            <a:r>
              <a:rPr lang="en-US" dirty="0" err="1"/>
              <a:t>Bortone</a:t>
            </a:r>
            <a:r>
              <a:rPr lang="en-US" dirty="0"/>
              <a:t> et al. 2014, </a:t>
            </a:r>
            <a:r>
              <a:rPr lang="en-US" dirty="0" err="1"/>
              <a:t>Frandolig</a:t>
            </a:r>
            <a:r>
              <a:rPr lang="en-US" dirty="0"/>
              <a:t> et al. 2019)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PV cell synapses onto all PNs above it.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Applies sparsely (if at all) to only to a few local network nodes in L5 and L6 (or, applied to all, with attenuation via low weighting or stochastic activation).</a:t>
            </a:r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85CA46F8-B295-9323-7775-182BDF17F612}"/>
              </a:ext>
            </a:extLst>
          </p:cNvPr>
          <p:cNvSpPr txBox="1"/>
          <p:nvPr/>
        </p:nvSpPr>
        <p:spPr>
          <a:xfrm>
            <a:off x="236845" y="13190521"/>
            <a:ext cx="13239978" cy="1477328"/>
          </a:xfrm>
          <a:prstGeom prst="rect">
            <a:avLst/>
          </a:prstGeom>
          <a:solidFill>
            <a:schemeClr val="bg2">
              <a:lumMod val="50000"/>
              <a:alpha val="21321"/>
            </a:schemeClr>
          </a:solidFill>
          <a:ln w="31750"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Canonical intracortical and intracolumnar excitatory projections, sensory cortex: </a:t>
            </a:r>
            <a:r>
              <a:rPr lang="en-US" dirty="0"/>
              <a:t>(Harris &amp; Mrsic-Flogel 2013)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Each column receives thalamic input to all layers (L4 receiving strongest input).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Each column receives input from a different thalamic site with its own best frequency (tonotopy).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Feedback inputs to the column from downstream cortex and thalamus not shown.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Excitatory outputs to downstream cortex and back to the thalamus are not shown.</a:t>
            </a:r>
          </a:p>
        </p:txBody>
      </p:sp>
      <p:cxnSp>
        <p:nvCxnSpPr>
          <p:cNvPr id="666" name="Straight Connector 665">
            <a:extLst>
              <a:ext uri="{FF2B5EF4-FFF2-40B4-BE49-F238E27FC236}">
                <a16:creationId xmlns:a16="http://schemas.microsoft.com/office/drawing/2014/main" id="{703CFCD2-B11B-4BF1-0D55-DED7641ADF58}"/>
              </a:ext>
            </a:extLst>
          </p:cNvPr>
          <p:cNvCxnSpPr>
            <a:cxnSpLocks/>
          </p:cNvCxnSpPr>
          <p:nvPr/>
        </p:nvCxnSpPr>
        <p:spPr>
          <a:xfrm>
            <a:off x="390037" y="1470210"/>
            <a:ext cx="12823792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Left-Right Arrow 167">
            <a:extLst>
              <a:ext uri="{FF2B5EF4-FFF2-40B4-BE49-F238E27FC236}">
                <a16:creationId xmlns:a16="http://schemas.microsoft.com/office/drawing/2014/main" id="{CB50B0CD-28A4-D4E5-FBD9-24331C2FAF2C}"/>
              </a:ext>
            </a:extLst>
          </p:cNvPr>
          <p:cNvSpPr/>
          <p:nvPr/>
        </p:nvSpPr>
        <p:spPr>
          <a:xfrm>
            <a:off x="3511170" y="11076163"/>
            <a:ext cx="7074818" cy="731520"/>
          </a:xfrm>
          <a:prstGeom prst="leftRightArrow">
            <a:avLst/>
          </a:prstGeom>
          <a:solidFill>
            <a:schemeClr val="accent2">
              <a:lumMod val="60000"/>
              <a:lumOff val="40000"/>
              <a:alpha val="30289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Left Arrow 165">
            <a:extLst>
              <a:ext uri="{FF2B5EF4-FFF2-40B4-BE49-F238E27FC236}">
                <a16:creationId xmlns:a16="http://schemas.microsoft.com/office/drawing/2014/main" id="{66B90DAE-7B18-74A1-73CF-FC8972A2A416}"/>
              </a:ext>
            </a:extLst>
          </p:cNvPr>
          <p:cNvSpPr/>
          <p:nvPr/>
        </p:nvSpPr>
        <p:spPr>
          <a:xfrm>
            <a:off x="6553808" y="11994294"/>
            <a:ext cx="5026027" cy="731520"/>
          </a:xfrm>
          <a:prstGeom prst="leftArrow">
            <a:avLst/>
          </a:prstGeom>
          <a:solidFill>
            <a:schemeClr val="bg2">
              <a:lumMod val="50000"/>
              <a:alpha val="3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1718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89FE4-8F46-804D-6288-6389C565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Box 660">
            <a:extLst>
              <a:ext uri="{FF2B5EF4-FFF2-40B4-BE49-F238E27FC236}">
                <a16:creationId xmlns:a16="http://schemas.microsoft.com/office/drawing/2014/main" id="{A1503925-3387-181D-3F62-46D68F5AD895}"/>
              </a:ext>
            </a:extLst>
          </p:cNvPr>
          <p:cNvSpPr txBox="1"/>
          <p:nvPr/>
        </p:nvSpPr>
        <p:spPr>
          <a:xfrm>
            <a:off x="0" y="639214"/>
            <a:ext cx="13716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/>
              <a:t>Bilateral ACx Circuit Motifs</a:t>
            </a:r>
          </a:p>
        </p:txBody>
      </p:sp>
      <p:sp>
        <p:nvSpPr>
          <p:cNvPr id="662" name="TextBox 661">
            <a:extLst>
              <a:ext uri="{FF2B5EF4-FFF2-40B4-BE49-F238E27FC236}">
                <a16:creationId xmlns:a16="http://schemas.microsoft.com/office/drawing/2014/main" id="{7DD154E3-D1B5-C25F-E3AF-DCA35C882A5B}"/>
              </a:ext>
            </a:extLst>
          </p:cNvPr>
          <p:cNvSpPr txBox="1"/>
          <p:nvPr/>
        </p:nvSpPr>
        <p:spPr>
          <a:xfrm>
            <a:off x="227172" y="14783079"/>
            <a:ext cx="13244426" cy="1495807"/>
          </a:xfrm>
          <a:prstGeom prst="rect">
            <a:avLst/>
          </a:prstGeom>
          <a:solidFill>
            <a:schemeClr val="accent5">
              <a:lumMod val="60000"/>
              <a:lumOff val="40000"/>
              <a:alpha val="21321"/>
            </a:schemeClr>
          </a:solidFill>
          <a:ln w="3175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Standard ACx lateral motif: </a:t>
            </a:r>
            <a:r>
              <a:rPr lang="en-US" dirty="0"/>
              <a:t>transcolumnar lateral connections used by Park &amp; Geffen (2020) in their model.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PNs synapse onto all immediate laminar neighbors (Ant and Post).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SSTs synapse onto both immediate laminar PN neighbors (Ant and Post).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PV make no non-local connections in the standard lateral motif.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Applies to every local network node.</a:t>
            </a:r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F8A0D1E3-6990-4CD4-5245-0B5D4A5DB494}"/>
              </a:ext>
            </a:extLst>
          </p:cNvPr>
          <p:cNvSpPr txBox="1"/>
          <p:nvPr/>
        </p:nvSpPr>
        <p:spPr>
          <a:xfrm>
            <a:off x="226063" y="16398816"/>
            <a:ext cx="13229983" cy="1477328"/>
          </a:xfrm>
          <a:prstGeom prst="rect">
            <a:avLst/>
          </a:prstGeom>
          <a:solidFill>
            <a:srgbClr val="DA9C99">
              <a:alpha val="21321"/>
            </a:srgbClr>
          </a:solidFill>
          <a:ln w="31750">
            <a:solidFill>
              <a:srgbClr val="8B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Hypothetical translaminar L5/6 PV arborization: </a:t>
            </a:r>
            <a:r>
              <a:rPr lang="en-US" dirty="0"/>
              <a:t>Observed in a small percentage of L5/6 PV basket cells in the visual and somatosensory cortices. (</a:t>
            </a:r>
            <a:r>
              <a:rPr lang="en-US" dirty="0" err="1"/>
              <a:t>Bortone</a:t>
            </a:r>
            <a:r>
              <a:rPr lang="en-US" dirty="0"/>
              <a:t> et al. 2014, </a:t>
            </a:r>
            <a:r>
              <a:rPr lang="en-US" dirty="0" err="1"/>
              <a:t>Frandolig</a:t>
            </a:r>
            <a:r>
              <a:rPr lang="en-US" dirty="0"/>
              <a:t> et al. 2019)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PV cell synapses onto all PNs above it.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Applies sparsely (if at all) to only to a few local network nodes in L5 and L6 (or, applied to all, with attenuation via low weighting or stochastic activation).</a:t>
            </a:r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22E197FB-3261-82C0-6029-E23CE1D54F08}"/>
              </a:ext>
            </a:extLst>
          </p:cNvPr>
          <p:cNvSpPr txBox="1"/>
          <p:nvPr/>
        </p:nvSpPr>
        <p:spPr>
          <a:xfrm>
            <a:off x="236845" y="13190521"/>
            <a:ext cx="13239978" cy="1477328"/>
          </a:xfrm>
          <a:prstGeom prst="rect">
            <a:avLst/>
          </a:prstGeom>
          <a:solidFill>
            <a:schemeClr val="accent6">
              <a:lumMod val="60000"/>
              <a:lumOff val="40000"/>
              <a:alpha val="21321"/>
            </a:schemeClr>
          </a:solidFill>
          <a:ln w="31750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Canonical intracortical and intracolumnar excitatory projections, sensory cortex: </a:t>
            </a:r>
            <a:r>
              <a:rPr lang="en-US" dirty="0"/>
              <a:t>(Harris &amp; Mrsic-Flogel 2013)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Each column receives thalamic input to all layers (L4 receiving strongest input).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Each column receives input from a different thalamic site with its own best frequency (tonotopy).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Feedback inputs to the column from downstream cortex and thalamus not shown.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Excitatory outputs to downstream cortex and back to the thalamus are not shown.</a:t>
            </a:r>
          </a:p>
        </p:txBody>
      </p:sp>
      <p:cxnSp>
        <p:nvCxnSpPr>
          <p:cNvPr id="666" name="Straight Connector 665">
            <a:extLst>
              <a:ext uri="{FF2B5EF4-FFF2-40B4-BE49-F238E27FC236}">
                <a16:creationId xmlns:a16="http://schemas.microsoft.com/office/drawing/2014/main" id="{63326335-D99B-B833-5D2D-D78FAB4F4603}"/>
              </a:ext>
            </a:extLst>
          </p:cNvPr>
          <p:cNvCxnSpPr>
            <a:cxnSpLocks/>
          </p:cNvCxnSpPr>
          <p:nvPr/>
        </p:nvCxnSpPr>
        <p:spPr>
          <a:xfrm>
            <a:off x="390037" y="1470210"/>
            <a:ext cx="12823792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77" name="Group 776">
            <a:extLst>
              <a:ext uri="{FF2B5EF4-FFF2-40B4-BE49-F238E27FC236}">
                <a16:creationId xmlns:a16="http://schemas.microsoft.com/office/drawing/2014/main" id="{F38B38F6-17CF-DE30-9CB5-EAF821E3A78A}"/>
              </a:ext>
            </a:extLst>
          </p:cNvPr>
          <p:cNvGrpSpPr/>
          <p:nvPr/>
        </p:nvGrpSpPr>
        <p:grpSpPr>
          <a:xfrm>
            <a:off x="253219" y="1948874"/>
            <a:ext cx="12757339" cy="10889825"/>
            <a:chOff x="731520" y="1850401"/>
            <a:chExt cx="12757339" cy="10889825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C5944FE-A3E1-3AD9-DB20-EFA5EA56CB86}"/>
                </a:ext>
              </a:extLst>
            </p:cNvPr>
            <p:cNvGrpSpPr/>
            <p:nvPr/>
          </p:nvGrpSpPr>
          <p:grpSpPr>
            <a:xfrm>
              <a:off x="2705625" y="2983214"/>
              <a:ext cx="9378115" cy="7799573"/>
              <a:chOff x="452282" y="5710086"/>
              <a:chExt cx="9378115" cy="7799573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DF95DAC-0080-8729-DA1E-FC704E25F94D}"/>
                  </a:ext>
                </a:extLst>
              </p:cNvPr>
              <p:cNvGrpSpPr/>
              <p:nvPr/>
            </p:nvGrpSpPr>
            <p:grpSpPr>
              <a:xfrm>
                <a:off x="7772400" y="5715002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757" name="Triangle 756">
                  <a:extLst>
                    <a:ext uri="{FF2B5EF4-FFF2-40B4-BE49-F238E27FC236}">
                      <a16:creationId xmlns:a16="http://schemas.microsoft.com/office/drawing/2014/main" id="{279FFA0D-BB66-9CE0-2A0C-CB7DDD1C9158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58" name="TextBox 757">
                  <a:extLst>
                    <a:ext uri="{FF2B5EF4-FFF2-40B4-BE49-F238E27FC236}">
                      <a16:creationId xmlns:a16="http://schemas.microsoft.com/office/drawing/2014/main" id="{A9426FD7-EAE4-0439-389D-BBB9E5C3403A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759" name="Rectangle 758">
                  <a:extLst>
                    <a:ext uri="{FF2B5EF4-FFF2-40B4-BE49-F238E27FC236}">
                      <a16:creationId xmlns:a16="http://schemas.microsoft.com/office/drawing/2014/main" id="{6DB6E983-10F6-26CC-5380-5FF6BB7B67C5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60" name="Straight Connector 759">
                  <a:extLst>
                    <a:ext uri="{FF2B5EF4-FFF2-40B4-BE49-F238E27FC236}">
                      <a16:creationId xmlns:a16="http://schemas.microsoft.com/office/drawing/2014/main" id="{8099DBE0-507A-621D-C22F-2F9E4DA22DBB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61" name="Oval 760">
                  <a:extLst>
                    <a:ext uri="{FF2B5EF4-FFF2-40B4-BE49-F238E27FC236}">
                      <a16:creationId xmlns:a16="http://schemas.microsoft.com/office/drawing/2014/main" id="{78A2C821-E6D6-96AE-6506-3210106A685D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2" name="TextBox 761">
                  <a:extLst>
                    <a:ext uri="{FF2B5EF4-FFF2-40B4-BE49-F238E27FC236}">
                      <a16:creationId xmlns:a16="http://schemas.microsoft.com/office/drawing/2014/main" id="{05629679-71C3-6070-6C31-831DF921E7A5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763" name="Oval 762">
                  <a:extLst>
                    <a:ext uri="{FF2B5EF4-FFF2-40B4-BE49-F238E27FC236}">
                      <a16:creationId xmlns:a16="http://schemas.microsoft.com/office/drawing/2014/main" id="{349BBA18-04E9-EAAE-9C08-D370065C1E6A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4" name="TextBox 763">
                  <a:extLst>
                    <a:ext uri="{FF2B5EF4-FFF2-40B4-BE49-F238E27FC236}">
                      <a16:creationId xmlns:a16="http://schemas.microsoft.com/office/drawing/2014/main" id="{4BB29E61-F9E6-C196-B489-3E497F4E53CD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765" name="Straight Connector 764">
                  <a:extLst>
                    <a:ext uri="{FF2B5EF4-FFF2-40B4-BE49-F238E27FC236}">
                      <a16:creationId xmlns:a16="http://schemas.microsoft.com/office/drawing/2014/main" id="{588BCA91-D54E-5ABE-5E35-582CBAD19F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6" name="Straight Connector 765">
                  <a:extLst>
                    <a:ext uri="{FF2B5EF4-FFF2-40B4-BE49-F238E27FC236}">
                      <a16:creationId xmlns:a16="http://schemas.microsoft.com/office/drawing/2014/main" id="{FDE9539F-0CD2-21A0-50DC-31FA1C6D87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67" name="Freeform 766">
                  <a:extLst>
                    <a:ext uri="{FF2B5EF4-FFF2-40B4-BE49-F238E27FC236}">
                      <a16:creationId xmlns:a16="http://schemas.microsoft.com/office/drawing/2014/main" id="{81663A38-9411-C6F5-A033-592224DFED3D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8" name="Freeform 767">
                  <a:extLst>
                    <a:ext uri="{FF2B5EF4-FFF2-40B4-BE49-F238E27FC236}">
                      <a16:creationId xmlns:a16="http://schemas.microsoft.com/office/drawing/2014/main" id="{958125B9-9ECF-BB4C-8BDF-577F874AE982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9" name="Freeform 768">
                  <a:extLst>
                    <a:ext uri="{FF2B5EF4-FFF2-40B4-BE49-F238E27FC236}">
                      <a16:creationId xmlns:a16="http://schemas.microsoft.com/office/drawing/2014/main" id="{E0008DF4-1D1D-8001-C547-90D758F8B58D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0" name="Freeform 769">
                  <a:extLst>
                    <a:ext uri="{FF2B5EF4-FFF2-40B4-BE49-F238E27FC236}">
                      <a16:creationId xmlns:a16="http://schemas.microsoft.com/office/drawing/2014/main" id="{8F4590B7-F2AD-5A1E-13F1-4A963F1EEE6F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1" name="Freeform 770">
                  <a:extLst>
                    <a:ext uri="{FF2B5EF4-FFF2-40B4-BE49-F238E27FC236}">
                      <a16:creationId xmlns:a16="http://schemas.microsoft.com/office/drawing/2014/main" id="{EE6B13CA-FE9A-FBCB-184E-857A6756DE1D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2" name="Freeform 771">
                  <a:extLst>
                    <a:ext uri="{FF2B5EF4-FFF2-40B4-BE49-F238E27FC236}">
                      <a16:creationId xmlns:a16="http://schemas.microsoft.com/office/drawing/2014/main" id="{AD149C65-A17A-F6E1-7678-72E1589B55A4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3" name="Freeform 772">
                  <a:extLst>
                    <a:ext uri="{FF2B5EF4-FFF2-40B4-BE49-F238E27FC236}">
                      <a16:creationId xmlns:a16="http://schemas.microsoft.com/office/drawing/2014/main" id="{3479726F-D026-E853-79F9-2EACEADB5C59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4" name="Rectangle 773">
                  <a:extLst>
                    <a:ext uri="{FF2B5EF4-FFF2-40B4-BE49-F238E27FC236}">
                      <a16:creationId xmlns:a16="http://schemas.microsoft.com/office/drawing/2014/main" id="{5A2D605C-DACB-C362-1671-0CB632423E8B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75" name="Straight Connector 774">
                  <a:extLst>
                    <a:ext uri="{FF2B5EF4-FFF2-40B4-BE49-F238E27FC236}">
                      <a16:creationId xmlns:a16="http://schemas.microsoft.com/office/drawing/2014/main" id="{0A8D7AF5-665B-C6D1-BA2F-51BA4B5FE919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07391E2-B158-207C-666E-155D3B812A2F}"/>
                  </a:ext>
                </a:extLst>
              </p:cNvPr>
              <p:cNvGrpSpPr/>
              <p:nvPr/>
            </p:nvGrpSpPr>
            <p:grpSpPr>
              <a:xfrm>
                <a:off x="7767484" y="9829802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738" name="Triangle 737">
                  <a:extLst>
                    <a:ext uri="{FF2B5EF4-FFF2-40B4-BE49-F238E27FC236}">
                      <a16:creationId xmlns:a16="http://schemas.microsoft.com/office/drawing/2014/main" id="{77D87989-E4A7-E7AD-2C1C-9515C170A8BC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39" name="TextBox 738">
                  <a:extLst>
                    <a:ext uri="{FF2B5EF4-FFF2-40B4-BE49-F238E27FC236}">
                      <a16:creationId xmlns:a16="http://schemas.microsoft.com/office/drawing/2014/main" id="{976F069C-DB2E-B69A-0623-B379F2ECCB3D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740" name="Rectangle 739">
                  <a:extLst>
                    <a:ext uri="{FF2B5EF4-FFF2-40B4-BE49-F238E27FC236}">
                      <a16:creationId xmlns:a16="http://schemas.microsoft.com/office/drawing/2014/main" id="{00A4BAAA-C7AF-ABFD-318C-B1D0FAC701A9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41" name="Straight Connector 740">
                  <a:extLst>
                    <a:ext uri="{FF2B5EF4-FFF2-40B4-BE49-F238E27FC236}">
                      <a16:creationId xmlns:a16="http://schemas.microsoft.com/office/drawing/2014/main" id="{BC464723-6BFB-D775-746C-7E478CBF573F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42" name="Oval 741">
                  <a:extLst>
                    <a:ext uri="{FF2B5EF4-FFF2-40B4-BE49-F238E27FC236}">
                      <a16:creationId xmlns:a16="http://schemas.microsoft.com/office/drawing/2014/main" id="{80574943-7B69-3FEE-3A4B-3F6E207C1848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3" name="TextBox 742">
                  <a:extLst>
                    <a:ext uri="{FF2B5EF4-FFF2-40B4-BE49-F238E27FC236}">
                      <a16:creationId xmlns:a16="http://schemas.microsoft.com/office/drawing/2014/main" id="{3C8E6D29-5488-AF51-CD41-00472589A49F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744" name="Oval 743">
                  <a:extLst>
                    <a:ext uri="{FF2B5EF4-FFF2-40B4-BE49-F238E27FC236}">
                      <a16:creationId xmlns:a16="http://schemas.microsoft.com/office/drawing/2014/main" id="{48A0AE34-E437-5812-4B0C-BE05C3F6C2FD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5" name="TextBox 744">
                  <a:extLst>
                    <a:ext uri="{FF2B5EF4-FFF2-40B4-BE49-F238E27FC236}">
                      <a16:creationId xmlns:a16="http://schemas.microsoft.com/office/drawing/2014/main" id="{B153C4E9-C591-81D0-A7C3-4B81330EE96F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746" name="Straight Connector 745">
                  <a:extLst>
                    <a:ext uri="{FF2B5EF4-FFF2-40B4-BE49-F238E27FC236}">
                      <a16:creationId xmlns:a16="http://schemas.microsoft.com/office/drawing/2014/main" id="{08767829-36B0-41A4-3E6E-4F332E4353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7" name="Straight Connector 746">
                  <a:extLst>
                    <a:ext uri="{FF2B5EF4-FFF2-40B4-BE49-F238E27FC236}">
                      <a16:creationId xmlns:a16="http://schemas.microsoft.com/office/drawing/2014/main" id="{C00C13D2-AFFC-0C6B-45A4-70EDD25BB4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48" name="Freeform 747">
                  <a:extLst>
                    <a:ext uri="{FF2B5EF4-FFF2-40B4-BE49-F238E27FC236}">
                      <a16:creationId xmlns:a16="http://schemas.microsoft.com/office/drawing/2014/main" id="{AB8B7ECE-83D5-39F1-B2A0-FF6026A85AF8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9" name="Freeform 748">
                  <a:extLst>
                    <a:ext uri="{FF2B5EF4-FFF2-40B4-BE49-F238E27FC236}">
                      <a16:creationId xmlns:a16="http://schemas.microsoft.com/office/drawing/2014/main" id="{CD7B671A-E4D1-E78A-D36F-2F47B5DBA0AC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0" name="Freeform 749">
                  <a:extLst>
                    <a:ext uri="{FF2B5EF4-FFF2-40B4-BE49-F238E27FC236}">
                      <a16:creationId xmlns:a16="http://schemas.microsoft.com/office/drawing/2014/main" id="{2606DABC-A618-DB77-4A7F-5DCC212C326F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1" name="Freeform 750">
                  <a:extLst>
                    <a:ext uri="{FF2B5EF4-FFF2-40B4-BE49-F238E27FC236}">
                      <a16:creationId xmlns:a16="http://schemas.microsoft.com/office/drawing/2014/main" id="{6F27F6D9-41CB-5648-BFDF-FEC9572C2F89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2" name="Freeform 751">
                  <a:extLst>
                    <a:ext uri="{FF2B5EF4-FFF2-40B4-BE49-F238E27FC236}">
                      <a16:creationId xmlns:a16="http://schemas.microsoft.com/office/drawing/2014/main" id="{EBB80042-500E-E5BB-E90F-8D1CBCE3A785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3" name="Freeform 752">
                  <a:extLst>
                    <a:ext uri="{FF2B5EF4-FFF2-40B4-BE49-F238E27FC236}">
                      <a16:creationId xmlns:a16="http://schemas.microsoft.com/office/drawing/2014/main" id="{D07A1D38-1652-D59A-C132-758912FE69F3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4" name="Freeform 753">
                  <a:extLst>
                    <a:ext uri="{FF2B5EF4-FFF2-40B4-BE49-F238E27FC236}">
                      <a16:creationId xmlns:a16="http://schemas.microsoft.com/office/drawing/2014/main" id="{977312D4-2FC7-E879-EE17-4B3E7D3292FD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5" name="Rectangle 754">
                  <a:extLst>
                    <a:ext uri="{FF2B5EF4-FFF2-40B4-BE49-F238E27FC236}">
                      <a16:creationId xmlns:a16="http://schemas.microsoft.com/office/drawing/2014/main" id="{9E0CAB79-86CE-A025-6DDC-971003353F22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56" name="Straight Connector 755">
                  <a:extLst>
                    <a:ext uri="{FF2B5EF4-FFF2-40B4-BE49-F238E27FC236}">
                      <a16:creationId xmlns:a16="http://schemas.microsoft.com/office/drawing/2014/main" id="{E47CF919-0F7E-6553-FDCE-FD0CD5F9A905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DB946328-592F-2F56-E940-F8D9FCC8C393}"/>
                  </a:ext>
                </a:extLst>
              </p:cNvPr>
              <p:cNvGrpSpPr/>
              <p:nvPr/>
            </p:nvGrpSpPr>
            <p:grpSpPr>
              <a:xfrm>
                <a:off x="7767483" y="7772400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719" name="Triangle 718">
                  <a:extLst>
                    <a:ext uri="{FF2B5EF4-FFF2-40B4-BE49-F238E27FC236}">
                      <a16:creationId xmlns:a16="http://schemas.microsoft.com/office/drawing/2014/main" id="{D87D1BB8-8104-EE8F-E9EE-E3E5A8F0D070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20" name="TextBox 719">
                  <a:extLst>
                    <a:ext uri="{FF2B5EF4-FFF2-40B4-BE49-F238E27FC236}">
                      <a16:creationId xmlns:a16="http://schemas.microsoft.com/office/drawing/2014/main" id="{B0564E7E-7E4B-4BB8-1F65-B4E7EEF6EBCA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721" name="Rectangle 720">
                  <a:extLst>
                    <a:ext uri="{FF2B5EF4-FFF2-40B4-BE49-F238E27FC236}">
                      <a16:creationId xmlns:a16="http://schemas.microsoft.com/office/drawing/2014/main" id="{AE02E9E7-1E80-B65B-77FA-8D44F0D0C7F6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22" name="Straight Connector 721">
                  <a:extLst>
                    <a:ext uri="{FF2B5EF4-FFF2-40B4-BE49-F238E27FC236}">
                      <a16:creationId xmlns:a16="http://schemas.microsoft.com/office/drawing/2014/main" id="{810AE837-7E03-E453-17A1-AC2443850031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23" name="Oval 722">
                  <a:extLst>
                    <a:ext uri="{FF2B5EF4-FFF2-40B4-BE49-F238E27FC236}">
                      <a16:creationId xmlns:a16="http://schemas.microsoft.com/office/drawing/2014/main" id="{21201688-403B-157A-18B1-0118DDE84D78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4" name="TextBox 723">
                  <a:extLst>
                    <a:ext uri="{FF2B5EF4-FFF2-40B4-BE49-F238E27FC236}">
                      <a16:creationId xmlns:a16="http://schemas.microsoft.com/office/drawing/2014/main" id="{8D676D79-51F7-2AB9-E77F-C138D32BE512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725" name="Oval 724">
                  <a:extLst>
                    <a:ext uri="{FF2B5EF4-FFF2-40B4-BE49-F238E27FC236}">
                      <a16:creationId xmlns:a16="http://schemas.microsoft.com/office/drawing/2014/main" id="{4CD00657-6A34-E330-E388-2863FE3D665F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6" name="TextBox 725">
                  <a:extLst>
                    <a:ext uri="{FF2B5EF4-FFF2-40B4-BE49-F238E27FC236}">
                      <a16:creationId xmlns:a16="http://schemas.microsoft.com/office/drawing/2014/main" id="{48563ECE-B9B7-CB4C-A416-402F11A5C066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727" name="Straight Connector 726">
                  <a:extLst>
                    <a:ext uri="{FF2B5EF4-FFF2-40B4-BE49-F238E27FC236}">
                      <a16:creationId xmlns:a16="http://schemas.microsoft.com/office/drawing/2014/main" id="{9BE262DD-7950-DB5A-454A-6BBF8F6465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8" name="Straight Connector 727">
                  <a:extLst>
                    <a:ext uri="{FF2B5EF4-FFF2-40B4-BE49-F238E27FC236}">
                      <a16:creationId xmlns:a16="http://schemas.microsoft.com/office/drawing/2014/main" id="{B924685C-580F-171D-E5F8-6C11FD8CD9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29" name="Freeform 728">
                  <a:extLst>
                    <a:ext uri="{FF2B5EF4-FFF2-40B4-BE49-F238E27FC236}">
                      <a16:creationId xmlns:a16="http://schemas.microsoft.com/office/drawing/2014/main" id="{71478DF3-3D68-D4D9-9CC1-773C2BE5B27B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0" name="Freeform 729">
                  <a:extLst>
                    <a:ext uri="{FF2B5EF4-FFF2-40B4-BE49-F238E27FC236}">
                      <a16:creationId xmlns:a16="http://schemas.microsoft.com/office/drawing/2014/main" id="{61B898C9-7B5B-31B5-2EA5-F829FB1A5159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1" name="Freeform 730">
                  <a:extLst>
                    <a:ext uri="{FF2B5EF4-FFF2-40B4-BE49-F238E27FC236}">
                      <a16:creationId xmlns:a16="http://schemas.microsoft.com/office/drawing/2014/main" id="{16EE4A25-CC0F-3F17-038C-303480D5306C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2" name="Freeform 731">
                  <a:extLst>
                    <a:ext uri="{FF2B5EF4-FFF2-40B4-BE49-F238E27FC236}">
                      <a16:creationId xmlns:a16="http://schemas.microsoft.com/office/drawing/2014/main" id="{DB44E37E-7989-CAD9-0D98-8DA9364A6BD8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3" name="Freeform 732">
                  <a:extLst>
                    <a:ext uri="{FF2B5EF4-FFF2-40B4-BE49-F238E27FC236}">
                      <a16:creationId xmlns:a16="http://schemas.microsoft.com/office/drawing/2014/main" id="{900A8A50-B3EE-FBB6-5EEA-8E4054F089E9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4" name="Freeform 733">
                  <a:extLst>
                    <a:ext uri="{FF2B5EF4-FFF2-40B4-BE49-F238E27FC236}">
                      <a16:creationId xmlns:a16="http://schemas.microsoft.com/office/drawing/2014/main" id="{9679CC8A-914E-1F57-1A12-19DE56B0B014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5" name="Freeform 734">
                  <a:extLst>
                    <a:ext uri="{FF2B5EF4-FFF2-40B4-BE49-F238E27FC236}">
                      <a16:creationId xmlns:a16="http://schemas.microsoft.com/office/drawing/2014/main" id="{577259F3-9FBD-70B2-5982-4869445F7A26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6" name="Rectangle 735">
                  <a:extLst>
                    <a:ext uri="{FF2B5EF4-FFF2-40B4-BE49-F238E27FC236}">
                      <a16:creationId xmlns:a16="http://schemas.microsoft.com/office/drawing/2014/main" id="{F06DCE7F-147B-D418-31AE-CD8410DA2B45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37" name="Straight Connector 736">
                  <a:extLst>
                    <a:ext uri="{FF2B5EF4-FFF2-40B4-BE49-F238E27FC236}">
                      <a16:creationId xmlns:a16="http://schemas.microsoft.com/office/drawing/2014/main" id="{164D5123-A9D8-43B4-FFFC-8E136BD06914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39CF489E-E26A-A176-2249-28439BBDADE9}"/>
                  </a:ext>
                </a:extLst>
              </p:cNvPr>
              <p:cNvGrpSpPr/>
              <p:nvPr/>
            </p:nvGrpSpPr>
            <p:grpSpPr>
              <a:xfrm>
                <a:off x="7767483" y="11884744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431" name="Triangle 430">
                  <a:extLst>
                    <a:ext uri="{FF2B5EF4-FFF2-40B4-BE49-F238E27FC236}">
                      <a16:creationId xmlns:a16="http://schemas.microsoft.com/office/drawing/2014/main" id="{452EA58F-6013-4CDD-B243-F1B2E47A4A87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32" name="TextBox 431">
                  <a:extLst>
                    <a:ext uri="{FF2B5EF4-FFF2-40B4-BE49-F238E27FC236}">
                      <a16:creationId xmlns:a16="http://schemas.microsoft.com/office/drawing/2014/main" id="{399FF083-E08C-D121-B706-98C1D257DBAC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433" name="Rectangle 432">
                  <a:extLst>
                    <a:ext uri="{FF2B5EF4-FFF2-40B4-BE49-F238E27FC236}">
                      <a16:creationId xmlns:a16="http://schemas.microsoft.com/office/drawing/2014/main" id="{F3B2438E-BC80-11D9-3E8F-07290E4F6262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34" name="Straight Connector 433">
                  <a:extLst>
                    <a:ext uri="{FF2B5EF4-FFF2-40B4-BE49-F238E27FC236}">
                      <a16:creationId xmlns:a16="http://schemas.microsoft.com/office/drawing/2014/main" id="{54AB8B22-D231-1A8B-1C18-C100111578D7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4" name="Oval 703">
                  <a:extLst>
                    <a:ext uri="{FF2B5EF4-FFF2-40B4-BE49-F238E27FC236}">
                      <a16:creationId xmlns:a16="http://schemas.microsoft.com/office/drawing/2014/main" id="{C462F7BF-794D-7FF0-1CE4-C8421EE9A8EC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5" name="TextBox 704">
                  <a:extLst>
                    <a:ext uri="{FF2B5EF4-FFF2-40B4-BE49-F238E27FC236}">
                      <a16:creationId xmlns:a16="http://schemas.microsoft.com/office/drawing/2014/main" id="{F1AB947E-4D97-500F-499D-ED280010539E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706" name="Oval 705">
                  <a:extLst>
                    <a:ext uri="{FF2B5EF4-FFF2-40B4-BE49-F238E27FC236}">
                      <a16:creationId xmlns:a16="http://schemas.microsoft.com/office/drawing/2014/main" id="{E6B8626B-3D2F-A37A-E2AD-766479CB8764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3B2E7909-1D03-1C36-FD27-5339339A9159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708" name="Straight Connector 707">
                  <a:extLst>
                    <a:ext uri="{FF2B5EF4-FFF2-40B4-BE49-F238E27FC236}">
                      <a16:creationId xmlns:a16="http://schemas.microsoft.com/office/drawing/2014/main" id="{5F44986B-1B27-10EA-47D3-CC7D129CBA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9" name="Straight Connector 708">
                  <a:extLst>
                    <a:ext uri="{FF2B5EF4-FFF2-40B4-BE49-F238E27FC236}">
                      <a16:creationId xmlns:a16="http://schemas.microsoft.com/office/drawing/2014/main" id="{6502F988-3EE3-F42B-BBB0-95E5436A08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10" name="Freeform 709">
                  <a:extLst>
                    <a:ext uri="{FF2B5EF4-FFF2-40B4-BE49-F238E27FC236}">
                      <a16:creationId xmlns:a16="http://schemas.microsoft.com/office/drawing/2014/main" id="{9C007268-0984-108B-E4E2-2FC739FCE9B4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1" name="Freeform 710">
                  <a:extLst>
                    <a:ext uri="{FF2B5EF4-FFF2-40B4-BE49-F238E27FC236}">
                      <a16:creationId xmlns:a16="http://schemas.microsoft.com/office/drawing/2014/main" id="{BEFE0E2E-2B8F-A840-9C19-EEEF93E20D70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2" name="Freeform 711">
                  <a:extLst>
                    <a:ext uri="{FF2B5EF4-FFF2-40B4-BE49-F238E27FC236}">
                      <a16:creationId xmlns:a16="http://schemas.microsoft.com/office/drawing/2014/main" id="{DC6CDFBC-2873-575C-427D-1413B748A7ED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Freeform 712">
                  <a:extLst>
                    <a:ext uri="{FF2B5EF4-FFF2-40B4-BE49-F238E27FC236}">
                      <a16:creationId xmlns:a16="http://schemas.microsoft.com/office/drawing/2014/main" id="{7F6C0F06-9535-F7E5-E914-61F948CCF785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4" name="Freeform 713">
                  <a:extLst>
                    <a:ext uri="{FF2B5EF4-FFF2-40B4-BE49-F238E27FC236}">
                      <a16:creationId xmlns:a16="http://schemas.microsoft.com/office/drawing/2014/main" id="{3ACF29F1-0474-E762-AEBA-2C701359F77E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5" name="Freeform 714">
                  <a:extLst>
                    <a:ext uri="{FF2B5EF4-FFF2-40B4-BE49-F238E27FC236}">
                      <a16:creationId xmlns:a16="http://schemas.microsoft.com/office/drawing/2014/main" id="{EAE9D4C8-F011-BA0B-AEB5-6EC1CB6A72A1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6" name="Freeform 715">
                  <a:extLst>
                    <a:ext uri="{FF2B5EF4-FFF2-40B4-BE49-F238E27FC236}">
                      <a16:creationId xmlns:a16="http://schemas.microsoft.com/office/drawing/2014/main" id="{DCA5E985-E290-BB5D-D165-F679F5C9CC26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7" name="Rectangle 716">
                  <a:extLst>
                    <a:ext uri="{FF2B5EF4-FFF2-40B4-BE49-F238E27FC236}">
                      <a16:creationId xmlns:a16="http://schemas.microsoft.com/office/drawing/2014/main" id="{CCC5EF8A-BA32-0B72-7F50-48106DD67510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18" name="Straight Connector 717">
                  <a:extLst>
                    <a:ext uri="{FF2B5EF4-FFF2-40B4-BE49-F238E27FC236}">
                      <a16:creationId xmlns:a16="http://schemas.microsoft.com/office/drawing/2014/main" id="{FE0E5CB6-179A-23A7-38F1-6F391C19C89D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35393949-52FD-A4D4-F3A8-4E0C27356D90}"/>
                  </a:ext>
                </a:extLst>
              </p:cNvPr>
              <p:cNvGrpSpPr/>
              <p:nvPr/>
            </p:nvGrpSpPr>
            <p:grpSpPr>
              <a:xfrm>
                <a:off x="4114799" y="11879828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412" name="Triangle 411">
                  <a:extLst>
                    <a:ext uri="{FF2B5EF4-FFF2-40B4-BE49-F238E27FC236}">
                      <a16:creationId xmlns:a16="http://schemas.microsoft.com/office/drawing/2014/main" id="{185B9805-8353-F2C4-05F0-0AECA7A33B8D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413" name="TextBox 412">
                  <a:extLst>
                    <a:ext uri="{FF2B5EF4-FFF2-40B4-BE49-F238E27FC236}">
                      <a16:creationId xmlns:a16="http://schemas.microsoft.com/office/drawing/2014/main" id="{F1105A00-4F44-11F7-DD6C-D60811EAE122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414" name="Rectangle 413">
                  <a:extLst>
                    <a:ext uri="{FF2B5EF4-FFF2-40B4-BE49-F238E27FC236}">
                      <a16:creationId xmlns:a16="http://schemas.microsoft.com/office/drawing/2014/main" id="{6FC88E3D-1969-281D-926F-8EF8D993B029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5" name="Straight Connector 414">
                  <a:extLst>
                    <a:ext uri="{FF2B5EF4-FFF2-40B4-BE49-F238E27FC236}">
                      <a16:creationId xmlns:a16="http://schemas.microsoft.com/office/drawing/2014/main" id="{A8A223EF-DDC9-5647-5876-82AEA5B1B8C4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16" name="Oval 415">
                  <a:extLst>
                    <a:ext uri="{FF2B5EF4-FFF2-40B4-BE49-F238E27FC236}">
                      <a16:creationId xmlns:a16="http://schemas.microsoft.com/office/drawing/2014/main" id="{B2B495AF-155C-D1C0-5480-D21FA3B46112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7" name="TextBox 416">
                  <a:extLst>
                    <a:ext uri="{FF2B5EF4-FFF2-40B4-BE49-F238E27FC236}">
                      <a16:creationId xmlns:a16="http://schemas.microsoft.com/office/drawing/2014/main" id="{80834EC7-496B-7423-9712-625D105AB599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418" name="Oval 417">
                  <a:extLst>
                    <a:ext uri="{FF2B5EF4-FFF2-40B4-BE49-F238E27FC236}">
                      <a16:creationId xmlns:a16="http://schemas.microsoft.com/office/drawing/2014/main" id="{13FDCC11-04EE-D21D-DBC0-3CAC82E1A5D7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9" name="TextBox 418">
                  <a:extLst>
                    <a:ext uri="{FF2B5EF4-FFF2-40B4-BE49-F238E27FC236}">
                      <a16:creationId xmlns:a16="http://schemas.microsoft.com/office/drawing/2014/main" id="{15597E43-01BC-8146-E710-4DA743C8F29E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420" name="Straight Connector 419">
                  <a:extLst>
                    <a:ext uri="{FF2B5EF4-FFF2-40B4-BE49-F238E27FC236}">
                      <a16:creationId xmlns:a16="http://schemas.microsoft.com/office/drawing/2014/main" id="{E1B67B36-3E5E-AAE3-B6D9-34FA27F6B6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1" name="Straight Connector 420">
                  <a:extLst>
                    <a:ext uri="{FF2B5EF4-FFF2-40B4-BE49-F238E27FC236}">
                      <a16:creationId xmlns:a16="http://schemas.microsoft.com/office/drawing/2014/main" id="{8563C5BD-D69F-2E36-9F07-4F68DA24DF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22" name="Freeform 421">
                  <a:extLst>
                    <a:ext uri="{FF2B5EF4-FFF2-40B4-BE49-F238E27FC236}">
                      <a16:creationId xmlns:a16="http://schemas.microsoft.com/office/drawing/2014/main" id="{F88943BF-7BEF-0F34-6588-22294A379E9B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3" name="Freeform 422">
                  <a:extLst>
                    <a:ext uri="{FF2B5EF4-FFF2-40B4-BE49-F238E27FC236}">
                      <a16:creationId xmlns:a16="http://schemas.microsoft.com/office/drawing/2014/main" id="{7EB467F7-F0F1-EE96-79FE-152155BC2853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4" name="Freeform 423">
                  <a:extLst>
                    <a:ext uri="{FF2B5EF4-FFF2-40B4-BE49-F238E27FC236}">
                      <a16:creationId xmlns:a16="http://schemas.microsoft.com/office/drawing/2014/main" id="{28D138CE-E7D5-C8E9-EC75-08F435F401EF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5" name="Freeform 424">
                  <a:extLst>
                    <a:ext uri="{FF2B5EF4-FFF2-40B4-BE49-F238E27FC236}">
                      <a16:creationId xmlns:a16="http://schemas.microsoft.com/office/drawing/2014/main" id="{045F5FD0-778F-28BA-E7A2-3D17AE835DB5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6" name="Freeform 425">
                  <a:extLst>
                    <a:ext uri="{FF2B5EF4-FFF2-40B4-BE49-F238E27FC236}">
                      <a16:creationId xmlns:a16="http://schemas.microsoft.com/office/drawing/2014/main" id="{D8A1D208-02E2-2199-BBB0-05D4EE6C4ED6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7" name="Freeform 426">
                  <a:extLst>
                    <a:ext uri="{FF2B5EF4-FFF2-40B4-BE49-F238E27FC236}">
                      <a16:creationId xmlns:a16="http://schemas.microsoft.com/office/drawing/2014/main" id="{6DA77D59-FB9C-A34D-1C02-7122685019F3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8" name="Freeform 427">
                  <a:extLst>
                    <a:ext uri="{FF2B5EF4-FFF2-40B4-BE49-F238E27FC236}">
                      <a16:creationId xmlns:a16="http://schemas.microsoft.com/office/drawing/2014/main" id="{49D2C7AB-51D7-CDBF-9D3A-2D06F5FC6E37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29" name="Rectangle 428">
                  <a:extLst>
                    <a:ext uri="{FF2B5EF4-FFF2-40B4-BE49-F238E27FC236}">
                      <a16:creationId xmlns:a16="http://schemas.microsoft.com/office/drawing/2014/main" id="{8817E418-0FEC-13D6-5B60-8969AFEBA9A6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30" name="Straight Connector 429">
                  <a:extLst>
                    <a:ext uri="{FF2B5EF4-FFF2-40B4-BE49-F238E27FC236}">
                      <a16:creationId xmlns:a16="http://schemas.microsoft.com/office/drawing/2014/main" id="{5E28374B-2FF0-7F0A-D6FA-C09A464ACDFE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A4B3591B-E250-3485-2FC7-8360F2B1F48C}"/>
                  </a:ext>
                </a:extLst>
              </p:cNvPr>
              <p:cNvGrpSpPr/>
              <p:nvPr/>
            </p:nvGrpSpPr>
            <p:grpSpPr>
              <a:xfrm>
                <a:off x="4119715" y="9829803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393" name="Triangle 392">
                  <a:extLst>
                    <a:ext uri="{FF2B5EF4-FFF2-40B4-BE49-F238E27FC236}">
                      <a16:creationId xmlns:a16="http://schemas.microsoft.com/office/drawing/2014/main" id="{5D4925A1-8CB6-9A3C-0EF3-5B52A9406E44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94" name="TextBox 393">
                  <a:extLst>
                    <a:ext uri="{FF2B5EF4-FFF2-40B4-BE49-F238E27FC236}">
                      <a16:creationId xmlns:a16="http://schemas.microsoft.com/office/drawing/2014/main" id="{AA802233-29BF-8E46-C1E7-6A0E8C088AB2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395" name="Rectangle 394">
                  <a:extLst>
                    <a:ext uri="{FF2B5EF4-FFF2-40B4-BE49-F238E27FC236}">
                      <a16:creationId xmlns:a16="http://schemas.microsoft.com/office/drawing/2014/main" id="{38296A61-A123-CF14-50EB-47431697875C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6" name="Straight Connector 395">
                  <a:extLst>
                    <a:ext uri="{FF2B5EF4-FFF2-40B4-BE49-F238E27FC236}">
                      <a16:creationId xmlns:a16="http://schemas.microsoft.com/office/drawing/2014/main" id="{34FA3957-311E-1AC5-A835-BF08F04A97EE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7" name="Oval 396">
                  <a:extLst>
                    <a:ext uri="{FF2B5EF4-FFF2-40B4-BE49-F238E27FC236}">
                      <a16:creationId xmlns:a16="http://schemas.microsoft.com/office/drawing/2014/main" id="{2AC4E267-BA3E-EC6E-DF16-530DC9F20229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8" name="TextBox 397">
                  <a:extLst>
                    <a:ext uri="{FF2B5EF4-FFF2-40B4-BE49-F238E27FC236}">
                      <a16:creationId xmlns:a16="http://schemas.microsoft.com/office/drawing/2014/main" id="{E5943AC7-E174-D42B-6ED7-0B1EF476B3C5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399" name="Oval 398">
                  <a:extLst>
                    <a:ext uri="{FF2B5EF4-FFF2-40B4-BE49-F238E27FC236}">
                      <a16:creationId xmlns:a16="http://schemas.microsoft.com/office/drawing/2014/main" id="{53161D06-D81C-EE31-D1AF-32ED3758FFF3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0" name="TextBox 399">
                  <a:extLst>
                    <a:ext uri="{FF2B5EF4-FFF2-40B4-BE49-F238E27FC236}">
                      <a16:creationId xmlns:a16="http://schemas.microsoft.com/office/drawing/2014/main" id="{93C8655D-8650-DB42-CA34-9487CF90F0AB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401" name="Straight Connector 400">
                  <a:extLst>
                    <a:ext uri="{FF2B5EF4-FFF2-40B4-BE49-F238E27FC236}">
                      <a16:creationId xmlns:a16="http://schemas.microsoft.com/office/drawing/2014/main" id="{4E84EDEB-A940-0A3D-E079-EFBB50F7AE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2" name="Straight Connector 401">
                  <a:extLst>
                    <a:ext uri="{FF2B5EF4-FFF2-40B4-BE49-F238E27FC236}">
                      <a16:creationId xmlns:a16="http://schemas.microsoft.com/office/drawing/2014/main" id="{BE8B940B-8591-E8B8-F62F-1B286B3D1D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03" name="Freeform 402">
                  <a:extLst>
                    <a:ext uri="{FF2B5EF4-FFF2-40B4-BE49-F238E27FC236}">
                      <a16:creationId xmlns:a16="http://schemas.microsoft.com/office/drawing/2014/main" id="{89C5A5A2-4A36-5A8D-DB76-312DFCC9131C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4" name="Freeform 403">
                  <a:extLst>
                    <a:ext uri="{FF2B5EF4-FFF2-40B4-BE49-F238E27FC236}">
                      <a16:creationId xmlns:a16="http://schemas.microsoft.com/office/drawing/2014/main" id="{5366A4DE-AE56-1FB8-545F-6B9324653A23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5" name="Freeform 404">
                  <a:extLst>
                    <a:ext uri="{FF2B5EF4-FFF2-40B4-BE49-F238E27FC236}">
                      <a16:creationId xmlns:a16="http://schemas.microsoft.com/office/drawing/2014/main" id="{FC0E18D9-41DA-6667-56FF-67D1E8C97671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6" name="Freeform 405">
                  <a:extLst>
                    <a:ext uri="{FF2B5EF4-FFF2-40B4-BE49-F238E27FC236}">
                      <a16:creationId xmlns:a16="http://schemas.microsoft.com/office/drawing/2014/main" id="{EDB9C1AF-598D-2405-938D-C06F49C2E7E8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7" name="Freeform 406">
                  <a:extLst>
                    <a:ext uri="{FF2B5EF4-FFF2-40B4-BE49-F238E27FC236}">
                      <a16:creationId xmlns:a16="http://schemas.microsoft.com/office/drawing/2014/main" id="{CFBF7647-6070-7F91-2041-7A6A4D701A47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8" name="Freeform 407">
                  <a:extLst>
                    <a:ext uri="{FF2B5EF4-FFF2-40B4-BE49-F238E27FC236}">
                      <a16:creationId xmlns:a16="http://schemas.microsoft.com/office/drawing/2014/main" id="{65A1FA1E-B00A-C612-514C-D8C93A5549BD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9" name="Freeform 408">
                  <a:extLst>
                    <a:ext uri="{FF2B5EF4-FFF2-40B4-BE49-F238E27FC236}">
                      <a16:creationId xmlns:a16="http://schemas.microsoft.com/office/drawing/2014/main" id="{35BB120A-C6FB-C7C7-8EA4-743BE049DA36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0" name="Rectangle 409">
                  <a:extLst>
                    <a:ext uri="{FF2B5EF4-FFF2-40B4-BE49-F238E27FC236}">
                      <a16:creationId xmlns:a16="http://schemas.microsoft.com/office/drawing/2014/main" id="{A82AF722-FD98-CC86-EDB6-830C9D2FC485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1" name="Straight Connector 410">
                  <a:extLst>
                    <a:ext uri="{FF2B5EF4-FFF2-40B4-BE49-F238E27FC236}">
                      <a16:creationId xmlns:a16="http://schemas.microsoft.com/office/drawing/2014/main" id="{94818841-6CDD-0C9D-CF55-5111CA4211C8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128D71B7-AAAD-A779-1838-1D3A02C46D20}"/>
                  </a:ext>
                </a:extLst>
              </p:cNvPr>
              <p:cNvGrpSpPr/>
              <p:nvPr/>
            </p:nvGrpSpPr>
            <p:grpSpPr>
              <a:xfrm>
                <a:off x="4114799" y="7769944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310" name="Triangle 309">
                  <a:extLst>
                    <a:ext uri="{FF2B5EF4-FFF2-40B4-BE49-F238E27FC236}">
                      <a16:creationId xmlns:a16="http://schemas.microsoft.com/office/drawing/2014/main" id="{74B97C5E-CD39-53F4-C35C-0C26A3CBE7A9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11" name="TextBox 310">
                  <a:extLst>
                    <a:ext uri="{FF2B5EF4-FFF2-40B4-BE49-F238E27FC236}">
                      <a16:creationId xmlns:a16="http://schemas.microsoft.com/office/drawing/2014/main" id="{14E16F38-7651-8F8D-2E06-21DB2E018B14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70255DE2-C8FC-1CCB-212E-E4AB5D0F220A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3" name="Straight Connector 312">
                  <a:extLst>
                    <a:ext uri="{FF2B5EF4-FFF2-40B4-BE49-F238E27FC236}">
                      <a16:creationId xmlns:a16="http://schemas.microsoft.com/office/drawing/2014/main" id="{588E8B70-0931-44E6-28C4-B5383C72BD08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4" name="Oval 313">
                  <a:extLst>
                    <a:ext uri="{FF2B5EF4-FFF2-40B4-BE49-F238E27FC236}">
                      <a16:creationId xmlns:a16="http://schemas.microsoft.com/office/drawing/2014/main" id="{30114530-763D-31FE-D538-2550B5974DBA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5" name="TextBox 314">
                  <a:extLst>
                    <a:ext uri="{FF2B5EF4-FFF2-40B4-BE49-F238E27FC236}">
                      <a16:creationId xmlns:a16="http://schemas.microsoft.com/office/drawing/2014/main" id="{A9766398-921B-6C97-6BFD-8FE9362D313D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316" name="Oval 315">
                  <a:extLst>
                    <a:ext uri="{FF2B5EF4-FFF2-40B4-BE49-F238E27FC236}">
                      <a16:creationId xmlns:a16="http://schemas.microsoft.com/office/drawing/2014/main" id="{BF7A11FA-E62F-2A3A-C4A8-DE1D4F62D644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7" name="TextBox 316">
                  <a:extLst>
                    <a:ext uri="{FF2B5EF4-FFF2-40B4-BE49-F238E27FC236}">
                      <a16:creationId xmlns:a16="http://schemas.microsoft.com/office/drawing/2014/main" id="{B5BDF6FF-56D2-AB03-ABD7-339EFE12E036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318" name="Straight Connector 317">
                  <a:extLst>
                    <a:ext uri="{FF2B5EF4-FFF2-40B4-BE49-F238E27FC236}">
                      <a16:creationId xmlns:a16="http://schemas.microsoft.com/office/drawing/2014/main" id="{A772662A-8C1C-3B4F-6152-7B90FC201E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9" name="Straight Connector 318">
                  <a:extLst>
                    <a:ext uri="{FF2B5EF4-FFF2-40B4-BE49-F238E27FC236}">
                      <a16:creationId xmlns:a16="http://schemas.microsoft.com/office/drawing/2014/main" id="{086864DC-A00A-F7ED-3065-602AFC7F78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4" name="Freeform 383">
                  <a:extLst>
                    <a:ext uri="{FF2B5EF4-FFF2-40B4-BE49-F238E27FC236}">
                      <a16:creationId xmlns:a16="http://schemas.microsoft.com/office/drawing/2014/main" id="{ED368865-4784-A196-182F-74F570A27FC5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5" name="Freeform 384">
                  <a:extLst>
                    <a:ext uri="{FF2B5EF4-FFF2-40B4-BE49-F238E27FC236}">
                      <a16:creationId xmlns:a16="http://schemas.microsoft.com/office/drawing/2014/main" id="{5F71F01D-3714-2817-4ED3-A7D749399487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6" name="Freeform 385">
                  <a:extLst>
                    <a:ext uri="{FF2B5EF4-FFF2-40B4-BE49-F238E27FC236}">
                      <a16:creationId xmlns:a16="http://schemas.microsoft.com/office/drawing/2014/main" id="{D843D469-C403-89ED-2F3A-92DEDC641A01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7" name="Freeform 386">
                  <a:extLst>
                    <a:ext uri="{FF2B5EF4-FFF2-40B4-BE49-F238E27FC236}">
                      <a16:creationId xmlns:a16="http://schemas.microsoft.com/office/drawing/2014/main" id="{2691D78B-E94B-F20A-AE65-703AD6B98614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8" name="Freeform 387">
                  <a:extLst>
                    <a:ext uri="{FF2B5EF4-FFF2-40B4-BE49-F238E27FC236}">
                      <a16:creationId xmlns:a16="http://schemas.microsoft.com/office/drawing/2014/main" id="{246EB584-B07A-24F0-828C-0C72E4750BD6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9" name="Freeform 388">
                  <a:extLst>
                    <a:ext uri="{FF2B5EF4-FFF2-40B4-BE49-F238E27FC236}">
                      <a16:creationId xmlns:a16="http://schemas.microsoft.com/office/drawing/2014/main" id="{A0A70345-D1CA-9D49-6CC0-D643C485782F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0" name="Freeform 389">
                  <a:extLst>
                    <a:ext uri="{FF2B5EF4-FFF2-40B4-BE49-F238E27FC236}">
                      <a16:creationId xmlns:a16="http://schemas.microsoft.com/office/drawing/2014/main" id="{B545AA78-30C3-E4D6-4162-92D69A4BD664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1" name="Rectangle 390">
                  <a:extLst>
                    <a:ext uri="{FF2B5EF4-FFF2-40B4-BE49-F238E27FC236}">
                      <a16:creationId xmlns:a16="http://schemas.microsoft.com/office/drawing/2014/main" id="{716B0512-EA35-C9D8-0A4E-CAB1D53B35F6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2" name="Straight Connector 391">
                  <a:extLst>
                    <a:ext uri="{FF2B5EF4-FFF2-40B4-BE49-F238E27FC236}">
                      <a16:creationId xmlns:a16="http://schemas.microsoft.com/office/drawing/2014/main" id="{66608BFB-05FE-9CCF-DC7A-70152CFCD0C0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155AD0D3-24C6-DEC8-5724-1BBE38FB2BE8}"/>
                  </a:ext>
                </a:extLst>
              </p:cNvPr>
              <p:cNvGrpSpPr/>
              <p:nvPr/>
            </p:nvGrpSpPr>
            <p:grpSpPr>
              <a:xfrm>
                <a:off x="4109883" y="5710086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291" name="Triangle 290">
                  <a:extLst>
                    <a:ext uri="{FF2B5EF4-FFF2-40B4-BE49-F238E27FC236}">
                      <a16:creationId xmlns:a16="http://schemas.microsoft.com/office/drawing/2014/main" id="{B04E73FB-B863-30E3-EC57-4F0452CDE783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92" name="TextBox 291">
                  <a:extLst>
                    <a:ext uri="{FF2B5EF4-FFF2-40B4-BE49-F238E27FC236}">
                      <a16:creationId xmlns:a16="http://schemas.microsoft.com/office/drawing/2014/main" id="{30309AC1-93ED-342B-C328-E4FA05AA85B1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293" name="Rectangle 292">
                  <a:extLst>
                    <a:ext uri="{FF2B5EF4-FFF2-40B4-BE49-F238E27FC236}">
                      <a16:creationId xmlns:a16="http://schemas.microsoft.com/office/drawing/2014/main" id="{2DA41187-C76F-DC36-44B2-E844E1E78AA0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94" name="Straight Connector 293">
                  <a:extLst>
                    <a:ext uri="{FF2B5EF4-FFF2-40B4-BE49-F238E27FC236}">
                      <a16:creationId xmlns:a16="http://schemas.microsoft.com/office/drawing/2014/main" id="{919A2907-917C-E15E-3D70-23DA0A69877B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5" name="Oval 294">
                  <a:extLst>
                    <a:ext uri="{FF2B5EF4-FFF2-40B4-BE49-F238E27FC236}">
                      <a16:creationId xmlns:a16="http://schemas.microsoft.com/office/drawing/2014/main" id="{6F37CBF7-D771-BEF1-91FE-CA587C12FFF8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6" name="TextBox 295">
                  <a:extLst>
                    <a:ext uri="{FF2B5EF4-FFF2-40B4-BE49-F238E27FC236}">
                      <a16:creationId xmlns:a16="http://schemas.microsoft.com/office/drawing/2014/main" id="{839D6BC6-074F-0EE9-382F-1CE086224E13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297" name="Oval 296">
                  <a:extLst>
                    <a:ext uri="{FF2B5EF4-FFF2-40B4-BE49-F238E27FC236}">
                      <a16:creationId xmlns:a16="http://schemas.microsoft.com/office/drawing/2014/main" id="{1490F41A-6DC8-04F9-A185-98E01C921170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8" name="TextBox 297">
                  <a:extLst>
                    <a:ext uri="{FF2B5EF4-FFF2-40B4-BE49-F238E27FC236}">
                      <a16:creationId xmlns:a16="http://schemas.microsoft.com/office/drawing/2014/main" id="{4A0209A1-0BC7-BC0D-EA28-187A11568220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299" name="Straight Connector 298">
                  <a:extLst>
                    <a:ext uri="{FF2B5EF4-FFF2-40B4-BE49-F238E27FC236}">
                      <a16:creationId xmlns:a16="http://schemas.microsoft.com/office/drawing/2014/main" id="{2D104FB4-1083-0B2D-724B-0A11649F3B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0" name="Straight Connector 299">
                  <a:extLst>
                    <a:ext uri="{FF2B5EF4-FFF2-40B4-BE49-F238E27FC236}">
                      <a16:creationId xmlns:a16="http://schemas.microsoft.com/office/drawing/2014/main" id="{72C2BCFF-612F-28CF-3F04-FC2DA3584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1" name="Freeform 300">
                  <a:extLst>
                    <a:ext uri="{FF2B5EF4-FFF2-40B4-BE49-F238E27FC236}">
                      <a16:creationId xmlns:a16="http://schemas.microsoft.com/office/drawing/2014/main" id="{158D0ADB-3294-94FA-A1C3-E418644967DF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2" name="Freeform 301">
                  <a:extLst>
                    <a:ext uri="{FF2B5EF4-FFF2-40B4-BE49-F238E27FC236}">
                      <a16:creationId xmlns:a16="http://schemas.microsoft.com/office/drawing/2014/main" id="{F618139A-C7C0-7D20-1427-6679CA2C0E72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3" name="Freeform 302">
                  <a:extLst>
                    <a:ext uri="{FF2B5EF4-FFF2-40B4-BE49-F238E27FC236}">
                      <a16:creationId xmlns:a16="http://schemas.microsoft.com/office/drawing/2014/main" id="{B371F669-3CC1-EF88-FFB4-542D767BC0AB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4" name="Freeform 303">
                  <a:extLst>
                    <a:ext uri="{FF2B5EF4-FFF2-40B4-BE49-F238E27FC236}">
                      <a16:creationId xmlns:a16="http://schemas.microsoft.com/office/drawing/2014/main" id="{CE26AB28-A288-DD72-5780-7C6B3CAEC743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5" name="Freeform 304">
                  <a:extLst>
                    <a:ext uri="{FF2B5EF4-FFF2-40B4-BE49-F238E27FC236}">
                      <a16:creationId xmlns:a16="http://schemas.microsoft.com/office/drawing/2014/main" id="{727CDD02-50DA-AD9C-7280-82D2C005E564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6" name="Freeform 305">
                  <a:extLst>
                    <a:ext uri="{FF2B5EF4-FFF2-40B4-BE49-F238E27FC236}">
                      <a16:creationId xmlns:a16="http://schemas.microsoft.com/office/drawing/2014/main" id="{E5EAA796-25C7-A6F8-99D8-578E221D84C8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7" name="Freeform 306">
                  <a:extLst>
                    <a:ext uri="{FF2B5EF4-FFF2-40B4-BE49-F238E27FC236}">
                      <a16:creationId xmlns:a16="http://schemas.microsoft.com/office/drawing/2014/main" id="{4F0DE074-3D08-A907-243E-F086FDB1ED76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8" name="Rectangle 307">
                  <a:extLst>
                    <a:ext uri="{FF2B5EF4-FFF2-40B4-BE49-F238E27FC236}">
                      <a16:creationId xmlns:a16="http://schemas.microsoft.com/office/drawing/2014/main" id="{2D250E70-9CDF-9D1F-85C1-3BBF6AA9677F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09" name="Straight Connector 308">
                  <a:extLst>
                    <a:ext uri="{FF2B5EF4-FFF2-40B4-BE49-F238E27FC236}">
                      <a16:creationId xmlns:a16="http://schemas.microsoft.com/office/drawing/2014/main" id="{D3173D68-A378-ABC4-FDDF-CEDF6DDB8BCA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DC78B9C5-FB9B-2BEE-AD86-018772D5A44D}"/>
                  </a:ext>
                </a:extLst>
              </p:cNvPr>
              <p:cNvGrpSpPr/>
              <p:nvPr/>
            </p:nvGrpSpPr>
            <p:grpSpPr>
              <a:xfrm>
                <a:off x="457199" y="11879828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272" name="Triangle 271">
                  <a:extLst>
                    <a:ext uri="{FF2B5EF4-FFF2-40B4-BE49-F238E27FC236}">
                      <a16:creationId xmlns:a16="http://schemas.microsoft.com/office/drawing/2014/main" id="{47B239E2-F629-DC3C-5F6C-A4AE9A7103EE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7EA359A0-12F2-FE8C-BD06-8C3F2209E7DB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274" name="Rectangle 273">
                  <a:extLst>
                    <a:ext uri="{FF2B5EF4-FFF2-40B4-BE49-F238E27FC236}">
                      <a16:creationId xmlns:a16="http://schemas.microsoft.com/office/drawing/2014/main" id="{F2C07806-A830-1D52-9849-2CB57F83CD62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5" name="Straight Connector 274">
                  <a:extLst>
                    <a:ext uri="{FF2B5EF4-FFF2-40B4-BE49-F238E27FC236}">
                      <a16:creationId xmlns:a16="http://schemas.microsoft.com/office/drawing/2014/main" id="{A629D7AB-EB97-64F3-EE48-1FE0D3DDCB8D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6" name="Oval 275">
                  <a:extLst>
                    <a:ext uri="{FF2B5EF4-FFF2-40B4-BE49-F238E27FC236}">
                      <a16:creationId xmlns:a16="http://schemas.microsoft.com/office/drawing/2014/main" id="{AAEA994C-8841-D16A-C701-5F16685BD021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4AADC981-7ED8-5410-7BE2-E4AE49FB938B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278" name="Oval 277">
                  <a:extLst>
                    <a:ext uri="{FF2B5EF4-FFF2-40B4-BE49-F238E27FC236}">
                      <a16:creationId xmlns:a16="http://schemas.microsoft.com/office/drawing/2014/main" id="{593B6D99-5934-B236-9CAE-CD4A4CE3B46D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9" name="TextBox 278">
                  <a:extLst>
                    <a:ext uri="{FF2B5EF4-FFF2-40B4-BE49-F238E27FC236}">
                      <a16:creationId xmlns:a16="http://schemas.microsoft.com/office/drawing/2014/main" id="{B6977B8F-5DA5-942E-F8C0-A2927D700C4C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280" name="Straight Connector 279">
                  <a:extLst>
                    <a:ext uri="{FF2B5EF4-FFF2-40B4-BE49-F238E27FC236}">
                      <a16:creationId xmlns:a16="http://schemas.microsoft.com/office/drawing/2014/main" id="{430056FF-7ECB-A300-C61D-D9FA3156E2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Straight Connector 280">
                  <a:extLst>
                    <a:ext uri="{FF2B5EF4-FFF2-40B4-BE49-F238E27FC236}">
                      <a16:creationId xmlns:a16="http://schemas.microsoft.com/office/drawing/2014/main" id="{07EBDED1-319A-DCDC-3B19-9CCE71E672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2" name="Freeform 281">
                  <a:extLst>
                    <a:ext uri="{FF2B5EF4-FFF2-40B4-BE49-F238E27FC236}">
                      <a16:creationId xmlns:a16="http://schemas.microsoft.com/office/drawing/2014/main" id="{1902B84C-EB42-58AB-8069-599A2429AA36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3" name="Freeform 282">
                  <a:extLst>
                    <a:ext uri="{FF2B5EF4-FFF2-40B4-BE49-F238E27FC236}">
                      <a16:creationId xmlns:a16="http://schemas.microsoft.com/office/drawing/2014/main" id="{366A89B3-A445-AD42-20B8-5D7D248A4876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4" name="Freeform 283">
                  <a:extLst>
                    <a:ext uri="{FF2B5EF4-FFF2-40B4-BE49-F238E27FC236}">
                      <a16:creationId xmlns:a16="http://schemas.microsoft.com/office/drawing/2014/main" id="{69B664B2-B76D-36E0-0382-C732CC84E3B4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5" name="Freeform 284">
                  <a:extLst>
                    <a:ext uri="{FF2B5EF4-FFF2-40B4-BE49-F238E27FC236}">
                      <a16:creationId xmlns:a16="http://schemas.microsoft.com/office/drawing/2014/main" id="{8B900652-E7B8-8A6F-6578-28C61F7AF68C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6" name="Freeform 285">
                  <a:extLst>
                    <a:ext uri="{FF2B5EF4-FFF2-40B4-BE49-F238E27FC236}">
                      <a16:creationId xmlns:a16="http://schemas.microsoft.com/office/drawing/2014/main" id="{BDCC38E4-0DAD-4E5A-BEBE-9230217DE810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7" name="Freeform 286">
                  <a:extLst>
                    <a:ext uri="{FF2B5EF4-FFF2-40B4-BE49-F238E27FC236}">
                      <a16:creationId xmlns:a16="http://schemas.microsoft.com/office/drawing/2014/main" id="{B1EADE12-2B94-CE62-03D7-E7437275BB37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8" name="Freeform 287">
                  <a:extLst>
                    <a:ext uri="{FF2B5EF4-FFF2-40B4-BE49-F238E27FC236}">
                      <a16:creationId xmlns:a16="http://schemas.microsoft.com/office/drawing/2014/main" id="{226262E8-C6E5-E4FE-15CB-82C855C1F57F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9" name="Rectangle 288">
                  <a:extLst>
                    <a:ext uri="{FF2B5EF4-FFF2-40B4-BE49-F238E27FC236}">
                      <a16:creationId xmlns:a16="http://schemas.microsoft.com/office/drawing/2014/main" id="{8C5B0A51-CF02-383F-803C-09BF1D132095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90" name="Straight Connector 289">
                  <a:extLst>
                    <a:ext uri="{FF2B5EF4-FFF2-40B4-BE49-F238E27FC236}">
                      <a16:creationId xmlns:a16="http://schemas.microsoft.com/office/drawing/2014/main" id="{B8C6D0BC-E6B2-2CE5-C620-EE66EE9504B8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FEFC7920-A8EE-B0E9-13E0-C5C0F581B9D1}"/>
                  </a:ext>
                </a:extLst>
              </p:cNvPr>
              <p:cNvGrpSpPr/>
              <p:nvPr/>
            </p:nvGrpSpPr>
            <p:grpSpPr>
              <a:xfrm>
                <a:off x="452282" y="9829802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692" name="Triangle 691">
                  <a:extLst>
                    <a:ext uri="{FF2B5EF4-FFF2-40B4-BE49-F238E27FC236}">
                      <a16:creationId xmlns:a16="http://schemas.microsoft.com/office/drawing/2014/main" id="{FAA435B1-CDCA-1977-6CAA-0F2CEB057474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9D19078C-6EF8-F8D7-AC09-83307AF0955D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694" name="Rectangle 693">
                  <a:extLst>
                    <a:ext uri="{FF2B5EF4-FFF2-40B4-BE49-F238E27FC236}">
                      <a16:creationId xmlns:a16="http://schemas.microsoft.com/office/drawing/2014/main" id="{ED9F287E-2C5A-2829-F81F-37558B726FCF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95" name="Straight Connector 694">
                  <a:extLst>
                    <a:ext uri="{FF2B5EF4-FFF2-40B4-BE49-F238E27FC236}">
                      <a16:creationId xmlns:a16="http://schemas.microsoft.com/office/drawing/2014/main" id="{EA273519-6E3F-C34C-C8F7-6B966E967707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96" name="Oval 695">
                  <a:extLst>
                    <a:ext uri="{FF2B5EF4-FFF2-40B4-BE49-F238E27FC236}">
                      <a16:creationId xmlns:a16="http://schemas.microsoft.com/office/drawing/2014/main" id="{79277088-DD4B-1E5D-7B55-0A22751683A4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7" name="TextBox 696">
                  <a:extLst>
                    <a:ext uri="{FF2B5EF4-FFF2-40B4-BE49-F238E27FC236}">
                      <a16:creationId xmlns:a16="http://schemas.microsoft.com/office/drawing/2014/main" id="{7D5EC5DB-0C68-C47D-BDC3-67EA71865EAD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698" name="Oval 697">
                  <a:extLst>
                    <a:ext uri="{FF2B5EF4-FFF2-40B4-BE49-F238E27FC236}">
                      <a16:creationId xmlns:a16="http://schemas.microsoft.com/office/drawing/2014/main" id="{125F7E40-B06F-6476-805E-3CB2F1745093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9" name="TextBox 698">
                  <a:extLst>
                    <a:ext uri="{FF2B5EF4-FFF2-40B4-BE49-F238E27FC236}">
                      <a16:creationId xmlns:a16="http://schemas.microsoft.com/office/drawing/2014/main" id="{1658104F-ADC6-5E74-730D-2329184F3874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700" name="Straight Connector 699">
                  <a:extLst>
                    <a:ext uri="{FF2B5EF4-FFF2-40B4-BE49-F238E27FC236}">
                      <a16:creationId xmlns:a16="http://schemas.microsoft.com/office/drawing/2014/main" id="{937329EF-4BC6-373A-FA3D-E1F2378934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1" name="Straight Connector 700">
                  <a:extLst>
                    <a:ext uri="{FF2B5EF4-FFF2-40B4-BE49-F238E27FC236}">
                      <a16:creationId xmlns:a16="http://schemas.microsoft.com/office/drawing/2014/main" id="{4CBDD80A-B769-E967-3855-C618990AEF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02" name="Freeform 701">
                  <a:extLst>
                    <a:ext uri="{FF2B5EF4-FFF2-40B4-BE49-F238E27FC236}">
                      <a16:creationId xmlns:a16="http://schemas.microsoft.com/office/drawing/2014/main" id="{74A48310-3040-1282-64FE-0A66BC10973E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3" name="Freeform 702">
                  <a:extLst>
                    <a:ext uri="{FF2B5EF4-FFF2-40B4-BE49-F238E27FC236}">
                      <a16:creationId xmlns:a16="http://schemas.microsoft.com/office/drawing/2014/main" id="{2DE06A9E-D770-FCFB-70A0-86C8FCEFF759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5" name="Freeform 264">
                  <a:extLst>
                    <a:ext uri="{FF2B5EF4-FFF2-40B4-BE49-F238E27FC236}">
                      <a16:creationId xmlns:a16="http://schemas.microsoft.com/office/drawing/2014/main" id="{BC559EBE-5C18-4587-3C7D-5BD988DC78C0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6" name="Freeform 265">
                  <a:extLst>
                    <a:ext uri="{FF2B5EF4-FFF2-40B4-BE49-F238E27FC236}">
                      <a16:creationId xmlns:a16="http://schemas.microsoft.com/office/drawing/2014/main" id="{A65BBA3C-A014-926E-55DD-7E6C044331D5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7" name="Freeform 266">
                  <a:extLst>
                    <a:ext uri="{FF2B5EF4-FFF2-40B4-BE49-F238E27FC236}">
                      <a16:creationId xmlns:a16="http://schemas.microsoft.com/office/drawing/2014/main" id="{5E98B391-5C5B-2673-8B62-0DC1286A9F8E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8" name="Freeform 267">
                  <a:extLst>
                    <a:ext uri="{FF2B5EF4-FFF2-40B4-BE49-F238E27FC236}">
                      <a16:creationId xmlns:a16="http://schemas.microsoft.com/office/drawing/2014/main" id="{B15D72D8-B252-A186-6C98-860438859E7B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9" name="Freeform 268">
                  <a:extLst>
                    <a:ext uri="{FF2B5EF4-FFF2-40B4-BE49-F238E27FC236}">
                      <a16:creationId xmlns:a16="http://schemas.microsoft.com/office/drawing/2014/main" id="{B3E2A826-74BA-84FF-E1EA-A1B4E3414EC5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0" name="Rectangle 269">
                  <a:extLst>
                    <a:ext uri="{FF2B5EF4-FFF2-40B4-BE49-F238E27FC236}">
                      <a16:creationId xmlns:a16="http://schemas.microsoft.com/office/drawing/2014/main" id="{CF6340AA-F3BD-F001-D5C5-6A735E9E0543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1" name="Straight Connector 270">
                  <a:extLst>
                    <a:ext uri="{FF2B5EF4-FFF2-40B4-BE49-F238E27FC236}">
                      <a16:creationId xmlns:a16="http://schemas.microsoft.com/office/drawing/2014/main" id="{0293ACB8-581C-240D-3A3A-CFE2F0A1914E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ECA1FE53-B098-C994-4F32-2F83C33AD89D}"/>
                  </a:ext>
                </a:extLst>
              </p:cNvPr>
              <p:cNvGrpSpPr/>
              <p:nvPr/>
            </p:nvGrpSpPr>
            <p:grpSpPr>
              <a:xfrm>
                <a:off x="457198" y="7769944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673" name="Triangle 672">
                  <a:extLst>
                    <a:ext uri="{FF2B5EF4-FFF2-40B4-BE49-F238E27FC236}">
                      <a16:creationId xmlns:a16="http://schemas.microsoft.com/office/drawing/2014/main" id="{6666F3D8-8BEE-3DE4-CD50-2E291DC2A632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74" name="TextBox 673">
                  <a:extLst>
                    <a:ext uri="{FF2B5EF4-FFF2-40B4-BE49-F238E27FC236}">
                      <a16:creationId xmlns:a16="http://schemas.microsoft.com/office/drawing/2014/main" id="{1ADC3EDF-A9BB-9922-466C-4AD54F7DCF31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675" name="Rectangle 674">
                  <a:extLst>
                    <a:ext uri="{FF2B5EF4-FFF2-40B4-BE49-F238E27FC236}">
                      <a16:creationId xmlns:a16="http://schemas.microsoft.com/office/drawing/2014/main" id="{EB50B3FF-C8F6-382F-3FEA-70840CA366A2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76" name="Straight Connector 675">
                  <a:extLst>
                    <a:ext uri="{FF2B5EF4-FFF2-40B4-BE49-F238E27FC236}">
                      <a16:creationId xmlns:a16="http://schemas.microsoft.com/office/drawing/2014/main" id="{5BA561F2-6206-F9EE-D940-5FCAC6BAC99A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77" name="Oval 676">
                  <a:extLst>
                    <a:ext uri="{FF2B5EF4-FFF2-40B4-BE49-F238E27FC236}">
                      <a16:creationId xmlns:a16="http://schemas.microsoft.com/office/drawing/2014/main" id="{CBABDDA5-DFD4-2B43-32F4-C30331778909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8" name="TextBox 677">
                  <a:extLst>
                    <a:ext uri="{FF2B5EF4-FFF2-40B4-BE49-F238E27FC236}">
                      <a16:creationId xmlns:a16="http://schemas.microsoft.com/office/drawing/2014/main" id="{FFAC84AF-36E0-CDB1-A614-9E3AFFF016BA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679" name="Oval 678">
                  <a:extLst>
                    <a:ext uri="{FF2B5EF4-FFF2-40B4-BE49-F238E27FC236}">
                      <a16:creationId xmlns:a16="http://schemas.microsoft.com/office/drawing/2014/main" id="{10B28FAF-C029-29A1-DF97-C92FFAA21576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0" name="TextBox 679">
                  <a:extLst>
                    <a:ext uri="{FF2B5EF4-FFF2-40B4-BE49-F238E27FC236}">
                      <a16:creationId xmlns:a16="http://schemas.microsoft.com/office/drawing/2014/main" id="{ADB90F05-8031-DD5C-F5F5-A40D40BD8E84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681" name="Straight Connector 680">
                  <a:extLst>
                    <a:ext uri="{FF2B5EF4-FFF2-40B4-BE49-F238E27FC236}">
                      <a16:creationId xmlns:a16="http://schemas.microsoft.com/office/drawing/2014/main" id="{78DB51E2-21D7-BB0E-9B90-98895A875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2" name="Straight Connector 681">
                  <a:extLst>
                    <a:ext uri="{FF2B5EF4-FFF2-40B4-BE49-F238E27FC236}">
                      <a16:creationId xmlns:a16="http://schemas.microsoft.com/office/drawing/2014/main" id="{0685CBC5-64B9-F80A-F7B9-839D278E90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83" name="Freeform 682">
                  <a:extLst>
                    <a:ext uri="{FF2B5EF4-FFF2-40B4-BE49-F238E27FC236}">
                      <a16:creationId xmlns:a16="http://schemas.microsoft.com/office/drawing/2014/main" id="{887DBBF3-9FAA-7186-6956-F5DC5489C7E6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4" name="Freeform 683">
                  <a:extLst>
                    <a:ext uri="{FF2B5EF4-FFF2-40B4-BE49-F238E27FC236}">
                      <a16:creationId xmlns:a16="http://schemas.microsoft.com/office/drawing/2014/main" id="{4010B514-7DBF-491A-6682-4F5B48C43BD7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5" name="Freeform 684">
                  <a:extLst>
                    <a:ext uri="{FF2B5EF4-FFF2-40B4-BE49-F238E27FC236}">
                      <a16:creationId xmlns:a16="http://schemas.microsoft.com/office/drawing/2014/main" id="{3F55A045-6A89-5740-6FF1-A587249AF732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6" name="Freeform 685">
                  <a:extLst>
                    <a:ext uri="{FF2B5EF4-FFF2-40B4-BE49-F238E27FC236}">
                      <a16:creationId xmlns:a16="http://schemas.microsoft.com/office/drawing/2014/main" id="{15E92C56-51D1-0A27-B6E5-C13E1FED0A7D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7" name="Freeform 686">
                  <a:extLst>
                    <a:ext uri="{FF2B5EF4-FFF2-40B4-BE49-F238E27FC236}">
                      <a16:creationId xmlns:a16="http://schemas.microsoft.com/office/drawing/2014/main" id="{D7FDF960-AC93-B30D-363A-73564B2287BB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8" name="Freeform 687">
                  <a:extLst>
                    <a:ext uri="{FF2B5EF4-FFF2-40B4-BE49-F238E27FC236}">
                      <a16:creationId xmlns:a16="http://schemas.microsoft.com/office/drawing/2014/main" id="{D3605485-64F3-F7AF-8122-8B9B42134B32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9" name="Freeform 688">
                  <a:extLst>
                    <a:ext uri="{FF2B5EF4-FFF2-40B4-BE49-F238E27FC236}">
                      <a16:creationId xmlns:a16="http://schemas.microsoft.com/office/drawing/2014/main" id="{07E79EE0-C5A2-07F4-ABA9-17DD5F1F16E1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0" name="Rectangle 689">
                  <a:extLst>
                    <a:ext uri="{FF2B5EF4-FFF2-40B4-BE49-F238E27FC236}">
                      <a16:creationId xmlns:a16="http://schemas.microsoft.com/office/drawing/2014/main" id="{F0852E5D-0850-FA8F-AB01-6717F5DE55E5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91" name="Straight Connector 690">
                  <a:extLst>
                    <a:ext uri="{FF2B5EF4-FFF2-40B4-BE49-F238E27FC236}">
                      <a16:creationId xmlns:a16="http://schemas.microsoft.com/office/drawing/2014/main" id="{99C76A72-2E00-5991-7F16-3999B9C71F68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E2B9F1F7-F14E-9B57-687E-75C84A8A0216}"/>
                  </a:ext>
                </a:extLst>
              </p:cNvPr>
              <p:cNvGrpSpPr/>
              <p:nvPr/>
            </p:nvGrpSpPr>
            <p:grpSpPr>
              <a:xfrm>
                <a:off x="452283" y="5710086"/>
                <a:ext cx="2057997" cy="1624915"/>
                <a:chOff x="7772400" y="5715002"/>
                <a:chExt cx="2057997" cy="1624915"/>
              </a:xfrm>
            </p:grpSpPr>
            <p:sp>
              <p:nvSpPr>
                <p:cNvPr id="130" name="Triangle 129">
                  <a:extLst>
                    <a:ext uri="{FF2B5EF4-FFF2-40B4-BE49-F238E27FC236}">
                      <a16:creationId xmlns:a16="http://schemas.microsoft.com/office/drawing/2014/main" id="{C0824CB6-EB23-6F45-24AE-85010DCE9CBF}"/>
                    </a:ext>
                  </a:extLst>
                </p:cNvPr>
                <p:cNvSpPr/>
                <p:nvPr/>
              </p:nvSpPr>
              <p:spPr>
                <a:xfrm>
                  <a:off x="8741527" y="6468272"/>
                  <a:ext cx="620974" cy="515999"/>
                </a:xfrm>
                <a:prstGeom prst="triangle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5EAB239-A78A-17EA-8510-58B8F22B4EFA}"/>
                    </a:ext>
                  </a:extLst>
                </p:cNvPr>
                <p:cNvSpPr txBox="1"/>
                <p:nvPr/>
              </p:nvSpPr>
              <p:spPr>
                <a:xfrm>
                  <a:off x="8827224" y="67072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03CE00"/>
                      </a:solidFill>
                    </a:rPr>
                    <a:t>Exc</a:t>
                  </a:r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9C90637E-525A-50CC-87D6-B8B97868A58A}"/>
                    </a:ext>
                  </a:extLst>
                </p:cNvPr>
                <p:cNvSpPr/>
                <p:nvPr/>
              </p:nvSpPr>
              <p:spPr>
                <a:xfrm>
                  <a:off x="9006294" y="5947691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8DE8DCEA-EC7A-0FE2-F814-CF13AC39D503}"/>
                    </a:ext>
                  </a:extLst>
                </p:cNvPr>
                <p:cNvCxnSpPr/>
                <p:nvPr/>
              </p:nvCxnSpPr>
              <p:spPr>
                <a:xfrm>
                  <a:off x="9052014" y="6374411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1" name="Oval 140">
                  <a:extLst>
                    <a:ext uri="{FF2B5EF4-FFF2-40B4-BE49-F238E27FC236}">
                      <a16:creationId xmlns:a16="http://schemas.microsoft.com/office/drawing/2014/main" id="{98C8680C-3317-AA56-7FC8-2BC3035C792F}"/>
                    </a:ext>
                  </a:extLst>
                </p:cNvPr>
                <p:cNvSpPr/>
                <p:nvPr/>
              </p:nvSpPr>
              <p:spPr>
                <a:xfrm>
                  <a:off x="8096699" y="6610890"/>
                  <a:ext cx="377190" cy="373380"/>
                </a:xfrm>
                <a:prstGeom prst="ellipse">
                  <a:avLst/>
                </a:prstGeom>
                <a:solidFill>
                  <a:srgbClr val="8B0000">
                    <a:alpha val="29000"/>
                  </a:srgbClr>
                </a:solidFill>
                <a:ln w="31750">
                  <a:solidFill>
                    <a:srgbClr val="8B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B1D87703-6D8E-A769-F95D-D7B326C20970}"/>
                    </a:ext>
                  </a:extLst>
                </p:cNvPr>
                <p:cNvSpPr txBox="1"/>
                <p:nvPr/>
              </p:nvSpPr>
              <p:spPr>
                <a:xfrm>
                  <a:off x="8060504" y="6659081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8B0000"/>
                      </a:solidFill>
                    </a:rPr>
                    <a:t>PV</a:t>
                  </a:r>
                </a:p>
              </p:txBody>
            </p:sp>
            <p:sp>
              <p:nvSpPr>
                <p:cNvPr id="143" name="Oval 142">
                  <a:extLst>
                    <a:ext uri="{FF2B5EF4-FFF2-40B4-BE49-F238E27FC236}">
                      <a16:creationId xmlns:a16="http://schemas.microsoft.com/office/drawing/2014/main" id="{7DC9AA0B-978B-9FE1-8232-AB87F02821EC}"/>
                    </a:ext>
                  </a:extLst>
                </p:cNvPr>
                <p:cNvSpPr/>
                <p:nvPr/>
              </p:nvSpPr>
              <p:spPr>
                <a:xfrm>
                  <a:off x="8096699" y="5943881"/>
                  <a:ext cx="377190" cy="373380"/>
                </a:xfrm>
                <a:prstGeom prst="ellipse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0">
                  <a:solidFill>
                    <a:srgbClr val="9932C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69CF230F-9DC6-563E-9868-BE7AA6BB5C58}"/>
                    </a:ext>
                  </a:extLst>
                </p:cNvPr>
                <p:cNvSpPr txBox="1"/>
                <p:nvPr/>
              </p:nvSpPr>
              <p:spPr>
                <a:xfrm>
                  <a:off x="8060504" y="5992072"/>
                  <a:ext cx="44958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200" b="1" dirty="0">
                      <a:solidFill>
                        <a:srgbClr val="9932CC"/>
                      </a:solidFill>
                    </a:rPr>
                    <a:t>SST</a:t>
                  </a:r>
                </a:p>
              </p:txBody>
            </p: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6A7AB6B9-3A94-9365-B00B-BDE4496769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4" y="6134381"/>
                  <a:ext cx="453390" cy="0"/>
                </a:xfrm>
                <a:prstGeom prst="line">
                  <a:avLst/>
                </a:prstGeom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E6E48FEB-9C91-ADDD-5A65-9092A9496E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461465" y="6797321"/>
                  <a:ext cx="280063" cy="0"/>
                </a:xfrm>
                <a:prstGeom prst="line">
                  <a:avLst/>
                </a:prstGeom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5" name="Freeform 164">
                  <a:extLst>
                    <a:ext uri="{FF2B5EF4-FFF2-40B4-BE49-F238E27FC236}">
                      <a16:creationId xmlns:a16="http://schemas.microsoft.com/office/drawing/2014/main" id="{F651DA89-0C2F-0FBF-1C66-31BC73590E8B}"/>
                    </a:ext>
                  </a:extLst>
                </p:cNvPr>
                <p:cNvSpPr/>
                <p:nvPr/>
              </p:nvSpPr>
              <p:spPr>
                <a:xfrm>
                  <a:off x="8097438" y="5715002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9932CC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 176">
                  <a:extLst>
                    <a:ext uri="{FF2B5EF4-FFF2-40B4-BE49-F238E27FC236}">
                      <a16:creationId xmlns:a16="http://schemas.microsoft.com/office/drawing/2014/main" id="{BF8DA2E6-B260-9A3A-FD7D-C29F6F305761}"/>
                    </a:ext>
                  </a:extLst>
                </p:cNvPr>
                <p:cNvSpPr/>
                <p:nvPr/>
              </p:nvSpPr>
              <p:spPr>
                <a:xfrm>
                  <a:off x="8123972" y="6387477"/>
                  <a:ext cx="323805" cy="232948"/>
                </a:xfrm>
                <a:custGeom>
                  <a:avLst/>
                  <a:gdLst>
                    <a:gd name="connsiteX0" fmla="*/ 101137 w 323805"/>
                    <a:gd name="connsiteY0" fmla="*/ 232948 h 232948"/>
                    <a:gd name="connsiteX1" fmla="*/ 9697 w 323805"/>
                    <a:gd name="connsiteY1" fmla="*/ 34828 h 232948"/>
                    <a:gd name="connsiteX2" fmla="*/ 306877 w 323805"/>
                    <a:gd name="connsiteY2" fmla="*/ 11968 h 232948"/>
                    <a:gd name="connsiteX3" fmla="*/ 261157 w 323805"/>
                    <a:gd name="connsiteY3" fmla="*/ 164368 h 2329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23805" h="232948">
                      <a:moveTo>
                        <a:pt x="101137" y="232948"/>
                      </a:moveTo>
                      <a:cubicBezTo>
                        <a:pt x="38272" y="152303"/>
                        <a:pt x="-24593" y="71658"/>
                        <a:pt x="9697" y="34828"/>
                      </a:cubicBezTo>
                      <a:cubicBezTo>
                        <a:pt x="43987" y="-2002"/>
                        <a:pt x="264967" y="-9622"/>
                        <a:pt x="306877" y="11968"/>
                      </a:cubicBezTo>
                      <a:cubicBezTo>
                        <a:pt x="348787" y="33558"/>
                        <a:pt x="304972" y="98963"/>
                        <a:pt x="261157" y="164368"/>
                      </a:cubicBezTo>
                    </a:path>
                  </a:pathLst>
                </a:custGeom>
                <a:noFill/>
                <a:ln w="31750" cap="flat">
                  <a:solidFill>
                    <a:srgbClr val="8B0000"/>
                  </a:solidFill>
                  <a:prstDash val="sysDash"/>
                  <a:miter lim="800000"/>
                  <a:tailEnd type="oval" w="lg" len="lg"/>
                  <a:extLst>
                    <a:ext uri="{C807C97D-BFC1-408E-A445-0C87EB9F89A2}">
                      <ask:lineSketchStyleProps xmlns:ask="http://schemas.microsoft.com/office/drawing/2018/sketchyshapes" sd="1219033472">
                        <a:custGeom>
                          <a:avLst/>
                          <a:gdLst>
                            <a:gd name="connsiteX0" fmla="*/ 101137 w 323805"/>
                            <a:gd name="connsiteY0" fmla="*/ 232948 h 232948"/>
                            <a:gd name="connsiteX1" fmla="*/ 9697 w 323805"/>
                            <a:gd name="connsiteY1" fmla="*/ 34828 h 232948"/>
                            <a:gd name="connsiteX2" fmla="*/ 306877 w 323805"/>
                            <a:gd name="connsiteY2" fmla="*/ 11968 h 232948"/>
                            <a:gd name="connsiteX3" fmla="*/ 261157 w 323805"/>
                            <a:gd name="connsiteY3" fmla="*/ 164368 h 232948"/>
                          </a:gdLst>
                          <a:ahLst/>
                          <a:cxnLst>
                            <a:cxn ang="0">
                              <a:pos x="connsiteX0" y="connsiteY0"/>
                            </a:cxn>
                            <a:cxn ang="0">
                              <a:pos x="connsiteX1" y="connsiteY1"/>
                            </a:cxn>
                            <a:cxn ang="0">
                              <a:pos x="connsiteX2" y="connsiteY2"/>
                            </a:cxn>
                            <a:cxn ang="0">
                              <a:pos x="connsiteX3" y="connsiteY3"/>
                            </a:cxn>
                          </a:cxnLst>
                          <a:rect l="l" t="t" r="r" b="b"/>
                          <a:pathLst>
                            <a:path w="323805" h="232948" extrusionOk="0">
                              <a:moveTo>
                                <a:pt x="101137" y="232948"/>
                              </a:moveTo>
                              <a:cubicBezTo>
                                <a:pt x="30840" y="147719"/>
                                <a:pt x="-32629" y="74674"/>
                                <a:pt x="9697" y="34828"/>
                              </a:cubicBezTo>
                              <a:cubicBezTo>
                                <a:pt x="52945" y="-116"/>
                                <a:pt x="262791" y="-9553"/>
                                <a:pt x="306877" y="11968"/>
                              </a:cubicBezTo>
                              <a:cubicBezTo>
                                <a:pt x="343803" y="38425"/>
                                <a:pt x="304641" y="100793"/>
                                <a:pt x="261157" y="164368"/>
                              </a:cubicBezTo>
                            </a:path>
                          </a:pathLst>
                        </a:custGeom>
                        <ask:type>
                          <ask:lineSketchNon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5" name="Freeform 664">
                  <a:extLst>
                    <a:ext uri="{FF2B5EF4-FFF2-40B4-BE49-F238E27FC236}">
                      <a16:creationId xmlns:a16="http://schemas.microsoft.com/office/drawing/2014/main" id="{CF3F890F-08DF-9DEB-DD51-6A245B074545}"/>
                    </a:ext>
                  </a:extLst>
                </p:cNvPr>
                <p:cNvSpPr/>
                <p:nvPr/>
              </p:nvSpPr>
              <p:spPr>
                <a:xfrm>
                  <a:off x="8457655" y="6298470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8B0000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7" name="Freeform 666">
                  <a:extLst>
                    <a:ext uri="{FF2B5EF4-FFF2-40B4-BE49-F238E27FC236}">
                      <a16:creationId xmlns:a16="http://schemas.microsoft.com/office/drawing/2014/main" id="{6539D8FE-A130-9946-78F7-D3B9D38B0EC9}"/>
                    </a:ext>
                  </a:extLst>
                </p:cNvPr>
                <p:cNvSpPr/>
                <p:nvPr/>
              </p:nvSpPr>
              <p:spPr>
                <a:xfrm rot="10800000">
                  <a:off x="7968676" y="6207029"/>
                  <a:ext cx="137939" cy="403860"/>
                </a:xfrm>
                <a:custGeom>
                  <a:avLst/>
                  <a:gdLst>
                    <a:gd name="connsiteX0" fmla="*/ 0 w 137939"/>
                    <a:gd name="connsiteY0" fmla="*/ 403860 h 403860"/>
                    <a:gd name="connsiteX1" fmla="*/ 137160 w 137939"/>
                    <a:gd name="connsiteY1" fmla="*/ 175260 h 403860"/>
                    <a:gd name="connsiteX2" fmla="*/ 45720 w 137939"/>
                    <a:gd name="connsiteY2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7939" h="403860">
                      <a:moveTo>
                        <a:pt x="0" y="403860"/>
                      </a:moveTo>
                      <a:cubicBezTo>
                        <a:pt x="64770" y="323215"/>
                        <a:pt x="129540" y="242570"/>
                        <a:pt x="137160" y="175260"/>
                      </a:cubicBezTo>
                      <a:cubicBezTo>
                        <a:pt x="144780" y="107950"/>
                        <a:pt x="95250" y="53975"/>
                        <a:pt x="45720" y="0"/>
                      </a:cubicBezTo>
                    </a:path>
                  </a:pathLst>
                </a:custGeom>
                <a:noFill/>
                <a:ln w="31750">
                  <a:solidFill>
                    <a:srgbClr val="9932CC"/>
                  </a:solidFill>
                  <a:prstDash val="sysDash"/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8" name="Freeform 667">
                  <a:extLst>
                    <a:ext uri="{FF2B5EF4-FFF2-40B4-BE49-F238E27FC236}">
                      <a16:creationId xmlns:a16="http://schemas.microsoft.com/office/drawing/2014/main" id="{AE56035E-F182-8BBF-79DD-8DEC297DFD7C}"/>
                    </a:ext>
                  </a:extLst>
                </p:cNvPr>
                <p:cNvSpPr/>
                <p:nvPr/>
              </p:nvSpPr>
              <p:spPr>
                <a:xfrm>
                  <a:off x="8164134" y="6999511"/>
                  <a:ext cx="1027904" cy="326579"/>
                </a:xfrm>
                <a:custGeom>
                  <a:avLst/>
                  <a:gdLst>
                    <a:gd name="connsiteX0" fmla="*/ 1009800 w 1027904"/>
                    <a:gd name="connsiteY0" fmla="*/ 0 h 451067"/>
                    <a:gd name="connsiteX1" fmla="*/ 910740 w 1027904"/>
                    <a:gd name="connsiteY1" fmla="*/ 403860 h 451067"/>
                    <a:gd name="connsiteX2" fmla="*/ 125880 w 1027904"/>
                    <a:gd name="connsiteY2" fmla="*/ 403860 h 451067"/>
                    <a:gd name="connsiteX3" fmla="*/ 11580 w 1027904"/>
                    <a:gd name="connsiteY3" fmla="*/ 53340 h 451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027904" h="451067">
                      <a:moveTo>
                        <a:pt x="1009800" y="0"/>
                      </a:moveTo>
                      <a:cubicBezTo>
                        <a:pt x="1033930" y="168275"/>
                        <a:pt x="1058060" y="336550"/>
                        <a:pt x="910740" y="403860"/>
                      </a:cubicBezTo>
                      <a:cubicBezTo>
                        <a:pt x="763420" y="471170"/>
                        <a:pt x="275740" y="462280"/>
                        <a:pt x="125880" y="403860"/>
                      </a:cubicBezTo>
                      <a:cubicBezTo>
                        <a:pt x="-23980" y="345440"/>
                        <a:pt x="-6200" y="199390"/>
                        <a:pt x="11580" y="5334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9" name="Freeform 668">
                  <a:extLst>
                    <a:ext uri="{FF2B5EF4-FFF2-40B4-BE49-F238E27FC236}">
                      <a16:creationId xmlns:a16="http://schemas.microsoft.com/office/drawing/2014/main" id="{48996155-01BE-1DEE-ADF6-A0E7BF8134D6}"/>
                    </a:ext>
                  </a:extLst>
                </p:cNvPr>
                <p:cNvSpPr/>
                <p:nvPr/>
              </p:nvSpPr>
              <p:spPr>
                <a:xfrm rot="21063102" flipH="1">
                  <a:off x="9169506" y="7222496"/>
                  <a:ext cx="323607" cy="117421"/>
                </a:xfrm>
                <a:custGeom>
                  <a:avLst/>
                  <a:gdLst>
                    <a:gd name="connsiteX0" fmla="*/ 213360 w 213360"/>
                    <a:gd name="connsiteY0" fmla="*/ 83820 h 91885"/>
                    <a:gd name="connsiteX1" fmla="*/ 30480 w 213360"/>
                    <a:gd name="connsiteY1" fmla="*/ 83820 h 91885"/>
                    <a:gd name="connsiteX2" fmla="*/ 0 w 213360"/>
                    <a:gd name="connsiteY2" fmla="*/ 0 h 91885"/>
                    <a:gd name="connsiteX0" fmla="*/ 251656 w 251656"/>
                    <a:gd name="connsiteY0" fmla="*/ 83820 h 185862"/>
                    <a:gd name="connsiteX1" fmla="*/ 10410 w 251656"/>
                    <a:gd name="connsiteY1" fmla="*/ 184615 h 185862"/>
                    <a:gd name="connsiteX2" fmla="*/ 38296 w 251656"/>
                    <a:gd name="connsiteY2" fmla="*/ 0 h 185862"/>
                    <a:gd name="connsiteX0" fmla="*/ 349547 w 349547"/>
                    <a:gd name="connsiteY0" fmla="*/ 14855 h 116897"/>
                    <a:gd name="connsiteX1" fmla="*/ 108301 w 349547"/>
                    <a:gd name="connsiteY1" fmla="*/ 115650 h 116897"/>
                    <a:gd name="connsiteX2" fmla="*/ 0 w 349547"/>
                    <a:gd name="connsiteY2" fmla="*/ 0 h 116897"/>
                    <a:gd name="connsiteX0" fmla="*/ 323607 w 323607"/>
                    <a:gd name="connsiteY0" fmla="*/ 0 h 102042"/>
                    <a:gd name="connsiteX1" fmla="*/ 82361 w 323607"/>
                    <a:gd name="connsiteY1" fmla="*/ 100795 h 102042"/>
                    <a:gd name="connsiteX2" fmla="*/ 0 w 323607"/>
                    <a:gd name="connsiteY2" fmla="*/ 22280 h 102042"/>
                    <a:gd name="connsiteX0" fmla="*/ 323607 w 323607"/>
                    <a:gd name="connsiteY0" fmla="*/ 0 h 91556"/>
                    <a:gd name="connsiteX1" fmla="*/ 173153 w 323607"/>
                    <a:gd name="connsiteY1" fmla="*/ 90185 h 91556"/>
                    <a:gd name="connsiteX2" fmla="*/ 0 w 323607"/>
                    <a:gd name="connsiteY2" fmla="*/ 22280 h 91556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  <a:gd name="connsiteX0" fmla="*/ 323607 w 323607"/>
                    <a:gd name="connsiteY0" fmla="*/ 0 h 96054"/>
                    <a:gd name="connsiteX1" fmla="*/ 173153 w 323607"/>
                    <a:gd name="connsiteY1" fmla="*/ 90185 h 96054"/>
                    <a:gd name="connsiteX2" fmla="*/ 0 w 323607"/>
                    <a:gd name="connsiteY2" fmla="*/ 22280 h 9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323607" h="96054">
                      <a:moveTo>
                        <a:pt x="323607" y="0"/>
                      </a:moveTo>
                      <a:cubicBezTo>
                        <a:pt x="249947" y="6985"/>
                        <a:pt x="247623" y="88240"/>
                        <a:pt x="173153" y="90185"/>
                      </a:cubicBezTo>
                      <a:cubicBezTo>
                        <a:pt x="105167" y="118655"/>
                        <a:pt x="3810" y="34980"/>
                        <a:pt x="0" y="2228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0" name="Freeform 669">
                  <a:extLst>
                    <a:ext uri="{FF2B5EF4-FFF2-40B4-BE49-F238E27FC236}">
                      <a16:creationId xmlns:a16="http://schemas.microsoft.com/office/drawing/2014/main" id="{E04A5619-A39F-D391-7044-8A7FAF5E56F2}"/>
                    </a:ext>
                  </a:extLst>
                </p:cNvPr>
                <p:cNvSpPr/>
                <p:nvPr/>
              </p:nvSpPr>
              <p:spPr>
                <a:xfrm>
                  <a:off x="7772400" y="6062250"/>
                  <a:ext cx="449034" cy="1196340"/>
                </a:xfrm>
                <a:custGeom>
                  <a:avLst/>
                  <a:gdLst>
                    <a:gd name="connsiteX0" fmla="*/ 449034 w 449034"/>
                    <a:gd name="connsiteY0" fmla="*/ 1196340 h 1196340"/>
                    <a:gd name="connsiteX1" fmla="*/ 60414 w 449034"/>
                    <a:gd name="connsiteY1" fmla="*/ 1051560 h 1196340"/>
                    <a:gd name="connsiteX2" fmla="*/ 7074 w 449034"/>
                    <a:gd name="connsiteY2" fmla="*/ 533400 h 1196340"/>
                    <a:gd name="connsiteX3" fmla="*/ 121374 w 449034"/>
                    <a:gd name="connsiteY3" fmla="*/ 91440 h 1196340"/>
                    <a:gd name="connsiteX4" fmla="*/ 250914 w 449034"/>
                    <a:gd name="connsiteY4" fmla="*/ 0 h 1196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9034" h="1196340">
                      <a:moveTo>
                        <a:pt x="449034" y="1196340"/>
                      </a:moveTo>
                      <a:cubicBezTo>
                        <a:pt x="291554" y="1179195"/>
                        <a:pt x="134074" y="1162050"/>
                        <a:pt x="60414" y="1051560"/>
                      </a:cubicBezTo>
                      <a:cubicBezTo>
                        <a:pt x="-13246" y="941070"/>
                        <a:pt x="-3086" y="693420"/>
                        <a:pt x="7074" y="533400"/>
                      </a:cubicBezTo>
                      <a:cubicBezTo>
                        <a:pt x="17234" y="373380"/>
                        <a:pt x="80734" y="180340"/>
                        <a:pt x="121374" y="91440"/>
                      </a:cubicBezTo>
                      <a:cubicBezTo>
                        <a:pt x="162014" y="2540"/>
                        <a:pt x="206464" y="1270"/>
                        <a:pt x="250914" y="0"/>
                      </a:cubicBezTo>
                    </a:path>
                  </a:pathLst>
                </a:custGeom>
                <a:noFill/>
                <a:ln w="31750">
                  <a:solidFill>
                    <a:srgbClr val="03CE00"/>
                  </a:solidFill>
                  <a:tailEnd type="oval" w="lg" len="lg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1" name="Rectangle 670">
                  <a:extLst>
                    <a:ext uri="{FF2B5EF4-FFF2-40B4-BE49-F238E27FC236}">
                      <a16:creationId xmlns:a16="http://schemas.microsoft.com/office/drawing/2014/main" id="{887A61FD-F8BE-8F1A-CE51-00D32B7494B2}"/>
                    </a:ext>
                  </a:extLst>
                </p:cNvPr>
                <p:cNvSpPr/>
                <p:nvPr/>
              </p:nvSpPr>
              <p:spPr>
                <a:xfrm rot="7413833">
                  <a:off x="9571317" y="6942254"/>
                  <a:ext cx="91440" cy="426720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72" name="Straight Connector 671">
                  <a:extLst>
                    <a:ext uri="{FF2B5EF4-FFF2-40B4-BE49-F238E27FC236}">
                      <a16:creationId xmlns:a16="http://schemas.microsoft.com/office/drawing/2014/main" id="{4D695658-8263-BFC1-3004-484AECEF9C3C}"/>
                    </a:ext>
                  </a:extLst>
                </p:cNvPr>
                <p:cNvCxnSpPr/>
                <p:nvPr/>
              </p:nvCxnSpPr>
              <p:spPr>
                <a:xfrm rot="7413833">
                  <a:off x="9385280" y="6937075"/>
                  <a:ext cx="0" cy="129540"/>
                </a:xfrm>
                <a:prstGeom prst="line">
                  <a:avLst/>
                </a:prstGeom>
                <a:ln w="31750">
                  <a:solidFill>
                    <a:srgbClr val="03CE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05013CB-E196-D242-3ABB-D5361E95A96D}"/>
                </a:ext>
              </a:extLst>
            </p:cNvPr>
            <p:cNvSpPr/>
            <p:nvPr/>
          </p:nvSpPr>
          <p:spPr>
            <a:xfrm>
              <a:off x="2500169" y="2934675"/>
              <a:ext cx="9751983" cy="8066646"/>
            </a:xfrm>
            <a:prstGeom prst="rect">
              <a:avLst/>
            </a:prstGeom>
            <a:solidFill>
              <a:schemeClr val="bg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EB928542-A42C-B0F6-D966-747187797D23}"/>
                </a:ext>
              </a:extLst>
            </p:cNvPr>
            <p:cNvSpPr/>
            <p:nvPr/>
          </p:nvSpPr>
          <p:spPr>
            <a:xfrm>
              <a:off x="11732630" y="11774415"/>
              <a:ext cx="1756229" cy="965811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 w="31750">
              <a:solidFill>
                <a:schemeClr val="bg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BC4BA210-2EBC-03FB-3658-77783084E3DA}"/>
                </a:ext>
              </a:extLst>
            </p:cNvPr>
            <p:cNvSpPr/>
            <p:nvPr/>
          </p:nvSpPr>
          <p:spPr>
            <a:xfrm>
              <a:off x="12061204" y="6366843"/>
              <a:ext cx="549541" cy="5407570"/>
            </a:xfrm>
            <a:custGeom>
              <a:avLst/>
              <a:gdLst>
                <a:gd name="connsiteX0" fmla="*/ 1538514 w 1720738"/>
                <a:gd name="connsiteY0" fmla="*/ 5718629 h 5718629"/>
                <a:gd name="connsiteX1" fmla="*/ 1582057 w 1720738"/>
                <a:gd name="connsiteY1" fmla="*/ 1146629 h 5718629"/>
                <a:gd name="connsiteX2" fmla="*/ 0 w 1720738"/>
                <a:gd name="connsiteY2" fmla="*/ 0 h 5718629"/>
                <a:gd name="connsiteX0" fmla="*/ 1451428 w 1633652"/>
                <a:gd name="connsiteY0" fmla="*/ 5704115 h 5704115"/>
                <a:gd name="connsiteX1" fmla="*/ 1494971 w 1633652"/>
                <a:gd name="connsiteY1" fmla="*/ 1132115 h 5704115"/>
                <a:gd name="connsiteX2" fmla="*/ 0 w 1633652"/>
                <a:gd name="connsiteY2" fmla="*/ 0 h 5704115"/>
                <a:gd name="connsiteX0" fmla="*/ 1538514 w 1720738"/>
                <a:gd name="connsiteY0" fmla="*/ 5718629 h 5718629"/>
                <a:gd name="connsiteX1" fmla="*/ 1582057 w 1720738"/>
                <a:gd name="connsiteY1" fmla="*/ 1146629 h 5718629"/>
                <a:gd name="connsiteX2" fmla="*/ 0 w 1720738"/>
                <a:gd name="connsiteY2" fmla="*/ 0 h 5718629"/>
                <a:gd name="connsiteX0" fmla="*/ 1538514 w 1617233"/>
                <a:gd name="connsiteY0" fmla="*/ 5718629 h 5718629"/>
                <a:gd name="connsiteX1" fmla="*/ 1364342 w 1617233"/>
                <a:gd name="connsiteY1" fmla="*/ 972458 h 5718629"/>
                <a:gd name="connsiteX2" fmla="*/ 0 w 1617233"/>
                <a:gd name="connsiteY2" fmla="*/ 0 h 5718629"/>
                <a:gd name="connsiteX0" fmla="*/ 1538514 w 1621538"/>
                <a:gd name="connsiteY0" fmla="*/ 5718629 h 5718629"/>
                <a:gd name="connsiteX1" fmla="*/ 1378856 w 1621538"/>
                <a:gd name="connsiteY1" fmla="*/ 986972 h 5718629"/>
                <a:gd name="connsiteX2" fmla="*/ 0 w 1621538"/>
                <a:gd name="connsiteY2" fmla="*/ 0 h 5718629"/>
                <a:gd name="connsiteX0" fmla="*/ 1538514 w 1558446"/>
                <a:gd name="connsiteY0" fmla="*/ 5718629 h 5718629"/>
                <a:gd name="connsiteX1" fmla="*/ 1378856 w 1558446"/>
                <a:gd name="connsiteY1" fmla="*/ 986972 h 5718629"/>
                <a:gd name="connsiteX2" fmla="*/ 0 w 1558446"/>
                <a:gd name="connsiteY2" fmla="*/ 0 h 5718629"/>
                <a:gd name="connsiteX0" fmla="*/ 1538514 w 1538514"/>
                <a:gd name="connsiteY0" fmla="*/ 5718629 h 5718629"/>
                <a:gd name="connsiteX1" fmla="*/ 1378856 w 1538514"/>
                <a:gd name="connsiteY1" fmla="*/ 986972 h 5718629"/>
                <a:gd name="connsiteX2" fmla="*/ 0 w 1538514"/>
                <a:gd name="connsiteY2" fmla="*/ 0 h 5718629"/>
                <a:gd name="connsiteX0" fmla="*/ 1538514 w 1608404"/>
                <a:gd name="connsiteY0" fmla="*/ 5718629 h 5718629"/>
                <a:gd name="connsiteX1" fmla="*/ 1494970 w 1608404"/>
                <a:gd name="connsiteY1" fmla="*/ 827314 h 5718629"/>
                <a:gd name="connsiteX2" fmla="*/ 0 w 1608404"/>
                <a:gd name="connsiteY2" fmla="*/ 0 h 5718629"/>
                <a:gd name="connsiteX0" fmla="*/ 1538514 w 1635120"/>
                <a:gd name="connsiteY0" fmla="*/ 5718629 h 5718629"/>
                <a:gd name="connsiteX1" fmla="*/ 1494970 w 1635120"/>
                <a:gd name="connsiteY1" fmla="*/ 827314 h 5718629"/>
                <a:gd name="connsiteX2" fmla="*/ 0 w 1635120"/>
                <a:gd name="connsiteY2" fmla="*/ 0 h 5718629"/>
                <a:gd name="connsiteX0" fmla="*/ 1538514 w 1594939"/>
                <a:gd name="connsiteY0" fmla="*/ 5718629 h 5718629"/>
                <a:gd name="connsiteX1" fmla="*/ 1422398 w 1594939"/>
                <a:gd name="connsiteY1" fmla="*/ 812800 h 5718629"/>
                <a:gd name="connsiteX2" fmla="*/ 0 w 1594939"/>
                <a:gd name="connsiteY2" fmla="*/ 0 h 5718629"/>
                <a:gd name="connsiteX0" fmla="*/ 1538514 w 1573399"/>
                <a:gd name="connsiteY0" fmla="*/ 5718629 h 5718629"/>
                <a:gd name="connsiteX1" fmla="*/ 1422398 w 1573399"/>
                <a:gd name="connsiteY1" fmla="*/ 812800 h 5718629"/>
                <a:gd name="connsiteX2" fmla="*/ 0 w 1573399"/>
                <a:gd name="connsiteY2" fmla="*/ 0 h 57186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573399" h="5718629">
                  <a:moveTo>
                    <a:pt x="1538514" y="5718629"/>
                  </a:moveTo>
                  <a:cubicBezTo>
                    <a:pt x="1528838" y="3923696"/>
                    <a:pt x="1678817" y="1765905"/>
                    <a:pt x="1422398" y="812800"/>
                  </a:cubicBezTo>
                  <a:cubicBezTo>
                    <a:pt x="1165979" y="-140305"/>
                    <a:pt x="662819" y="96762"/>
                    <a:pt x="0" y="0"/>
                  </a:cubicBezTo>
                </a:path>
              </a:pathLst>
            </a:custGeom>
            <a:noFill/>
            <a:ln w="63500">
              <a:solidFill>
                <a:schemeClr val="bg2">
                  <a:lumMod val="50000"/>
                </a:schemeClr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C251F8F-2611-272A-4E51-184B1D3582CF}"/>
                </a:ext>
              </a:extLst>
            </p:cNvPr>
            <p:cNvSpPr/>
            <p:nvPr/>
          </p:nvSpPr>
          <p:spPr>
            <a:xfrm>
              <a:off x="11952937" y="10472697"/>
              <a:ext cx="653285" cy="858658"/>
            </a:xfrm>
            <a:custGeom>
              <a:avLst/>
              <a:gdLst>
                <a:gd name="connsiteX0" fmla="*/ 1582057 w 1589517"/>
                <a:gd name="connsiteY0" fmla="*/ 885371 h 885371"/>
                <a:gd name="connsiteX1" fmla="*/ 1349829 w 1589517"/>
                <a:gd name="connsiteY1" fmla="*/ 333829 h 885371"/>
                <a:gd name="connsiteX2" fmla="*/ 0 w 1589517"/>
                <a:gd name="connsiteY2" fmla="*/ 0 h 885371"/>
                <a:gd name="connsiteX0" fmla="*/ 1582057 w 1583472"/>
                <a:gd name="connsiteY0" fmla="*/ 885371 h 885371"/>
                <a:gd name="connsiteX1" fmla="*/ 1219201 w 1583472"/>
                <a:gd name="connsiteY1" fmla="*/ 116115 h 885371"/>
                <a:gd name="connsiteX2" fmla="*/ 0 w 1583472"/>
                <a:gd name="connsiteY2" fmla="*/ 0 h 885371"/>
                <a:gd name="connsiteX0" fmla="*/ 1582057 w 1583472"/>
                <a:gd name="connsiteY0" fmla="*/ 885520 h 885520"/>
                <a:gd name="connsiteX1" fmla="*/ 1219201 w 1583472"/>
                <a:gd name="connsiteY1" fmla="*/ 116264 h 885520"/>
                <a:gd name="connsiteX2" fmla="*/ 0 w 1583472"/>
                <a:gd name="connsiteY2" fmla="*/ 149 h 885520"/>
                <a:gd name="connsiteX0" fmla="*/ 1669143 w 1670558"/>
                <a:gd name="connsiteY0" fmla="*/ 874991 h 874991"/>
                <a:gd name="connsiteX1" fmla="*/ 1306287 w 1670558"/>
                <a:gd name="connsiteY1" fmla="*/ 105735 h 874991"/>
                <a:gd name="connsiteX2" fmla="*/ 0 w 1670558"/>
                <a:gd name="connsiteY2" fmla="*/ 4134 h 874991"/>
                <a:gd name="connsiteX0" fmla="*/ 1567543 w 1568958"/>
                <a:gd name="connsiteY0" fmla="*/ 866164 h 866164"/>
                <a:gd name="connsiteX1" fmla="*/ 1204687 w 1568958"/>
                <a:gd name="connsiteY1" fmla="*/ 96908 h 866164"/>
                <a:gd name="connsiteX2" fmla="*/ 0 w 1568958"/>
                <a:gd name="connsiteY2" fmla="*/ 9821 h 866164"/>
                <a:gd name="connsiteX0" fmla="*/ 1654629 w 1656044"/>
                <a:gd name="connsiteY0" fmla="*/ 858658 h 858658"/>
                <a:gd name="connsiteX1" fmla="*/ 1291773 w 1656044"/>
                <a:gd name="connsiteY1" fmla="*/ 89402 h 858658"/>
                <a:gd name="connsiteX2" fmla="*/ 0 w 1656044"/>
                <a:gd name="connsiteY2" fmla="*/ 16829 h 858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56044" h="858658">
                  <a:moveTo>
                    <a:pt x="1654629" y="858658"/>
                  </a:moveTo>
                  <a:cubicBezTo>
                    <a:pt x="1670353" y="656668"/>
                    <a:pt x="1555449" y="236964"/>
                    <a:pt x="1291773" y="89402"/>
                  </a:cubicBezTo>
                  <a:cubicBezTo>
                    <a:pt x="1028097" y="-58160"/>
                    <a:pt x="601133" y="22876"/>
                    <a:pt x="0" y="16829"/>
                  </a:cubicBezTo>
                </a:path>
              </a:pathLst>
            </a:custGeom>
            <a:noFill/>
            <a:ln w="31750">
              <a:solidFill>
                <a:schemeClr val="bg2">
                  <a:lumMod val="50000"/>
                </a:schemeClr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95B639D2-1A38-8960-BEB8-D95423DAAEE5}"/>
                </a:ext>
              </a:extLst>
            </p:cNvPr>
            <p:cNvSpPr/>
            <p:nvPr/>
          </p:nvSpPr>
          <p:spPr>
            <a:xfrm>
              <a:off x="11979972" y="4378149"/>
              <a:ext cx="620974" cy="4281976"/>
            </a:xfrm>
            <a:custGeom>
              <a:avLst/>
              <a:gdLst>
                <a:gd name="connsiteX0" fmla="*/ 1582057 w 1589517"/>
                <a:gd name="connsiteY0" fmla="*/ 885371 h 885371"/>
                <a:gd name="connsiteX1" fmla="*/ 1349829 w 1589517"/>
                <a:gd name="connsiteY1" fmla="*/ 333829 h 885371"/>
                <a:gd name="connsiteX2" fmla="*/ 0 w 1589517"/>
                <a:gd name="connsiteY2" fmla="*/ 0 h 885371"/>
                <a:gd name="connsiteX0" fmla="*/ 1582057 w 1583472"/>
                <a:gd name="connsiteY0" fmla="*/ 885371 h 885371"/>
                <a:gd name="connsiteX1" fmla="*/ 1219201 w 1583472"/>
                <a:gd name="connsiteY1" fmla="*/ 116115 h 885371"/>
                <a:gd name="connsiteX2" fmla="*/ 0 w 1583472"/>
                <a:gd name="connsiteY2" fmla="*/ 0 h 885371"/>
                <a:gd name="connsiteX0" fmla="*/ 1582057 w 1583472"/>
                <a:gd name="connsiteY0" fmla="*/ 885520 h 885520"/>
                <a:gd name="connsiteX1" fmla="*/ 1219201 w 1583472"/>
                <a:gd name="connsiteY1" fmla="*/ 116264 h 885520"/>
                <a:gd name="connsiteX2" fmla="*/ 0 w 1583472"/>
                <a:gd name="connsiteY2" fmla="*/ 149 h 885520"/>
                <a:gd name="connsiteX0" fmla="*/ 1669143 w 1670558"/>
                <a:gd name="connsiteY0" fmla="*/ 874991 h 874991"/>
                <a:gd name="connsiteX1" fmla="*/ 1306287 w 1670558"/>
                <a:gd name="connsiteY1" fmla="*/ 105735 h 874991"/>
                <a:gd name="connsiteX2" fmla="*/ 0 w 1670558"/>
                <a:gd name="connsiteY2" fmla="*/ 4134 h 874991"/>
                <a:gd name="connsiteX0" fmla="*/ 1669143 w 1670558"/>
                <a:gd name="connsiteY0" fmla="*/ 4793848 h 4793848"/>
                <a:gd name="connsiteX1" fmla="*/ 1306287 w 1670558"/>
                <a:gd name="connsiteY1" fmla="*/ 105735 h 4793848"/>
                <a:gd name="connsiteX2" fmla="*/ 0 w 1670558"/>
                <a:gd name="connsiteY2" fmla="*/ 4134 h 4793848"/>
                <a:gd name="connsiteX0" fmla="*/ 1669143 w 1690575"/>
                <a:gd name="connsiteY0" fmla="*/ 4789714 h 4789714"/>
                <a:gd name="connsiteX1" fmla="*/ 1494973 w 1690575"/>
                <a:gd name="connsiteY1" fmla="*/ 406401 h 4789714"/>
                <a:gd name="connsiteX2" fmla="*/ 0 w 1690575"/>
                <a:gd name="connsiteY2" fmla="*/ 0 h 4789714"/>
                <a:gd name="connsiteX0" fmla="*/ 1669143 w 1690575"/>
                <a:gd name="connsiteY0" fmla="*/ 4789714 h 4789714"/>
                <a:gd name="connsiteX1" fmla="*/ 1494973 w 1690575"/>
                <a:gd name="connsiteY1" fmla="*/ 406401 h 4789714"/>
                <a:gd name="connsiteX2" fmla="*/ 0 w 1690575"/>
                <a:gd name="connsiteY2" fmla="*/ 0 h 4789714"/>
                <a:gd name="connsiteX0" fmla="*/ 1669143 w 1694835"/>
                <a:gd name="connsiteY0" fmla="*/ 4789714 h 4789714"/>
                <a:gd name="connsiteX1" fmla="*/ 1494973 w 1694835"/>
                <a:gd name="connsiteY1" fmla="*/ 406401 h 4789714"/>
                <a:gd name="connsiteX2" fmla="*/ 0 w 1694835"/>
                <a:gd name="connsiteY2" fmla="*/ 0 h 4789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4835" h="4789714">
                  <a:moveTo>
                    <a:pt x="1669143" y="4789714"/>
                  </a:moveTo>
                  <a:cubicBezTo>
                    <a:pt x="1684867" y="4587724"/>
                    <a:pt x="1773163" y="742648"/>
                    <a:pt x="1494973" y="406401"/>
                  </a:cubicBezTo>
                  <a:cubicBezTo>
                    <a:pt x="1245811" y="99182"/>
                    <a:pt x="601133" y="6047"/>
                    <a:pt x="0" y="0"/>
                  </a:cubicBezTo>
                </a:path>
              </a:pathLst>
            </a:custGeom>
            <a:noFill/>
            <a:ln w="31750">
              <a:solidFill>
                <a:schemeClr val="bg2">
                  <a:lumMod val="50000"/>
                </a:schemeClr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CB598CC-04C0-1FCF-6EDF-74CA11D228C4}"/>
                </a:ext>
              </a:extLst>
            </p:cNvPr>
            <p:cNvSpPr txBox="1"/>
            <p:nvPr/>
          </p:nvSpPr>
          <p:spPr>
            <a:xfrm>
              <a:off x="12100000" y="12067704"/>
              <a:ext cx="10018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</a:rPr>
                <a:t>MGB</a:t>
              </a:r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A722D7C6-F60B-D7D4-F0CB-5B9506823109}"/>
                </a:ext>
              </a:extLst>
            </p:cNvPr>
            <p:cNvSpPr/>
            <p:nvPr/>
          </p:nvSpPr>
          <p:spPr>
            <a:xfrm>
              <a:off x="9728526" y="4426675"/>
              <a:ext cx="2168700" cy="4595507"/>
            </a:xfrm>
            <a:custGeom>
              <a:avLst/>
              <a:gdLst>
                <a:gd name="connsiteX0" fmla="*/ 350226 w 2119649"/>
                <a:gd name="connsiteY0" fmla="*/ 0 h 4527185"/>
                <a:gd name="connsiteX1" fmla="*/ 112719 w 2119649"/>
                <a:gd name="connsiteY1" fmla="*/ 819398 h 4527185"/>
                <a:gd name="connsiteX2" fmla="*/ 65218 w 2119649"/>
                <a:gd name="connsiteY2" fmla="*/ 3918857 h 4527185"/>
                <a:gd name="connsiteX3" fmla="*/ 1015244 w 2119649"/>
                <a:gd name="connsiteY3" fmla="*/ 4512623 h 4527185"/>
                <a:gd name="connsiteX4" fmla="*/ 2119649 w 2119649"/>
                <a:gd name="connsiteY4" fmla="*/ 4286992 h 4527185"/>
                <a:gd name="connsiteX0" fmla="*/ 323029 w 2092452"/>
                <a:gd name="connsiteY0" fmla="*/ 0 h 4463327"/>
                <a:gd name="connsiteX1" fmla="*/ 85522 w 2092452"/>
                <a:gd name="connsiteY1" fmla="*/ 819398 h 4463327"/>
                <a:gd name="connsiteX2" fmla="*/ 38021 w 2092452"/>
                <a:gd name="connsiteY2" fmla="*/ 3918857 h 4463327"/>
                <a:gd name="connsiteX3" fmla="*/ 619912 w 2092452"/>
                <a:gd name="connsiteY3" fmla="*/ 4441371 h 4463327"/>
                <a:gd name="connsiteX4" fmla="*/ 2092452 w 2092452"/>
                <a:gd name="connsiteY4" fmla="*/ 4286992 h 4463327"/>
                <a:gd name="connsiteX0" fmla="*/ 342645 w 2112068"/>
                <a:gd name="connsiteY0" fmla="*/ 0 h 4463327"/>
                <a:gd name="connsiteX1" fmla="*/ 105138 w 2112068"/>
                <a:gd name="connsiteY1" fmla="*/ 819398 h 4463327"/>
                <a:gd name="connsiteX2" fmla="*/ 33886 w 2112068"/>
                <a:gd name="connsiteY2" fmla="*/ 3716976 h 4463327"/>
                <a:gd name="connsiteX3" fmla="*/ 639528 w 2112068"/>
                <a:gd name="connsiteY3" fmla="*/ 4441371 h 4463327"/>
                <a:gd name="connsiteX4" fmla="*/ 2112068 w 2112068"/>
                <a:gd name="connsiteY4" fmla="*/ 4286992 h 4463327"/>
                <a:gd name="connsiteX0" fmla="*/ 404769 w 2174192"/>
                <a:gd name="connsiteY0" fmla="*/ 0 h 4463327"/>
                <a:gd name="connsiteX1" fmla="*/ 31796 w 2174192"/>
                <a:gd name="connsiteY1" fmla="*/ 672643 h 4463327"/>
                <a:gd name="connsiteX2" fmla="*/ 96010 w 2174192"/>
                <a:gd name="connsiteY2" fmla="*/ 3716976 h 4463327"/>
                <a:gd name="connsiteX3" fmla="*/ 701652 w 2174192"/>
                <a:gd name="connsiteY3" fmla="*/ 4441371 h 4463327"/>
                <a:gd name="connsiteX4" fmla="*/ 2174192 w 2174192"/>
                <a:gd name="connsiteY4" fmla="*/ 4286992 h 4463327"/>
                <a:gd name="connsiteX0" fmla="*/ 404769 w 2174192"/>
                <a:gd name="connsiteY0" fmla="*/ 0 h 4573683"/>
                <a:gd name="connsiteX1" fmla="*/ 31796 w 2174192"/>
                <a:gd name="connsiteY1" fmla="*/ 672643 h 4573683"/>
                <a:gd name="connsiteX2" fmla="*/ 96010 w 2174192"/>
                <a:gd name="connsiteY2" fmla="*/ 3716976 h 4573683"/>
                <a:gd name="connsiteX3" fmla="*/ 701652 w 2174192"/>
                <a:gd name="connsiteY3" fmla="*/ 4441371 h 4573683"/>
                <a:gd name="connsiteX4" fmla="*/ 2174192 w 2174192"/>
                <a:gd name="connsiteY4" fmla="*/ 4286992 h 4573683"/>
                <a:gd name="connsiteX0" fmla="*/ 399277 w 2168700"/>
                <a:gd name="connsiteY0" fmla="*/ 0 h 4595507"/>
                <a:gd name="connsiteX1" fmla="*/ 26304 w 2168700"/>
                <a:gd name="connsiteY1" fmla="*/ 672643 h 4595507"/>
                <a:gd name="connsiteX2" fmla="*/ 90518 w 2168700"/>
                <a:gd name="connsiteY2" fmla="*/ 3716976 h 4595507"/>
                <a:gd name="connsiteX3" fmla="*/ 567823 w 2168700"/>
                <a:gd name="connsiteY3" fmla="*/ 4489498 h 4595507"/>
                <a:gd name="connsiteX4" fmla="*/ 2168700 w 2168700"/>
                <a:gd name="connsiteY4" fmla="*/ 4286992 h 4595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68700" h="4595507">
                  <a:moveTo>
                    <a:pt x="399277" y="0"/>
                  </a:moveTo>
                  <a:cubicBezTo>
                    <a:pt x="304274" y="83127"/>
                    <a:pt x="77764" y="53147"/>
                    <a:pt x="26304" y="672643"/>
                  </a:cubicBezTo>
                  <a:cubicBezTo>
                    <a:pt x="-25156" y="1292139"/>
                    <a:pt x="265" y="3080834"/>
                    <a:pt x="90518" y="3716976"/>
                  </a:cubicBezTo>
                  <a:cubicBezTo>
                    <a:pt x="180771" y="4353118"/>
                    <a:pt x="225418" y="4428142"/>
                    <a:pt x="567823" y="4489498"/>
                  </a:cubicBezTo>
                  <a:cubicBezTo>
                    <a:pt x="910228" y="4550854"/>
                    <a:pt x="1830479" y="4778064"/>
                    <a:pt x="2168700" y="4286992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9FC24215-B10D-05A7-1DF4-F94600BEFAF4}"/>
                </a:ext>
              </a:extLst>
            </p:cNvPr>
            <p:cNvSpPr/>
            <p:nvPr/>
          </p:nvSpPr>
          <p:spPr>
            <a:xfrm>
              <a:off x="10112367" y="4628556"/>
              <a:ext cx="1797175" cy="926275"/>
            </a:xfrm>
            <a:custGeom>
              <a:avLst/>
              <a:gdLst>
                <a:gd name="connsiteX0" fmla="*/ 23996 w 1793419"/>
                <a:gd name="connsiteY0" fmla="*/ 950026 h 950026"/>
                <a:gd name="connsiteX1" fmla="*/ 23996 w 1793419"/>
                <a:gd name="connsiteY1" fmla="*/ 510639 h 950026"/>
                <a:gd name="connsiteX2" fmla="*/ 273377 w 1793419"/>
                <a:gd name="connsiteY2" fmla="*/ 71252 h 950026"/>
                <a:gd name="connsiteX3" fmla="*/ 1520287 w 1793419"/>
                <a:gd name="connsiteY3" fmla="*/ 213756 h 950026"/>
                <a:gd name="connsiteX4" fmla="*/ 1793419 w 1793419"/>
                <a:gd name="connsiteY4" fmla="*/ 0 h 950026"/>
                <a:gd name="connsiteX0" fmla="*/ 27369 w 1796792"/>
                <a:gd name="connsiteY0" fmla="*/ 950026 h 950026"/>
                <a:gd name="connsiteX1" fmla="*/ 27369 w 1796792"/>
                <a:gd name="connsiteY1" fmla="*/ 510639 h 950026"/>
                <a:gd name="connsiteX2" fmla="*/ 324252 w 1796792"/>
                <a:gd name="connsiteY2" fmla="*/ 237506 h 950026"/>
                <a:gd name="connsiteX3" fmla="*/ 1523660 w 1796792"/>
                <a:gd name="connsiteY3" fmla="*/ 213756 h 950026"/>
                <a:gd name="connsiteX4" fmla="*/ 1796792 w 1796792"/>
                <a:gd name="connsiteY4" fmla="*/ 0 h 950026"/>
                <a:gd name="connsiteX0" fmla="*/ 27369 w 1808667"/>
                <a:gd name="connsiteY0" fmla="*/ 926275 h 926275"/>
                <a:gd name="connsiteX1" fmla="*/ 27369 w 1808667"/>
                <a:gd name="connsiteY1" fmla="*/ 486888 h 926275"/>
                <a:gd name="connsiteX2" fmla="*/ 324252 w 1808667"/>
                <a:gd name="connsiteY2" fmla="*/ 213755 h 926275"/>
                <a:gd name="connsiteX3" fmla="*/ 1523660 w 1808667"/>
                <a:gd name="connsiteY3" fmla="*/ 190005 h 926275"/>
                <a:gd name="connsiteX4" fmla="*/ 1808667 w 1808667"/>
                <a:gd name="connsiteY4" fmla="*/ 0 h 926275"/>
                <a:gd name="connsiteX0" fmla="*/ 53915 w 1835213"/>
                <a:gd name="connsiteY0" fmla="*/ 926275 h 926275"/>
                <a:gd name="connsiteX1" fmla="*/ 18289 w 1835213"/>
                <a:gd name="connsiteY1" fmla="*/ 403760 h 926275"/>
                <a:gd name="connsiteX2" fmla="*/ 350798 w 1835213"/>
                <a:gd name="connsiteY2" fmla="*/ 213755 h 926275"/>
                <a:gd name="connsiteX3" fmla="*/ 1550206 w 1835213"/>
                <a:gd name="connsiteY3" fmla="*/ 190005 h 926275"/>
                <a:gd name="connsiteX4" fmla="*/ 1835213 w 1835213"/>
                <a:gd name="connsiteY4" fmla="*/ 0 h 926275"/>
                <a:gd name="connsiteX0" fmla="*/ 72780 w 1854078"/>
                <a:gd name="connsiteY0" fmla="*/ 926275 h 926275"/>
                <a:gd name="connsiteX1" fmla="*/ 37154 w 1854078"/>
                <a:gd name="connsiteY1" fmla="*/ 403760 h 926275"/>
                <a:gd name="connsiteX2" fmla="*/ 629308 w 1854078"/>
                <a:gd name="connsiteY2" fmla="*/ 225044 h 926275"/>
                <a:gd name="connsiteX3" fmla="*/ 1569071 w 1854078"/>
                <a:gd name="connsiteY3" fmla="*/ 190005 h 926275"/>
                <a:gd name="connsiteX4" fmla="*/ 1854078 w 1854078"/>
                <a:gd name="connsiteY4" fmla="*/ 0 h 926275"/>
                <a:gd name="connsiteX0" fmla="*/ 3562 w 1784860"/>
                <a:gd name="connsiteY0" fmla="*/ 926275 h 926275"/>
                <a:gd name="connsiteX1" fmla="*/ 148559 w 1784860"/>
                <a:gd name="connsiteY1" fmla="*/ 369894 h 926275"/>
                <a:gd name="connsiteX2" fmla="*/ 560090 w 1784860"/>
                <a:gd name="connsiteY2" fmla="*/ 225044 h 926275"/>
                <a:gd name="connsiteX3" fmla="*/ 1499853 w 1784860"/>
                <a:gd name="connsiteY3" fmla="*/ 190005 h 926275"/>
                <a:gd name="connsiteX4" fmla="*/ 1784860 w 1784860"/>
                <a:gd name="connsiteY4" fmla="*/ 0 h 926275"/>
                <a:gd name="connsiteX0" fmla="*/ 3562 w 1797175"/>
                <a:gd name="connsiteY0" fmla="*/ 926275 h 926275"/>
                <a:gd name="connsiteX1" fmla="*/ 148559 w 1797175"/>
                <a:gd name="connsiteY1" fmla="*/ 369894 h 926275"/>
                <a:gd name="connsiteX2" fmla="*/ 560090 w 1797175"/>
                <a:gd name="connsiteY2" fmla="*/ 225044 h 926275"/>
                <a:gd name="connsiteX3" fmla="*/ 1624031 w 1797175"/>
                <a:gd name="connsiteY3" fmla="*/ 348050 h 926275"/>
                <a:gd name="connsiteX4" fmla="*/ 1784860 w 1797175"/>
                <a:gd name="connsiteY4" fmla="*/ 0 h 926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97175" h="926275">
                  <a:moveTo>
                    <a:pt x="3562" y="926275"/>
                  </a:moveTo>
                  <a:cubicBezTo>
                    <a:pt x="-17220" y="779812"/>
                    <a:pt x="55804" y="486766"/>
                    <a:pt x="148559" y="369894"/>
                  </a:cubicBezTo>
                  <a:cubicBezTo>
                    <a:pt x="241314" y="253022"/>
                    <a:pt x="314178" y="228685"/>
                    <a:pt x="560090" y="225044"/>
                  </a:cubicBezTo>
                  <a:cubicBezTo>
                    <a:pt x="806002" y="221403"/>
                    <a:pt x="1370691" y="359925"/>
                    <a:pt x="1624031" y="348050"/>
                  </a:cubicBezTo>
                  <a:cubicBezTo>
                    <a:pt x="1877371" y="336175"/>
                    <a:pt x="1774964" y="100940"/>
                    <a:pt x="1784860" y="0"/>
                  </a:cubicBezTo>
                </a:path>
              </a:pathLst>
            </a:custGeom>
            <a:noFill/>
            <a:ln w="5080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2143DA4B-E9E3-B03A-061D-AB7250F0F196}"/>
                </a:ext>
              </a:extLst>
            </p:cNvPr>
            <p:cNvSpPr/>
            <p:nvPr/>
          </p:nvSpPr>
          <p:spPr>
            <a:xfrm>
              <a:off x="11434235" y="6667594"/>
              <a:ext cx="1061336" cy="2800231"/>
            </a:xfrm>
            <a:custGeom>
              <a:avLst/>
              <a:gdLst>
                <a:gd name="connsiteX0" fmla="*/ 989791 w 1714185"/>
                <a:gd name="connsiteY0" fmla="*/ 0 h 2755075"/>
                <a:gd name="connsiteX1" fmla="*/ 431650 w 1714185"/>
                <a:gd name="connsiteY1" fmla="*/ 308758 h 2755075"/>
                <a:gd name="connsiteX2" fmla="*/ 324772 w 1714185"/>
                <a:gd name="connsiteY2" fmla="*/ 166254 h 2755075"/>
                <a:gd name="connsiteX3" fmla="*/ 229770 w 1714185"/>
                <a:gd name="connsiteY3" fmla="*/ 320633 h 2755075"/>
                <a:gd name="connsiteX4" fmla="*/ 63515 w 1714185"/>
                <a:gd name="connsiteY4" fmla="*/ 498763 h 2755075"/>
                <a:gd name="connsiteX5" fmla="*/ 122892 w 1714185"/>
                <a:gd name="connsiteY5" fmla="*/ 2470067 h 2755075"/>
                <a:gd name="connsiteX6" fmla="*/ 1405427 w 1714185"/>
                <a:gd name="connsiteY6" fmla="*/ 2517568 h 2755075"/>
                <a:gd name="connsiteX7" fmla="*/ 1714185 w 1714185"/>
                <a:gd name="connsiteY7" fmla="*/ 2755075 h 2755075"/>
                <a:gd name="connsiteX0" fmla="*/ 929220 w 1653614"/>
                <a:gd name="connsiteY0" fmla="*/ 0 h 2755075"/>
                <a:gd name="connsiteX1" fmla="*/ 371079 w 1653614"/>
                <a:gd name="connsiteY1" fmla="*/ 308758 h 2755075"/>
                <a:gd name="connsiteX2" fmla="*/ 264201 w 1653614"/>
                <a:gd name="connsiteY2" fmla="*/ 166254 h 2755075"/>
                <a:gd name="connsiteX3" fmla="*/ 169199 w 1653614"/>
                <a:gd name="connsiteY3" fmla="*/ 320633 h 2755075"/>
                <a:gd name="connsiteX4" fmla="*/ 2944 w 1653614"/>
                <a:gd name="connsiteY4" fmla="*/ 498763 h 2755075"/>
                <a:gd name="connsiteX5" fmla="*/ 181075 w 1653614"/>
                <a:gd name="connsiteY5" fmla="*/ 2090056 h 2755075"/>
                <a:gd name="connsiteX6" fmla="*/ 1344856 w 1653614"/>
                <a:gd name="connsiteY6" fmla="*/ 2517568 h 2755075"/>
                <a:gd name="connsiteX7" fmla="*/ 1653614 w 1653614"/>
                <a:gd name="connsiteY7" fmla="*/ 2755075 h 2755075"/>
                <a:gd name="connsiteX0" fmla="*/ 973794 w 1698188"/>
                <a:gd name="connsiteY0" fmla="*/ 0 h 2755075"/>
                <a:gd name="connsiteX1" fmla="*/ 415653 w 1698188"/>
                <a:gd name="connsiteY1" fmla="*/ 308758 h 2755075"/>
                <a:gd name="connsiteX2" fmla="*/ 308775 w 1698188"/>
                <a:gd name="connsiteY2" fmla="*/ 166254 h 2755075"/>
                <a:gd name="connsiteX3" fmla="*/ 213773 w 1698188"/>
                <a:gd name="connsiteY3" fmla="*/ 320633 h 2755075"/>
                <a:gd name="connsiteX4" fmla="*/ 17 w 1698188"/>
                <a:gd name="connsiteY4" fmla="*/ 665017 h 2755075"/>
                <a:gd name="connsiteX5" fmla="*/ 225649 w 1698188"/>
                <a:gd name="connsiteY5" fmla="*/ 2090056 h 2755075"/>
                <a:gd name="connsiteX6" fmla="*/ 1389430 w 1698188"/>
                <a:gd name="connsiteY6" fmla="*/ 2517568 h 2755075"/>
                <a:gd name="connsiteX7" fmla="*/ 1698188 w 1698188"/>
                <a:gd name="connsiteY7" fmla="*/ 2755075 h 2755075"/>
                <a:gd name="connsiteX0" fmla="*/ 973794 w 1698188"/>
                <a:gd name="connsiteY0" fmla="*/ 0 h 2755075"/>
                <a:gd name="connsiteX1" fmla="*/ 415653 w 1698188"/>
                <a:gd name="connsiteY1" fmla="*/ 308758 h 2755075"/>
                <a:gd name="connsiteX2" fmla="*/ 295804 w 1698188"/>
                <a:gd name="connsiteY2" fmla="*/ 237590 h 2755075"/>
                <a:gd name="connsiteX3" fmla="*/ 213773 w 1698188"/>
                <a:gd name="connsiteY3" fmla="*/ 320633 h 2755075"/>
                <a:gd name="connsiteX4" fmla="*/ 17 w 1698188"/>
                <a:gd name="connsiteY4" fmla="*/ 665017 h 2755075"/>
                <a:gd name="connsiteX5" fmla="*/ 225649 w 1698188"/>
                <a:gd name="connsiteY5" fmla="*/ 2090056 h 2755075"/>
                <a:gd name="connsiteX6" fmla="*/ 1389430 w 1698188"/>
                <a:gd name="connsiteY6" fmla="*/ 2517568 h 2755075"/>
                <a:gd name="connsiteX7" fmla="*/ 1698188 w 1698188"/>
                <a:gd name="connsiteY7" fmla="*/ 2755075 h 2755075"/>
                <a:gd name="connsiteX0" fmla="*/ 973794 w 1698188"/>
                <a:gd name="connsiteY0" fmla="*/ 0 h 2755075"/>
                <a:gd name="connsiteX1" fmla="*/ 415653 w 1698188"/>
                <a:gd name="connsiteY1" fmla="*/ 308758 h 2755075"/>
                <a:gd name="connsiteX2" fmla="*/ 295804 w 1698188"/>
                <a:gd name="connsiteY2" fmla="*/ 237590 h 2755075"/>
                <a:gd name="connsiteX3" fmla="*/ 213773 w 1698188"/>
                <a:gd name="connsiteY3" fmla="*/ 320633 h 2755075"/>
                <a:gd name="connsiteX4" fmla="*/ 17 w 1698188"/>
                <a:gd name="connsiteY4" fmla="*/ 665017 h 2755075"/>
                <a:gd name="connsiteX5" fmla="*/ 225649 w 1698188"/>
                <a:gd name="connsiteY5" fmla="*/ 2090056 h 2755075"/>
                <a:gd name="connsiteX6" fmla="*/ 1389430 w 1698188"/>
                <a:gd name="connsiteY6" fmla="*/ 2517568 h 2755075"/>
                <a:gd name="connsiteX7" fmla="*/ 1698188 w 1698188"/>
                <a:gd name="connsiteY7" fmla="*/ 2755075 h 2755075"/>
                <a:gd name="connsiteX0" fmla="*/ 973798 w 1698192"/>
                <a:gd name="connsiteY0" fmla="*/ 0 h 2755075"/>
                <a:gd name="connsiteX1" fmla="*/ 415657 w 1698192"/>
                <a:gd name="connsiteY1" fmla="*/ 308758 h 2755075"/>
                <a:gd name="connsiteX2" fmla="*/ 295808 w 1698192"/>
                <a:gd name="connsiteY2" fmla="*/ 237590 h 2755075"/>
                <a:gd name="connsiteX3" fmla="*/ 213777 w 1698192"/>
                <a:gd name="connsiteY3" fmla="*/ 320633 h 2755075"/>
                <a:gd name="connsiteX4" fmla="*/ 21 w 1698192"/>
                <a:gd name="connsiteY4" fmla="*/ 665017 h 2755075"/>
                <a:gd name="connsiteX5" fmla="*/ 225653 w 1698192"/>
                <a:gd name="connsiteY5" fmla="*/ 2090056 h 2755075"/>
                <a:gd name="connsiteX6" fmla="*/ 1389434 w 1698192"/>
                <a:gd name="connsiteY6" fmla="*/ 2517568 h 2755075"/>
                <a:gd name="connsiteX7" fmla="*/ 1698192 w 1698192"/>
                <a:gd name="connsiteY7" fmla="*/ 2755075 h 2755075"/>
                <a:gd name="connsiteX0" fmla="*/ 973795 w 1698189"/>
                <a:gd name="connsiteY0" fmla="*/ 0 h 2755075"/>
                <a:gd name="connsiteX1" fmla="*/ 415654 w 1698189"/>
                <a:gd name="connsiteY1" fmla="*/ 308758 h 2755075"/>
                <a:gd name="connsiteX2" fmla="*/ 295805 w 1698189"/>
                <a:gd name="connsiteY2" fmla="*/ 224620 h 2755075"/>
                <a:gd name="connsiteX3" fmla="*/ 213774 w 1698189"/>
                <a:gd name="connsiteY3" fmla="*/ 320633 h 2755075"/>
                <a:gd name="connsiteX4" fmla="*/ 18 w 1698189"/>
                <a:gd name="connsiteY4" fmla="*/ 665017 h 2755075"/>
                <a:gd name="connsiteX5" fmla="*/ 225650 w 1698189"/>
                <a:gd name="connsiteY5" fmla="*/ 2090056 h 2755075"/>
                <a:gd name="connsiteX6" fmla="*/ 1389431 w 1698189"/>
                <a:gd name="connsiteY6" fmla="*/ 2517568 h 2755075"/>
                <a:gd name="connsiteX7" fmla="*/ 1698189 w 1698189"/>
                <a:gd name="connsiteY7" fmla="*/ 2755075 h 2755075"/>
                <a:gd name="connsiteX0" fmla="*/ 973795 w 1698189"/>
                <a:gd name="connsiteY0" fmla="*/ 0 h 2755075"/>
                <a:gd name="connsiteX1" fmla="*/ 415654 w 1698189"/>
                <a:gd name="connsiteY1" fmla="*/ 308758 h 2755075"/>
                <a:gd name="connsiteX2" fmla="*/ 295805 w 1698189"/>
                <a:gd name="connsiteY2" fmla="*/ 224620 h 2755075"/>
                <a:gd name="connsiteX3" fmla="*/ 213774 w 1698189"/>
                <a:gd name="connsiteY3" fmla="*/ 320633 h 2755075"/>
                <a:gd name="connsiteX4" fmla="*/ 18 w 1698189"/>
                <a:gd name="connsiteY4" fmla="*/ 665017 h 2755075"/>
                <a:gd name="connsiteX5" fmla="*/ 225650 w 1698189"/>
                <a:gd name="connsiteY5" fmla="*/ 2090056 h 2755075"/>
                <a:gd name="connsiteX6" fmla="*/ 1389431 w 1698189"/>
                <a:gd name="connsiteY6" fmla="*/ 2517568 h 2755075"/>
                <a:gd name="connsiteX7" fmla="*/ 1698189 w 1698189"/>
                <a:gd name="connsiteY7" fmla="*/ 2755075 h 2755075"/>
                <a:gd name="connsiteX0" fmla="*/ 973796 w 1698190"/>
                <a:gd name="connsiteY0" fmla="*/ 0 h 2755075"/>
                <a:gd name="connsiteX1" fmla="*/ 415655 w 1698190"/>
                <a:gd name="connsiteY1" fmla="*/ 308758 h 2755075"/>
                <a:gd name="connsiteX2" fmla="*/ 213775 w 1698190"/>
                <a:gd name="connsiteY2" fmla="*/ 320633 h 2755075"/>
                <a:gd name="connsiteX3" fmla="*/ 19 w 1698190"/>
                <a:gd name="connsiteY3" fmla="*/ 665017 h 2755075"/>
                <a:gd name="connsiteX4" fmla="*/ 225651 w 1698190"/>
                <a:gd name="connsiteY4" fmla="*/ 2090056 h 2755075"/>
                <a:gd name="connsiteX5" fmla="*/ 1389432 w 1698190"/>
                <a:gd name="connsiteY5" fmla="*/ 2517568 h 2755075"/>
                <a:gd name="connsiteX6" fmla="*/ 1698190 w 1698190"/>
                <a:gd name="connsiteY6" fmla="*/ 2755075 h 2755075"/>
                <a:gd name="connsiteX0" fmla="*/ 984767 w 1709161"/>
                <a:gd name="connsiteY0" fmla="*/ 0 h 2755075"/>
                <a:gd name="connsiteX1" fmla="*/ 426626 w 1709161"/>
                <a:gd name="connsiteY1" fmla="*/ 308758 h 2755075"/>
                <a:gd name="connsiteX2" fmla="*/ 10990 w 1709161"/>
                <a:gd name="connsiteY2" fmla="*/ 665017 h 2755075"/>
                <a:gd name="connsiteX3" fmla="*/ 236622 w 1709161"/>
                <a:gd name="connsiteY3" fmla="*/ 2090056 h 2755075"/>
                <a:gd name="connsiteX4" fmla="*/ 1400403 w 1709161"/>
                <a:gd name="connsiteY4" fmla="*/ 2517568 h 2755075"/>
                <a:gd name="connsiteX5" fmla="*/ 1709161 w 1709161"/>
                <a:gd name="connsiteY5" fmla="*/ 2755075 h 2755075"/>
                <a:gd name="connsiteX0" fmla="*/ 880275 w 1604669"/>
                <a:gd name="connsiteY0" fmla="*/ 0 h 2755075"/>
                <a:gd name="connsiteX1" fmla="*/ 322134 w 1604669"/>
                <a:gd name="connsiteY1" fmla="*/ 308758 h 2755075"/>
                <a:gd name="connsiteX2" fmla="*/ 47692 w 1604669"/>
                <a:gd name="connsiteY2" fmla="*/ 772594 h 2755075"/>
                <a:gd name="connsiteX3" fmla="*/ 132130 w 1604669"/>
                <a:gd name="connsiteY3" fmla="*/ 2090056 h 2755075"/>
                <a:gd name="connsiteX4" fmla="*/ 1295911 w 1604669"/>
                <a:gd name="connsiteY4" fmla="*/ 2517568 h 2755075"/>
                <a:gd name="connsiteX5" fmla="*/ 1604669 w 1604669"/>
                <a:gd name="connsiteY5" fmla="*/ 2755075 h 2755075"/>
                <a:gd name="connsiteX0" fmla="*/ 833460 w 1557854"/>
                <a:gd name="connsiteY0" fmla="*/ 0 h 2755075"/>
                <a:gd name="connsiteX1" fmla="*/ 275319 w 1557854"/>
                <a:gd name="connsiteY1" fmla="*/ 308758 h 2755075"/>
                <a:gd name="connsiteX2" fmla="*/ 877 w 1557854"/>
                <a:gd name="connsiteY2" fmla="*/ 772594 h 2755075"/>
                <a:gd name="connsiteX3" fmla="*/ 233232 w 1557854"/>
                <a:gd name="connsiteY3" fmla="*/ 2237974 h 2755075"/>
                <a:gd name="connsiteX4" fmla="*/ 1249096 w 1557854"/>
                <a:gd name="connsiteY4" fmla="*/ 2517568 h 2755075"/>
                <a:gd name="connsiteX5" fmla="*/ 1557854 w 1557854"/>
                <a:gd name="connsiteY5" fmla="*/ 2755075 h 2755075"/>
                <a:gd name="connsiteX0" fmla="*/ 834371 w 1558765"/>
                <a:gd name="connsiteY0" fmla="*/ 0 h 2755075"/>
                <a:gd name="connsiteX1" fmla="*/ 276230 w 1558765"/>
                <a:gd name="connsiteY1" fmla="*/ 308758 h 2755075"/>
                <a:gd name="connsiteX2" fmla="*/ 1788 w 1558765"/>
                <a:gd name="connsiteY2" fmla="*/ 772594 h 2755075"/>
                <a:gd name="connsiteX3" fmla="*/ 220696 w 1558765"/>
                <a:gd name="connsiteY3" fmla="*/ 2157292 h 2755075"/>
                <a:gd name="connsiteX4" fmla="*/ 1250007 w 1558765"/>
                <a:gd name="connsiteY4" fmla="*/ 2517568 h 2755075"/>
                <a:gd name="connsiteX5" fmla="*/ 1558765 w 1558765"/>
                <a:gd name="connsiteY5" fmla="*/ 2755075 h 2755075"/>
                <a:gd name="connsiteX0" fmla="*/ 837535 w 1561929"/>
                <a:gd name="connsiteY0" fmla="*/ 0 h 2755075"/>
                <a:gd name="connsiteX1" fmla="*/ 339905 w 1561929"/>
                <a:gd name="connsiteY1" fmla="*/ 355822 h 2755075"/>
                <a:gd name="connsiteX2" fmla="*/ 4952 w 1561929"/>
                <a:gd name="connsiteY2" fmla="*/ 772594 h 2755075"/>
                <a:gd name="connsiteX3" fmla="*/ 223860 w 1561929"/>
                <a:gd name="connsiteY3" fmla="*/ 2157292 h 2755075"/>
                <a:gd name="connsiteX4" fmla="*/ 1253171 w 1561929"/>
                <a:gd name="connsiteY4" fmla="*/ 2517568 h 2755075"/>
                <a:gd name="connsiteX5" fmla="*/ 1561929 w 1561929"/>
                <a:gd name="connsiteY5" fmla="*/ 2755075 h 2755075"/>
                <a:gd name="connsiteX0" fmla="*/ 836416 w 1560810"/>
                <a:gd name="connsiteY0" fmla="*/ 0 h 2755075"/>
                <a:gd name="connsiteX1" fmla="*/ 318616 w 1560810"/>
                <a:gd name="connsiteY1" fmla="*/ 322204 h 2755075"/>
                <a:gd name="connsiteX2" fmla="*/ 3833 w 1560810"/>
                <a:gd name="connsiteY2" fmla="*/ 772594 h 2755075"/>
                <a:gd name="connsiteX3" fmla="*/ 222741 w 1560810"/>
                <a:gd name="connsiteY3" fmla="*/ 2157292 h 2755075"/>
                <a:gd name="connsiteX4" fmla="*/ 1252052 w 1560810"/>
                <a:gd name="connsiteY4" fmla="*/ 2517568 h 2755075"/>
                <a:gd name="connsiteX5" fmla="*/ 1560810 w 1560810"/>
                <a:gd name="connsiteY5" fmla="*/ 2755075 h 2755075"/>
                <a:gd name="connsiteX0" fmla="*/ 870800 w 1595194"/>
                <a:gd name="connsiteY0" fmla="*/ 0 h 2755075"/>
                <a:gd name="connsiteX1" fmla="*/ 38217 w 1595194"/>
                <a:gd name="connsiteY1" fmla="*/ 772594 h 2755075"/>
                <a:gd name="connsiteX2" fmla="*/ 257125 w 1595194"/>
                <a:gd name="connsiteY2" fmla="*/ 2157292 h 2755075"/>
                <a:gd name="connsiteX3" fmla="*/ 1286436 w 1595194"/>
                <a:gd name="connsiteY3" fmla="*/ 2517568 h 2755075"/>
                <a:gd name="connsiteX4" fmla="*/ 1595194 w 1595194"/>
                <a:gd name="connsiteY4" fmla="*/ 2755075 h 2755075"/>
                <a:gd name="connsiteX0" fmla="*/ 859296 w 1583690"/>
                <a:gd name="connsiteY0" fmla="*/ 0 h 2755075"/>
                <a:gd name="connsiteX1" fmla="*/ 40160 w 1583690"/>
                <a:gd name="connsiteY1" fmla="*/ 496929 h 2755075"/>
                <a:gd name="connsiteX2" fmla="*/ 245621 w 1583690"/>
                <a:gd name="connsiteY2" fmla="*/ 2157292 h 2755075"/>
                <a:gd name="connsiteX3" fmla="*/ 1274932 w 1583690"/>
                <a:gd name="connsiteY3" fmla="*/ 2517568 h 2755075"/>
                <a:gd name="connsiteX4" fmla="*/ 1583690 w 1583690"/>
                <a:gd name="connsiteY4" fmla="*/ 2755075 h 2755075"/>
                <a:gd name="connsiteX0" fmla="*/ 836833 w 1561227"/>
                <a:gd name="connsiteY0" fmla="*/ 0 h 2755075"/>
                <a:gd name="connsiteX1" fmla="*/ 44592 w 1561227"/>
                <a:gd name="connsiteY1" fmla="*/ 483482 h 2755075"/>
                <a:gd name="connsiteX2" fmla="*/ 223158 w 1561227"/>
                <a:gd name="connsiteY2" fmla="*/ 2157292 h 2755075"/>
                <a:gd name="connsiteX3" fmla="*/ 1252469 w 1561227"/>
                <a:gd name="connsiteY3" fmla="*/ 2517568 h 2755075"/>
                <a:gd name="connsiteX4" fmla="*/ 1561227 w 1561227"/>
                <a:gd name="connsiteY4" fmla="*/ 2755075 h 2755075"/>
                <a:gd name="connsiteX0" fmla="*/ 1976229 w 1976229"/>
                <a:gd name="connsiteY0" fmla="*/ 0 h 2687342"/>
                <a:gd name="connsiteX1" fmla="*/ 122832 w 1976229"/>
                <a:gd name="connsiteY1" fmla="*/ 415749 h 2687342"/>
                <a:gd name="connsiteX2" fmla="*/ 301398 w 1976229"/>
                <a:gd name="connsiteY2" fmla="*/ 2089559 h 2687342"/>
                <a:gd name="connsiteX3" fmla="*/ 1330709 w 1976229"/>
                <a:gd name="connsiteY3" fmla="*/ 2449835 h 2687342"/>
                <a:gd name="connsiteX4" fmla="*/ 1639467 w 1976229"/>
                <a:gd name="connsiteY4" fmla="*/ 2687342 h 2687342"/>
                <a:gd name="connsiteX0" fmla="*/ 1710841 w 2529175"/>
                <a:gd name="connsiteY0" fmla="*/ 0 h 2687342"/>
                <a:gd name="connsiteX1" fmla="*/ 2487755 w 2529175"/>
                <a:gd name="connsiteY1" fmla="*/ 415749 h 2687342"/>
                <a:gd name="connsiteX2" fmla="*/ 36010 w 2529175"/>
                <a:gd name="connsiteY2" fmla="*/ 2089559 h 2687342"/>
                <a:gd name="connsiteX3" fmla="*/ 1065321 w 2529175"/>
                <a:gd name="connsiteY3" fmla="*/ 2449835 h 2687342"/>
                <a:gd name="connsiteX4" fmla="*/ 1374079 w 2529175"/>
                <a:gd name="connsiteY4" fmla="*/ 2687342 h 2687342"/>
                <a:gd name="connsiteX0" fmla="*/ 678264 w 1579766"/>
                <a:gd name="connsiteY0" fmla="*/ 0 h 2687342"/>
                <a:gd name="connsiteX1" fmla="*/ 1455178 w 1579766"/>
                <a:gd name="connsiteY1" fmla="*/ 415749 h 2687342"/>
                <a:gd name="connsiteX2" fmla="*/ 1430544 w 1579766"/>
                <a:gd name="connsiteY2" fmla="*/ 2247603 h 2687342"/>
                <a:gd name="connsiteX3" fmla="*/ 32744 w 1579766"/>
                <a:gd name="connsiteY3" fmla="*/ 2449835 h 2687342"/>
                <a:gd name="connsiteX4" fmla="*/ 341502 w 1579766"/>
                <a:gd name="connsiteY4" fmla="*/ 2687342 h 2687342"/>
                <a:gd name="connsiteX0" fmla="*/ 336762 w 1218017"/>
                <a:gd name="connsiteY0" fmla="*/ 0 h 2687342"/>
                <a:gd name="connsiteX1" fmla="*/ 1113676 w 1218017"/>
                <a:gd name="connsiteY1" fmla="*/ 415749 h 2687342"/>
                <a:gd name="connsiteX2" fmla="*/ 1089042 w 1218017"/>
                <a:gd name="connsiteY2" fmla="*/ 2247603 h 2687342"/>
                <a:gd name="connsiteX3" fmla="*/ 0 w 1218017"/>
                <a:gd name="connsiteY3" fmla="*/ 2687342 h 2687342"/>
                <a:gd name="connsiteX0" fmla="*/ 110984 w 978336"/>
                <a:gd name="connsiteY0" fmla="*/ 0 h 2800231"/>
                <a:gd name="connsiteX1" fmla="*/ 887898 w 978336"/>
                <a:gd name="connsiteY1" fmla="*/ 415749 h 2800231"/>
                <a:gd name="connsiteX2" fmla="*/ 863264 w 978336"/>
                <a:gd name="connsiteY2" fmla="*/ 2247603 h 2800231"/>
                <a:gd name="connsiteX3" fmla="*/ 0 w 978336"/>
                <a:gd name="connsiteY3" fmla="*/ 2800231 h 2800231"/>
                <a:gd name="connsiteX0" fmla="*/ 110984 w 978336"/>
                <a:gd name="connsiteY0" fmla="*/ 0 h 2800231"/>
                <a:gd name="connsiteX1" fmla="*/ 887898 w 978336"/>
                <a:gd name="connsiteY1" fmla="*/ 415749 h 2800231"/>
                <a:gd name="connsiteX2" fmla="*/ 863264 w 978336"/>
                <a:gd name="connsiteY2" fmla="*/ 2247603 h 2800231"/>
                <a:gd name="connsiteX3" fmla="*/ 0 w 978336"/>
                <a:gd name="connsiteY3" fmla="*/ 2800231 h 2800231"/>
                <a:gd name="connsiteX0" fmla="*/ 110984 w 1049148"/>
                <a:gd name="connsiteY0" fmla="*/ 0 h 2800231"/>
                <a:gd name="connsiteX1" fmla="*/ 989498 w 1049148"/>
                <a:gd name="connsiteY1" fmla="*/ 630238 h 2800231"/>
                <a:gd name="connsiteX2" fmla="*/ 863264 w 1049148"/>
                <a:gd name="connsiteY2" fmla="*/ 2247603 h 2800231"/>
                <a:gd name="connsiteX3" fmla="*/ 0 w 1049148"/>
                <a:gd name="connsiteY3" fmla="*/ 2800231 h 2800231"/>
                <a:gd name="connsiteX0" fmla="*/ 110984 w 1061336"/>
                <a:gd name="connsiteY0" fmla="*/ 0 h 2800231"/>
                <a:gd name="connsiteX1" fmla="*/ 989498 w 1061336"/>
                <a:gd name="connsiteY1" fmla="*/ 630238 h 2800231"/>
                <a:gd name="connsiteX2" fmla="*/ 897130 w 1061336"/>
                <a:gd name="connsiteY2" fmla="*/ 2236314 h 2800231"/>
                <a:gd name="connsiteX3" fmla="*/ 0 w 1061336"/>
                <a:gd name="connsiteY3" fmla="*/ 2800231 h 2800231"/>
                <a:gd name="connsiteX0" fmla="*/ 110984 w 1061336"/>
                <a:gd name="connsiteY0" fmla="*/ 0 h 2800231"/>
                <a:gd name="connsiteX1" fmla="*/ 989498 w 1061336"/>
                <a:gd name="connsiteY1" fmla="*/ 630238 h 2800231"/>
                <a:gd name="connsiteX2" fmla="*/ 897130 w 1061336"/>
                <a:gd name="connsiteY2" fmla="*/ 2236314 h 2800231"/>
                <a:gd name="connsiteX3" fmla="*/ 0 w 1061336"/>
                <a:gd name="connsiteY3" fmla="*/ 2800231 h 2800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61336" h="2800231">
                  <a:moveTo>
                    <a:pt x="110984" y="0"/>
                  </a:moveTo>
                  <a:cubicBezTo>
                    <a:pt x="422952" y="431890"/>
                    <a:pt x="858474" y="257519"/>
                    <a:pt x="989498" y="630238"/>
                  </a:cubicBezTo>
                  <a:cubicBezTo>
                    <a:pt x="1120522" y="1002957"/>
                    <a:pt x="1062046" y="1874649"/>
                    <a:pt x="897130" y="2236314"/>
                  </a:cubicBezTo>
                  <a:cubicBezTo>
                    <a:pt x="732214" y="2597979"/>
                    <a:pt x="226884" y="2708619"/>
                    <a:pt x="0" y="2800231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7DF266ED-E0ED-0B69-5177-A589BF339928}"/>
                </a:ext>
              </a:extLst>
            </p:cNvPr>
            <p:cNvSpPr/>
            <p:nvPr/>
          </p:nvSpPr>
          <p:spPr>
            <a:xfrm>
              <a:off x="11974119" y="8453433"/>
              <a:ext cx="632103" cy="664867"/>
            </a:xfrm>
            <a:custGeom>
              <a:avLst/>
              <a:gdLst>
                <a:gd name="connsiteX0" fmla="*/ 1582057 w 1589517"/>
                <a:gd name="connsiteY0" fmla="*/ 885371 h 885371"/>
                <a:gd name="connsiteX1" fmla="*/ 1349829 w 1589517"/>
                <a:gd name="connsiteY1" fmla="*/ 333829 h 885371"/>
                <a:gd name="connsiteX2" fmla="*/ 0 w 1589517"/>
                <a:gd name="connsiteY2" fmla="*/ 0 h 885371"/>
                <a:gd name="connsiteX0" fmla="*/ 1582057 w 1583472"/>
                <a:gd name="connsiteY0" fmla="*/ 885371 h 885371"/>
                <a:gd name="connsiteX1" fmla="*/ 1219201 w 1583472"/>
                <a:gd name="connsiteY1" fmla="*/ 116115 h 885371"/>
                <a:gd name="connsiteX2" fmla="*/ 0 w 1583472"/>
                <a:gd name="connsiteY2" fmla="*/ 0 h 885371"/>
                <a:gd name="connsiteX0" fmla="*/ 1582057 w 1583472"/>
                <a:gd name="connsiteY0" fmla="*/ 885520 h 885520"/>
                <a:gd name="connsiteX1" fmla="*/ 1219201 w 1583472"/>
                <a:gd name="connsiteY1" fmla="*/ 116264 h 885520"/>
                <a:gd name="connsiteX2" fmla="*/ 0 w 1583472"/>
                <a:gd name="connsiteY2" fmla="*/ 149 h 885520"/>
                <a:gd name="connsiteX0" fmla="*/ 1669143 w 1670558"/>
                <a:gd name="connsiteY0" fmla="*/ 874991 h 874991"/>
                <a:gd name="connsiteX1" fmla="*/ 1306287 w 1670558"/>
                <a:gd name="connsiteY1" fmla="*/ 105735 h 874991"/>
                <a:gd name="connsiteX2" fmla="*/ 0 w 1670558"/>
                <a:gd name="connsiteY2" fmla="*/ 4134 h 874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0558" h="874991">
                  <a:moveTo>
                    <a:pt x="1669143" y="874991"/>
                  </a:moveTo>
                  <a:cubicBezTo>
                    <a:pt x="1684867" y="673001"/>
                    <a:pt x="1569963" y="253297"/>
                    <a:pt x="1306287" y="105735"/>
                  </a:cubicBezTo>
                  <a:cubicBezTo>
                    <a:pt x="1042611" y="-41827"/>
                    <a:pt x="601133" y="10181"/>
                    <a:pt x="0" y="4134"/>
                  </a:cubicBezTo>
                </a:path>
              </a:pathLst>
            </a:custGeom>
            <a:noFill/>
            <a:ln w="31750">
              <a:solidFill>
                <a:schemeClr val="bg2">
                  <a:lumMod val="50000"/>
                </a:schemeClr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262FF3BC-15B7-CC53-466A-3CE01000AA91}"/>
                </a:ext>
              </a:extLst>
            </p:cNvPr>
            <p:cNvSpPr/>
            <p:nvPr/>
          </p:nvSpPr>
          <p:spPr>
            <a:xfrm>
              <a:off x="11804570" y="7865344"/>
              <a:ext cx="688623" cy="486490"/>
            </a:xfrm>
            <a:custGeom>
              <a:avLst/>
              <a:gdLst>
                <a:gd name="connsiteX0" fmla="*/ 688623 w 688623"/>
                <a:gd name="connsiteY0" fmla="*/ 34935 h 486490"/>
                <a:gd name="connsiteX1" fmla="*/ 203200 w 688623"/>
                <a:gd name="connsiteY1" fmla="*/ 46224 h 486490"/>
                <a:gd name="connsiteX2" fmla="*/ 0 w 688623"/>
                <a:gd name="connsiteY2" fmla="*/ 486490 h 486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88623" h="486490">
                  <a:moveTo>
                    <a:pt x="688623" y="34935"/>
                  </a:moveTo>
                  <a:cubicBezTo>
                    <a:pt x="503296" y="2950"/>
                    <a:pt x="317970" y="-29035"/>
                    <a:pt x="203200" y="46224"/>
                  </a:cubicBezTo>
                  <a:cubicBezTo>
                    <a:pt x="88429" y="121483"/>
                    <a:pt x="44214" y="303986"/>
                    <a:pt x="0" y="48649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811C549-1B6E-728D-04C8-A963F3EE6416}"/>
                </a:ext>
              </a:extLst>
            </p:cNvPr>
            <p:cNvSpPr/>
            <p:nvPr/>
          </p:nvSpPr>
          <p:spPr>
            <a:xfrm>
              <a:off x="9858815" y="4682947"/>
              <a:ext cx="1855443" cy="2935111"/>
            </a:xfrm>
            <a:custGeom>
              <a:avLst/>
              <a:gdLst>
                <a:gd name="connsiteX0" fmla="*/ 241132 w 1844154"/>
                <a:gd name="connsiteY0" fmla="*/ 2968978 h 2968978"/>
                <a:gd name="connsiteX1" fmla="*/ 37932 w 1844154"/>
                <a:gd name="connsiteY1" fmla="*/ 2156178 h 2968978"/>
                <a:gd name="connsiteX2" fmla="*/ 26643 w 1844154"/>
                <a:gd name="connsiteY2" fmla="*/ 677333 h 2968978"/>
                <a:gd name="connsiteX3" fmla="*/ 320154 w 1844154"/>
                <a:gd name="connsiteY3" fmla="*/ 101600 h 2968978"/>
                <a:gd name="connsiteX4" fmla="*/ 1370021 w 1844154"/>
                <a:gd name="connsiteY4" fmla="*/ 135467 h 2968978"/>
                <a:gd name="connsiteX5" fmla="*/ 1844154 w 1844154"/>
                <a:gd name="connsiteY5" fmla="*/ 0 h 2968978"/>
                <a:gd name="connsiteX0" fmla="*/ 241132 w 1821577"/>
                <a:gd name="connsiteY0" fmla="*/ 2897812 h 2897812"/>
                <a:gd name="connsiteX1" fmla="*/ 37932 w 1821577"/>
                <a:gd name="connsiteY1" fmla="*/ 2085012 h 2897812"/>
                <a:gd name="connsiteX2" fmla="*/ 26643 w 1821577"/>
                <a:gd name="connsiteY2" fmla="*/ 606167 h 2897812"/>
                <a:gd name="connsiteX3" fmla="*/ 320154 w 1821577"/>
                <a:gd name="connsiteY3" fmla="*/ 30434 h 2897812"/>
                <a:gd name="connsiteX4" fmla="*/ 1370021 w 1821577"/>
                <a:gd name="connsiteY4" fmla="*/ 64301 h 2897812"/>
                <a:gd name="connsiteX5" fmla="*/ 1821577 w 1821577"/>
                <a:gd name="connsiteY5" fmla="*/ 30434 h 2897812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370021 w 1855443"/>
                <a:gd name="connsiteY4" fmla="*/ 101600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79710 w 1855443"/>
                <a:gd name="connsiteY4" fmla="*/ 67733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79710 w 1855443"/>
                <a:gd name="connsiteY4" fmla="*/ 67733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313577 w 1855443"/>
                <a:gd name="connsiteY4" fmla="*/ 101600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90999 w 1855443"/>
                <a:gd name="connsiteY4" fmla="*/ 90311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90999 w 1855443"/>
                <a:gd name="connsiteY4" fmla="*/ 90311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90999 w 1855443"/>
                <a:gd name="connsiteY4" fmla="*/ 90311 h 2935111"/>
                <a:gd name="connsiteX5" fmla="*/ 1855443 w 1855443"/>
                <a:gd name="connsiteY5" fmla="*/ 0 h 2935111"/>
                <a:gd name="connsiteX0" fmla="*/ 241132 w 1855443"/>
                <a:gd name="connsiteY0" fmla="*/ 2935111 h 2935111"/>
                <a:gd name="connsiteX1" fmla="*/ 37932 w 1855443"/>
                <a:gd name="connsiteY1" fmla="*/ 2122311 h 2935111"/>
                <a:gd name="connsiteX2" fmla="*/ 26643 w 1855443"/>
                <a:gd name="connsiteY2" fmla="*/ 643466 h 2935111"/>
                <a:gd name="connsiteX3" fmla="*/ 320154 w 1855443"/>
                <a:gd name="connsiteY3" fmla="*/ 67733 h 2935111"/>
                <a:gd name="connsiteX4" fmla="*/ 1290999 w 1855443"/>
                <a:gd name="connsiteY4" fmla="*/ 90311 h 2935111"/>
                <a:gd name="connsiteX5" fmla="*/ 1855443 w 1855443"/>
                <a:gd name="connsiteY5" fmla="*/ 0 h 2935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55443" h="2935111">
                  <a:moveTo>
                    <a:pt x="241132" y="2935111"/>
                  </a:moveTo>
                  <a:cubicBezTo>
                    <a:pt x="157406" y="2719681"/>
                    <a:pt x="73680" y="2504252"/>
                    <a:pt x="37932" y="2122311"/>
                  </a:cubicBezTo>
                  <a:cubicBezTo>
                    <a:pt x="2184" y="1740370"/>
                    <a:pt x="-20394" y="985896"/>
                    <a:pt x="26643" y="643466"/>
                  </a:cubicBezTo>
                  <a:cubicBezTo>
                    <a:pt x="73680" y="301036"/>
                    <a:pt x="109428" y="159925"/>
                    <a:pt x="320154" y="67733"/>
                  </a:cubicBezTo>
                  <a:cubicBezTo>
                    <a:pt x="530880" y="-24459"/>
                    <a:pt x="980554" y="84666"/>
                    <a:pt x="1290999" y="90311"/>
                  </a:cubicBezTo>
                  <a:cubicBezTo>
                    <a:pt x="1539354" y="90311"/>
                    <a:pt x="1686109" y="158044"/>
                    <a:pt x="1855443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D388218-6EEE-A28B-B26E-223BE20D4750}"/>
                </a:ext>
              </a:extLst>
            </p:cNvPr>
            <p:cNvGrpSpPr/>
            <p:nvPr/>
          </p:nvGrpSpPr>
          <p:grpSpPr>
            <a:xfrm>
              <a:off x="12432229" y="8468122"/>
              <a:ext cx="32400" cy="19080"/>
              <a:chOff x="12469705" y="8910332"/>
              <a:chExt cx="32400" cy="190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">
                <p14:nvContentPartPr>
                  <p14:cNvPr id="26" name="Ink 25">
                    <a:extLst>
                      <a:ext uri="{FF2B5EF4-FFF2-40B4-BE49-F238E27FC236}">
                        <a16:creationId xmlns:a16="http://schemas.microsoft.com/office/drawing/2014/main" id="{4ACBE04E-EA55-719E-C849-21D7C9E9FECF}"/>
                      </a:ext>
                    </a:extLst>
                  </p14:cNvPr>
                  <p14:cNvContentPartPr/>
                  <p14:nvPr/>
                </p14:nvContentPartPr>
                <p14:xfrm>
                  <a:off x="12501745" y="8926892"/>
                  <a:ext cx="360" cy="360"/>
                </p14:xfrm>
              </p:contentPart>
            </mc:Choice>
            <mc:Fallback>
              <p:pic>
                <p:nvPicPr>
                  <p:cNvPr id="26" name="Ink 25">
                    <a:extLst>
                      <a:ext uri="{FF2B5EF4-FFF2-40B4-BE49-F238E27FC236}">
                        <a16:creationId xmlns:a16="http://schemas.microsoft.com/office/drawing/2014/main" id="{4ACBE04E-EA55-719E-C849-21D7C9E9FEC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92745" y="891789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">
                <p14:nvContentPartPr>
                  <p14:cNvPr id="27" name="Ink 26">
                    <a:extLst>
                      <a:ext uri="{FF2B5EF4-FFF2-40B4-BE49-F238E27FC236}">
                        <a16:creationId xmlns:a16="http://schemas.microsoft.com/office/drawing/2014/main" id="{C6E4050E-8578-43FA-8AB5-6B6395CA367F}"/>
                      </a:ext>
                    </a:extLst>
                  </p14:cNvPr>
                  <p14:cNvContentPartPr/>
                  <p14:nvPr/>
                </p14:nvContentPartPr>
                <p14:xfrm>
                  <a:off x="12499945" y="8929052"/>
                  <a:ext cx="360" cy="360"/>
                </p14:xfrm>
              </p:contentPart>
            </mc:Choice>
            <mc:Fallback>
              <p:pic>
                <p:nvPicPr>
                  <p:cNvPr id="27" name="Ink 26">
                    <a:extLst>
                      <a:ext uri="{FF2B5EF4-FFF2-40B4-BE49-F238E27FC236}">
                        <a16:creationId xmlns:a16="http://schemas.microsoft.com/office/drawing/2014/main" id="{C6E4050E-8578-43FA-8AB5-6B6395CA367F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90945" y="892005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">
                <p14:nvContentPartPr>
                  <p14:cNvPr id="29" name="Ink 28">
                    <a:extLst>
                      <a:ext uri="{FF2B5EF4-FFF2-40B4-BE49-F238E27FC236}">
                        <a16:creationId xmlns:a16="http://schemas.microsoft.com/office/drawing/2014/main" id="{028C7B4C-C15C-9BE2-35B7-EFBAA321FAF7}"/>
                      </a:ext>
                    </a:extLst>
                  </p14:cNvPr>
                  <p14:cNvContentPartPr/>
                  <p14:nvPr/>
                </p14:nvContentPartPr>
                <p14:xfrm>
                  <a:off x="12489145" y="8920052"/>
                  <a:ext cx="360" cy="360"/>
                </p14:xfrm>
              </p:contentPart>
            </mc:Choice>
            <mc:Fallback>
              <p:pic>
                <p:nvPicPr>
                  <p:cNvPr id="29" name="Ink 28">
                    <a:extLst>
                      <a:ext uri="{FF2B5EF4-FFF2-40B4-BE49-F238E27FC236}">
                        <a16:creationId xmlns:a16="http://schemas.microsoft.com/office/drawing/2014/main" id="{028C7B4C-C15C-9BE2-35B7-EFBAA321FAF7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80145" y="891105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58CE25D6-3A69-72E2-C37B-EE86C5D602DA}"/>
                      </a:ext>
                    </a:extLst>
                  </p14:cNvPr>
                  <p14:cNvContentPartPr/>
                  <p14:nvPr/>
                </p14:nvContentPartPr>
                <p14:xfrm>
                  <a:off x="12480505" y="8915372"/>
                  <a:ext cx="360" cy="360"/>
                </p14:xfrm>
              </p:contentPart>
            </mc:Choice>
            <mc:Fallback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58CE25D6-3A69-72E2-C37B-EE86C5D602D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71505" y="890637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">
                <p14:nvContentPartPr>
                  <p14:cNvPr id="33" name="Ink 32">
                    <a:extLst>
                      <a:ext uri="{FF2B5EF4-FFF2-40B4-BE49-F238E27FC236}">
                        <a16:creationId xmlns:a16="http://schemas.microsoft.com/office/drawing/2014/main" id="{05908BFC-11EE-9444-CE37-A583D5F95E8A}"/>
                      </a:ext>
                    </a:extLst>
                  </p14:cNvPr>
                  <p14:cNvContentPartPr/>
                  <p14:nvPr/>
                </p14:nvContentPartPr>
                <p14:xfrm>
                  <a:off x="12469705" y="8910332"/>
                  <a:ext cx="360" cy="360"/>
                </p14:xfrm>
              </p:contentPart>
            </mc:Choice>
            <mc:Fallback>
              <p:pic>
                <p:nvPicPr>
                  <p:cNvPr id="33" name="Ink 32">
                    <a:extLst>
                      <a:ext uri="{FF2B5EF4-FFF2-40B4-BE49-F238E27FC236}">
                        <a16:creationId xmlns:a16="http://schemas.microsoft.com/office/drawing/2014/main" id="{05908BFC-11EE-9444-CE37-A583D5F95E8A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60705" y="890133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12E2D97-C79D-E4A0-4579-F0845E0E664F}"/>
                </a:ext>
              </a:extLst>
            </p:cNvPr>
            <p:cNvGrpSpPr/>
            <p:nvPr/>
          </p:nvGrpSpPr>
          <p:grpSpPr>
            <a:xfrm>
              <a:off x="12424669" y="8528602"/>
              <a:ext cx="20880" cy="15480"/>
              <a:chOff x="12462145" y="8970812"/>
              <a:chExt cx="20880" cy="154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8">
                <p14:nvContentPartPr>
                  <p14:cNvPr id="35" name="Ink 34">
                    <a:extLst>
                      <a:ext uri="{FF2B5EF4-FFF2-40B4-BE49-F238E27FC236}">
                        <a16:creationId xmlns:a16="http://schemas.microsoft.com/office/drawing/2014/main" id="{CCCF905E-805B-6441-3618-666FA78DBBF4}"/>
                      </a:ext>
                    </a:extLst>
                  </p14:cNvPr>
                  <p14:cNvContentPartPr/>
                  <p14:nvPr/>
                </p14:nvContentPartPr>
                <p14:xfrm>
                  <a:off x="12462145" y="8970812"/>
                  <a:ext cx="360" cy="360"/>
                </p14:xfrm>
              </p:contentPart>
            </mc:Choice>
            <mc:Fallback>
              <p:pic>
                <p:nvPicPr>
                  <p:cNvPr id="35" name="Ink 34">
                    <a:extLst>
                      <a:ext uri="{FF2B5EF4-FFF2-40B4-BE49-F238E27FC236}">
                        <a16:creationId xmlns:a16="http://schemas.microsoft.com/office/drawing/2014/main" id="{CCCF905E-805B-6441-3618-666FA78DBBF4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53145" y="896181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">
                <p14:nvContentPartPr>
                  <p14:cNvPr id="36" name="Ink 35">
                    <a:extLst>
                      <a:ext uri="{FF2B5EF4-FFF2-40B4-BE49-F238E27FC236}">
                        <a16:creationId xmlns:a16="http://schemas.microsoft.com/office/drawing/2014/main" id="{59E9B0E3-63BD-342B-8715-5B6BD3CFEE72}"/>
                      </a:ext>
                    </a:extLst>
                  </p14:cNvPr>
                  <p14:cNvContentPartPr/>
                  <p14:nvPr/>
                </p14:nvContentPartPr>
                <p14:xfrm>
                  <a:off x="12470785" y="8977292"/>
                  <a:ext cx="360" cy="360"/>
                </p14:xfrm>
              </p:contentPart>
            </mc:Choice>
            <mc:Fallback>
              <p:pic>
                <p:nvPicPr>
                  <p:cNvPr id="36" name="Ink 35">
                    <a:extLst>
                      <a:ext uri="{FF2B5EF4-FFF2-40B4-BE49-F238E27FC236}">
                        <a16:creationId xmlns:a16="http://schemas.microsoft.com/office/drawing/2014/main" id="{59E9B0E3-63BD-342B-8715-5B6BD3CFEE7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61785" y="896829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">
                <p14:nvContentPartPr>
                  <p14:cNvPr id="38" name="Ink 37">
                    <a:extLst>
                      <a:ext uri="{FF2B5EF4-FFF2-40B4-BE49-F238E27FC236}">
                        <a16:creationId xmlns:a16="http://schemas.microsoft.com/office/drawing/2014/main" id="{A44EFE4C-819C-44CF-64EC-E339E753E55E}"/>
                      </a:ext>
                    </a:extLst>
                  </p14:cNvPr>
                  <p14:cNvContentPartPr/>
                  <p14:nvPr/>
                </p14:nvContentPartPr>
                <p14:xfrm>
                  <a:off x="12482665" y="8985932"/>
                  <a:ext cx="360" cy="360"/>
                </p14:xfrm>
              </p:contentPart>
            </mc:Choice>
            <mc:Fallback>
              <p:pic>
                <p:nvPicPr>
                  <p:cNvPr id="38" name="Ink 37">
                    <a:extLst>
                      <a:ext uri="{FF2B5EF4-FFF2-40B4-BE49-F238E27FC236}">
                        <a16:creationId xmlns:a16="http://schemas.microsoft.com/office/drawing/2014/main" id="{A44EFE4C-819C-44CF-64EC-E339E753E55E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473665" y="897693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4C81916-DE4B-B62A-9FD5-5B748779DAD7}"/>
                    </a:ext>
                  </a:extLst>
                </p14:cNvPr>
                <p14:cNvContentPartPr/>
                <p14:nvPr/>
              </p14:nvContentPartPr>
              <p14:xfrm>
                <a:off x="12450229" y="8555962"/>
                <a:ext cx="360" cy="3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4C81916-DE4B-B62A-9FD5-5B748779DAD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41229" y="854696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64C636E3-AC7D-98C2-2DA2-D2B504B0692B}"/>
                </a:ext>
              </a:extLst>
            </p:cNvPr>
            <p:cNvSpPr/>
            <p:nvPr/>
          </p:nvSpPr>
          <p:spPr>
            <a:xfrm>
              <a:off x="11535568" y="8720507"/>
              <a:ext cx="480017" cy="1659020"/>
            </a:xfrm>
            <a:custGeom>
              <a:avLst/>
              <a:gdLst>
                <a:gd name="connsiteX0" fmla="*/ 0 w 534807"/>
                <a:gd name="connsiteY0" fmla="*/ 0 h 1696453"/>
                <a:gd name="connsiteX1" fmla="*/ 529389 w 534807"/>
                <a:gd name="connsiteY1" fmla="*/ 806116 h 1696453"/>
                <a:gd name="connsiteX2" fmla="*/ 228600 w 534807"/>
                <a:gd name="connsiteY2" fmla="*/ 1696453 h 1696453"/>
                <a:gd name="connsiteX0" fmla="*/ 0 w 508070"/>
                <a:gd name="connsiteY0" fmla="*/ 0 h 1664368"/>
                <a:gd name="connsiteX1" fmla="*/ 502652 w 508070"/>
                <a:gd name="connsiteY1" fmla="*/ 774031 h 1664368"/>
                <a:gd name="connsiteX2" fmla="*/ 201863 w 508070"/>
                <a:gd name="connsiteY2" fmla="*/ 1664368 h 1664368"/>
                <a:gd name="connsiteX0" fmla="*/ 0 w 572239"/>
                <a:gd name="connsiteY0" fmla="*/ 0 h 1701799"/>
                <a:gd name="connsiteX1" fmla="*/ 566821 w 572239"/>
                <a:gd name="connsiteY1" fmla="*/ 811462 h 1701799"/>
                <a:gd name="connsiteX2" fmla="*/ 266032 w 572239"/>
                <a:gd name="connsiteY2" fmla="*/ 1701799 h 1701799"/>
                <a:gd name="connsiteX0" fmla="*/ 0 w 480427"/>
                <a:gd name="connsiteY0" fmla="*/ 0 h 1701799"/>
                <a:gd name="connsiteX1" fmla="*/ 470568 w 480427"/>
                <a:gd name="connsiteY1" fmla="*/ 961188 h 1701799"/>
                <a:gd name="connsiteX2" fmla="*/ 266032 w 480427"/>
                <a:gd name="connsiteY2" fmla="*/ 1701799 h 1701799"/>
                <a:gd name="connsiteX0" fmla="*/ 0 w 480427"/>
                <a:gd name="connsiteY0" fmla="*/ 0 h 1653672"/>
                <a:gd name="connsiteX1" fmla="*/ 470568 w 480427"/>
                <a:gd name="connsiteY1" fmla="*/ 961188 h 1653672"/>
                <a:gd name="connsiteX2" fmla="*/ 266032 w 480427"/>
                <a:gd name="connsiteY2" fmla="*/ 1653672 h 1653672"/>
                <a:gd name="connsiteX0" fmla="*/ 0 w 480017"/>
                <a:gd name="connsiteY0" fmla="*/ 0 h 1691104"/>
                <a:gd name="connsiteX1" fmla="*/ 470568 w 480017"/>
                <a:gd name="connsiteY1" fmla="*/ 961188 h 1691104"/>
                <a:gd name="connsiteX2" fmla="*/ 260684 w 480017"/>
                <a:gd name="connsiteY2" fmla="*/ 1691104 h 1691104"/>
                <a:gd name="connsiteX0" fmla="*/ 0 w 480017"/>
                <a:gd name="connsiteY0" fmla="*/ 0 h 1659020"/>
                <a:gd name="connsiteX1" fmla="*/ 470568 w 480017"/>
                <a:gd name="connsiteY1" fmla="*/ 961188 h 1659020"/>
                <a:gd name="connsiteX2" fmla="*/ 260684 w 480017"/>
                <a:gd name="connsiteY2" fmla="*/ 1659020 h 1659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80017" h="1659020">
                  <a:moveTo>
                    <a:pt x="0" y="0"/>
                  </a:moveTo>
                  <a:cubicBezTo>
                    <a:pt x="245644" y="261687"/>
                    <a:pt x="432468" y="678446"/>
                    <a:pt x="470568" y="961188"/>
                  </a:cubicBezTo>
                  <a:cubicBezTo>
                    <a:pt x="508668" y="1243930"/>
                    <a:pt x="430128" y="1355222"/>
                    <a:pt x="260684" y="165902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761F00-ABC1-0575-96C5-FEA3A62ADA37}"/>
                    </a:ext>
                  </a:extLst>
                </p14:cNvPr>
                <p14:cNvContentPartPr/>
                <p14:nvPr/>
              </p14:nvContentPartPr>
              <p14:xfrm>
                <a:off x="11652568" y="8916424"/>
                <a:ext cx="360" cy="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761F00-ABC1-0575-96C5-FEA3A62ADA37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643568" y="890742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3087AE5-7704-7E9F-1237-897C0DE95F80}"/>
                </a:ext>
              </a:extLst>
            </p:cNvPr>
            <p:cNvGrpSpPr/>
            <p:nvPr/>
          </p:nvGrpSpPr>
          <p:grpSpPr>
            <a:xfrm>
              <a:off x="11661928" y="8935144"/>
              <a:ext cx="16920" cy="12960"/>
              <a:chOff x="11699404" y="9377354"/>
              <a:chExt cx="16920" cy="129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3">
                <p14:nvContentPartPr>
                  <p14:cNvPr id="43" name="Ink 42">
                    <a:extLst>
                      <a:ext uri="{FF2B5EF4-FFF2-40B4-BE49-F238E27FC236}">
                        <a16:creationId xmlns:a16="http://schemas.microsoft.com/office/drawing/2014/main" id="{F827D1F6-36FC-C72F-4715-469B7C5FF5FD}"/>
                      </a:ext>
                    </a:extLst>
                  </p14:cNvPr>
                  <p14:cNvContentPartPr/>
                  <p14:nvPr/>
                </p14:nvContentPartPr>
                <p14:xfrm>
                  <a:off x="11706244" y="9382754"/>
                  <a:ext cx="360" cy="360"/>
                </p14:xfrm>
              </p:contentPart>
            </mc:Choice>
            <mc:Fallback>
              <p:pic>
                <p:nvPicPr>
                  <p:cNvPr id="43" name="Ink 42">
                    <a:extLst>
                      <a:ext uri="{FF2B5EF4-FFF2-40B4-BE49-F238E27FC236}">
                        <a16:creationId xmlns:a16="http://schemas.microsoft.com/office/drawing/2014/main" id="{F827D1F6-36FC-C72F-4715-469B7C5FF5FD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697244" y="937375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">
                <p14:nvContentPartPr>
                  <p14:cNvPr id="44" name="Ink 43">
                    <a:extLst>
                      <a:ext uri="{FF2B5EF4-FFF2-40B4-BE49-F238E27FC236}">
                        <a16:creationId xmlns:a16="http://schemas.microsoft.com/office/drawing/2014/main" id="{2F335056-7B32-7434-4A2C-F1E445C1D1A2}"/>
                      </a:ext>
                    </a:extLst>
                  </p14:cNvPr>
                  <p14:cNvContentPartPr/>
                  <p14:nvPr/>
                </p14:nvContentPartPr>
                <p14:xfrm>
                  <a:off x="11706244" y="9382754"/>
                  <a:ext cx="360" cy="360"/>
                </p14:xfrm>
              </p:contentPart>
            </mc:Choice>
            <mc:Fallback>
              <p:pic>
                <p:nvPicPr>
                  <p:cNvPr id="44" name="Ink 43">
                    <a:extLst>
                      <a:ext uri="{FF2B5EF4-FFF2-40B4-BE49-F238E27FC236}">
                        <a16:creationId xmlns:a16="http://schemas.microsoft.com/office/drawing/2014/main" id="{2F335056-7B32-7434-4A2C-F1E445C1D1A2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697244" y="937375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">
                <p14:nvContentPartPr>
                  <p14:cNvPr id="46" name="Ink 45">
                    <a:extLst>
                      <a:ext uri="{FF2B5EF4-FFF2-40B4-BE49-F238E27FC236}">
                        <a16:creationId xmlns:a16="http://schemas.microsoft.com/office/drawing/2014/main" id="{2FA188C4-6220-B512-212B-1A9DE5E96C99}"/>
                      </a:ext>
                    </a:extLst>
                  </p14:cNvPr>
                  <p14:cNvContentPartPr/>
                  <p14:nvPr/>
                </p14:nvContentPartPr>
                <p14:xfrm>
                  <a:off x="11715964" y="9389954"/>
                  <a:ext cx="360" cy="360"/>
                </p14:xfrm>
              </p:contentPart>
            </mc:Choice>
            <mc:Fallback>
              <p:pic>
                <p:nvPicPr>
                  <p:cNvPr id="46" name="Ink 45">
                    <a:extLst>
                      <a:ext uri="{FF2B5EF4-FFF2-40B4-BE49-F238E27FC236}">
                        <a16:creationId xmlns:a16="http://schemas.microsoft.com/office/drawing/2014/main" id="{2FA188C4-6220-B512-212B-1A9DE5E96C99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706964" y="938095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">
                <p14:nvContentPartPr>
                  <p14:cNvPr id="48" name="Ink 47">
                    <a:extLst>
                      <a:ext uri="{FF2B5EF4-FFF2-40B4-BE49-F238E27FC236}">
                        <a16:creationId xmlns:a16="http://schemas.microsoft.com/office/drawing/2014/main" id="{55CB1798-4066-D7DB-7427-97FA5F1055A8}"/>
                      </a:ext>
                    </a:extLst>
                  </p14:cNvPr>
                  <p14:cNvContentPartPr/>
                  <p14:nvPr/>
                </p14:nvContentPartPr>
                <p14:xfrm>
                  <a:off x="11699404" y="9377354"/>
                  <a:ext cx="360" cy="360"/>
                </p14:xfrm>
              </p:contentPart>
            </mc:Choice>
            <mc:Fallback>
              <p:pic>
                <p:nvPicPr>
                  <p:cNvPr id="48" name="Ink 47">
                    <a:extLst>
                      <a:ext uri="{FF2B5EF4-FFF2-40B4-BE49-F238E27FC236}">
                        <a16:creationId xmlns:a16="http://schemas.microsoft.com/office/drawing/2014/main" id="{55CB1798-4066-D7DB-7427-97FA5F1055A8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690404" y="936835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20256C0-13B5-E026-85B2-D2D8226388BA}"/>
                    </a:ext>
                  </a:extLst>
                </p14:cNvPr>
                <p14:cNvContentPartPr/>
                <p14:nvPr/>
              </p14:nvContentPartPr>
              <p14:xfrm>
                <a:off x="11644648" y="8909224"/>
                <a:ext cx="360" cy="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20256C0-13B5-E026-85B2-D2D8226388B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635648" y="890022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18F0331-10DD-2152-7C1B-92F61A060CFE}"/>
                </a:ext>
              </a:extLst>
            </p:cNvPr>
            <p:cNvGrpSpPr/>
            <p:nvPr/>
          </p:nvGrpSpPr>
          <p:grpSpPr>
            <a:xfrm>
              <a:off x="11700808" y="8887264"/>
              <a:ext cx="11880" cy="19800"/>
              <a:chOff x="11738284" y="9329474"/>
              <a:chExt cx="11880" cy="1980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8">
                <p14:nvContentPartPr>
                  <p14:cNvPr id="51" name="Ink 50">
                    <a:extLst>
                      <a:ext uri="{FF2B5EF4-FFF2-40B4-BE49-F238E27FC236}">
                        <a16:creationId xmlns:a16="http://schemas.microsoft.com/office/drawing/2014/main" id="{377526E9-7D21-1BE9-7545-DE1D5EBEDB11}"/>
                      </a:ext>
                    </a:extLst>
                  </p14:cNvPr>
                  <p14:cNvContentPartPr/>
                  <p14:nvPr/>
                </p14:nvContentPartPr>
                <p14:xfrm>
                  <a:off x="11738284" y="9329474"/>
                  <a:ext cx="360" cy="360"/>
                </p14:xfrm>
              </p:contentPart>
            </mc:Choice>
            <mc:Fallback>
              <p:pic>
                <p:nvPicPr>
                  <p:cNvPr id="51" name="Ink 50">
                    <a:extLst>
                      <a:ext uri="{FF2B5EF4-FFF2-40B4-BE49-F238E27FC236}">
                        <a16:creationId xmlns:a16="http://schemas.microsoft.com/office/drawing/2014/main" id="{377526E9-7D21-1BE9-7545-DE1D5EBEDB11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729284" y="932047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">
                <p14:nvContentPartPr>
                  <p14:cNvPr id="52" name="Ink 51">
                    <a:extLst>
                      <a:ext uri="{FF2B5EF4-FFF2-40B4-BE49-F238E27FC236}">
                        <a16:creationId xmlns:a16="http://schemas.microsoft.com/office/drawing/2014/main" id="{39221DC9-7900-8B44-D3DF-50B59C58E22B}"/>
                      </a:ext>
                    </a:extLst>
                  </p14:cNvPr>
                  <p14:cNvContentPartPr/>
                  <p14:nvPr/>
                </p14:nvContentPartPr>
                <p14:xfrm>
                  <a:off x="11749084" y="9348914"/>
                  <a:ext cx="360" cy="360"/>
                </p14:xfrm>
              </p:contentPart>
            </mc:Choice>
            <mc:Fallback>
              <p:pic>
                <p:nvPicPr>
                  <p:cNvPr id="52" name="Ink 51">
                    <a:extLst>
                      <a:ext uri="{FF2B5EF4-FFF2-40B4-BE49-F238E27FC236}">
                        <a16:creationId xmlns:a16="http://schemas.microsoft.com/office/drawing/2014/main" id="{39221DC9-7900-8B44-D3DF-50B59C58E22B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740084" y="933991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">
                <p14:nvContentPartPr>
                  <p14:cNvPr id="53" name="Ink 52">
                    <a:extLst>
                      <a:ext uri="{FF2B5EF4-FFF2-40B4-BE49-F238E27FC236}">
                        <a16:creationId xmlns:a16="http://schemas.microsoft.com/office/drawing/2014/main" id="{2736B351-A4A2-3A5B-88A2-915D0399A7BE}"/>
                      </a:ext>
                    </a:extLst>
                  </p14:cNvPr>
                  <p14:cNvContentPartPr/>
                  <p14:nvPr/>
                </p14:nvContentPartPr>
                <p14:xfrm>
                  <a:off x="11749804" y="9340634"/>
                  <a:ext cx="360" cy="360"/>
                </p14:xfrm>
              </p:contentPart>
            </mc:Choice>
            <mc:Fallback>
              <p:pic>
                <p:nvPicPr>
                  <p:cNvPr id="53" name="Ink 52">
                    <a:extLst>
                      <a:ext uri="{FF2B5EF4-FFF2-40B4-BE49-F238E27FC236}">
                        <a16:creationId xmlns:a16="http://schemas.microsoft.com/office/drawing/2014/main" id="{2736B351-A4A2-3A5B-88A2-915D0399A7BE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740804" y="933163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CD527D62-F57D-104D-6B01-355F6F1A53A8}"/>
                </a:ext>
              </a:extLst>
            </p:cNvPr>
            <p:cNvGrpSpPr/>
            <p:nvPr/>
          </p:nvGrpSpPr>
          <p:grpSpPr>
            <a:xfrm>
              <a:off x="11863888" y="9297304"/>
              <a:ext cx="19800" cy="44280"/>
              <a:chOff x="11901364" y="9739514"/>
              <a:chExt cx="19800" cy="442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21">
                <p14:nvContentPartPr>
                  <p14:cNvPr id="55" name="Ink 54">
                    <a:extLst>
                      <a:ext uri="{FF2B5EF4-FFF2-40B4-BE49-F238E27FC236}">
                        <a16:creationId xmlns:a16="http://schemas.microsoft.com/office/drawing/2014/main" id="{3C96FD40-8ECF-AF79-726C-B37B7049C7BD}"/>
                      </a:ext>
                    </a:extLst>
                  </p14:cNvPr>
                  <p14:cNvContentPartPr/>
                  <p14:nvPr/>
                </p14:nvContentPartPr>
                <p14:xfrm>
                  <a:off x="11901364" y="9739514"/>
                  <a:ext cx="360" cy="360"/>
                </p14:xfrm>
              </p:contentPart>
            </mc:Choice>
            <mc:Fallback>
              <p:pic>
                <p:nvPicPr>
                  <p:cNvPr id="55" name="Ink 54">
                    <a:extLst>
                      <a:ext uri="{FF2B5EF4-FFF2-40B4-BE49-F238E27FC236}">
                        <a16:creationId xmlns:a16="http://schemas.microsoft.com/office/drawing/2014/main" id="{3C96FD40-8ECF-AF79-726C-B37B7049C7BD}"/>
                      </a:ext>
                    </a:extLst>
                  </p:cNvPr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1892364" y="9730514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">
                <p14:nvContentPartPr>
                  <p14:cNvPr id="56" name="Ink 55">
                    <a:extLst>
                      <a:ext uri="{FF2B5EF4-FFF2-40B4-BE49-F238E27FC236}">
                        <a16:creationId xmlns:a16="http://schemas.microsoft.com/office/drawing/2014/main" id="{6B35B300-6F24-0E54-BAA8-2D2F0EE2D70D}"/>
                      </a:ext>
                    </a:extLst>
                  </p14:cNvPr>
                  <p14:cNvContentPartPr/>
                  <p14:nvPr/>
                </p14:nvContentPartPr>
                <p14:xfrm>
                  <a:off x="11908564" y="9754274"/>
                  <a:ext cx="12600" cy="29520"/>
                </p14:xfrm>
              </p:contentPart>
            </mc:Choice>
            <mc:Fallback>
              <p:pic>
                <p:nvPicPr>
                  <p:cNvPr id="56" name="Ink 55">
                    <a:extLst>
                      <a:ext uri="{FF2B5EF4-FFF2-40B4-BE49-F238E27FC236}">
                        <a16:creationId xmlns:a16="http://schemas.microsoft.com/office/drawing/2014/main" id="{6B35B300-6F24-0E54-BAA8-2D2F0EE2D70D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11899564" y="9745274"/>
                    <a:ext cx="30240" cy="4716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5616233-22A8-D4B4-3028-3B48582140E8}"/>
                    </a:ext>
                  </a:extLst>
                </p14:cNvPr>
                <p14:cNvContentPartPr/>
                <p14:nvPr/>
              </p14:nvContentPartPr>
              <p14:xfrm>
                <a:off x="11916808" y="9276064"/>
                <a:ext cx="24480" cy="50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5616233-22A8-D4B4-3028-3B48582140E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907938" y="9267064"/>
                  <a:ext cx="41864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153D809-A71B-2697-9A48-5B0A04A12F59}"/>
                    </a:ext>
                  </a:extLst>
                </p14:cNvPr>
                <p14:cNvContentPartPr/>
                <p14:nvPr/>
              </p14:nvContentPartPr>
              <p14:xfrm>
                <a:off x="11922928" y="9274624"/>
                <a:ext cx="360" cy="3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153D809-A71B-2697-9A48-5B0A04A12F5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913928" y="926562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D0F9742-4D16-5C4B-4CF7-4CF3DA35C8E0}"/>
                </a:ext>
              </a:extLst>
            </p:cNvPr>
            <p:cNvSpPr/>
            <p:nvPr/>
          </p:nvSpPr>
          <p:spPr>
            <a:xfrm>
              <a:off x="9545022" y="6690112"/>
              <a:ext cx="2349978" cy="3087445"/>
            </a:xfrm>
            <a:custGeom>
              <a:avLst/>
              <a:gdLst>
                <a:gd name="connsiteX0" fmla="*/ 603700 w 2450429"/>
                <a:gd name="connsiteY0" fmla="*/ 3087445 h 3087445"/>
                <a:gd name="connsiteX1" fmla="*/ 119605 w 2450429"/>
                <a:gd name="connsiteY1" fmla="*/ 1699708 h 3087445"/>
                <a:gd name="connsiteX2" fmla="*/ 87333 w 2450429"/>
                <a:gd name="connsiteY2" fmla="*/ 268941 h 3087445"/>
                <a:gd name="connsiteX3" fmla="*/ 1141582 w 2450429"/>
                <a:gd name="connsiteY3" fmla="*/ 86061 h 3087445"/>
                <a:gd name="connsiteX4" fmla="*/ 2271135 w 2450429"/>
                <a:gd name="connsiteY4" fmla="*/ 355002 h 3087445"/>
                <a:gd name="connsiteX5" fmla="*/ 2432500 w 2450429"/>
                <a:gd name="connsiteY5" fmla="*/ 0 h 3087445"/>
                <a:gd name="connsiteX0" fmla="*/ 567048 w 2413777"/>
                <a:gd name="connsiteY0" fmla="*/ 3087445 h 3087445"/>
                <a:gd name="connsiteX1" fmla="*/ 82953 w 2413777"/>
                <a:gd name="connsiteY1" fmla="*/ 1699708 h 3087445"/>
                <a:gd name="connsiteX2" fmla="*/ 104469 w 2413777"/>
                <a:gd name="connsiteY2" fmla="*/ 462579 h 3087445"/>
                <a:gd name="connsiteX3" fmla="*/ 1104930 w 2413777"/>
                <a:gd name="connsiteY3" fmla="*/ 86061 h 3087445"/>
                <a:gd name="connsiteX4" fmla="*/ 2234483 w 2413777"/>
                <a:gd name="connsiteY4" fmla="*/ 355002 h 3087445"/>
                <a:gd name="connsiteX5" fmla="*/ 2395848 w 2413777"/>
                <a:gd name="connsiteY5" fmla="*/ 0 h 3087445"/>
                <a:gd name="connsiteX0" fmla="*/ 532342 w 2379071"/>
                <a:gd name="connsiteY0" fmla="*/ 3087445 h 3087445"/>
                <a:gd name="connsiteX1" fmla="*/ 134309 w 2379071"/>
                <a:gd name="connsiteY1" fmla="*/ 1570616 h 3087445"/>
                <a:gd name="connsiteX2" fmla="*/ 69763 w 2379071"/>
                <a:gd name="connsiteY2" fmla="*/ 462579 h 3087445"/>
                <a:gd name="connsiteX3" fmla="*/ 1070224 w 2379071"/>
                <a:gd name="connsiteY3" fmla="*/ 86061 h 3087445"/>
                <a:gd name="connsiteX4" fmla="*/ 2199777 w 2379071"/>
                <a:gd name="connsiteY4" fmla="*/ 355002 h 3087445"/>
                <a:gd name="connsiteX5" fmla="*/ 2361142 w 2379071"/>
                <a:gd name="connsiteY5" fmla="*/ 0 h 3087445"/>
                <a:gd name="connsiteX0" fmla="*/ 518007 w 2364736"/>
                <a:gd name="connsiteY0" fmla="*/ 3087445 h 3087445"/>
                <a:gd name="connsiteX1" fmla="*/ 119974 w 2364736"/>
                <a:gd name="connsiteY1" fmla="*/ 1570616 h 3087445"/>
                <a:gd name="connsiteX2" fmla="*/ 55428 w 2364736"/>
                <a:gd name="connsiteY2" fmla="*/ 462579 h 3087445"/>
                <a:gd name="connsiteX3" fmla="*/ 1055889 w 2364736"/>
                <a:gd name="connsiteY3" fmla="*/ 86061 h 3087445"/>
                <a:gd name="connsiteX4" fmla="*/ 2185442 w 2364736"/>
                <a:gd name="connsiteY4" fmla="*/ 355002 h 3087445"/>
                <a:gd name="connsiteX5" fmla="*/ 2346807 w 2364736"/>
                <a:gd name="connsiteY5" fmla="*/ 0 h 3087445"/>
                <a:gd name="connsiteX0" fmla="*/ 533934 w 2380663"/>
                <a:gd name="connsiteY0" fmla="*/ 3087445 h 3087445"/>
                <a:gd name="connsiteX1" fmla="*/ 135901 w 2380663"/>
                <a:gd name="connsiteY1" fmla="*/ 1570616 h 3087445"/>
                <a:gd name="connsiteX2" fmla="*/ 71355 w 2380663"/>
                <a:gd name="connsiteY2" fmla="*/ 462579 h 3087445"/>
                <a:gd name="connsiteX3" fmla="*/ 1093332 w 2380663"/>
                <a:gd name="connsiteY3" fmla="*/ 204395 h 3087445"/>
                <a:gd name="connsiteX4" fmla="*/ 2201369 w 2380663"/>
                <a:gd name="connsiteY4" fmla="*/ 355002 h 3087445"/>
                <a:gd name="connsiteX5" fmla="*/ 2362734 w 2380663"/>
                <a:gd name="connsiteY5" fmla="*/ 0 h 3087445"/>
                <a:gd name="connsiteX0" fmla="*/ 533934 w 2380663"/>
                <a:gd name="connsiteY0" fmla="*/ 3087445 h 3087445"/>
                <a:gd name="connsiteX1" fmla="*/ 135901 w 2380663"/>
                <a:gd name="connsiteY1" fmla="*/ 1570616 h 3087445"/>
                <a:gd name="connsiteX2" fmla="*/ 71355 w 2380663"/>
                <a:gd name="connsiteY2" fmla="*/ 462579 h 3087445"/>
                <a:gd name="connsiteX3" fmla="*/ 1093332 w 2380663"/>
                <a:gd name="connsiteY3" fmla="*/ 204395 h 3087445"/>
                <a:gd name="connsiteX4" fmla="*/ 2201369 w 2380663"/>
                <a:gd name="connsiteY4" fmla="*/ 355002 h 3087445"/>
                <a:gd name="connsiteX5" fmla="*/ 2362734 w 2380663"/>
                <a:gd name="connsiteY5" fmla="*/ 0 h 3087445"/>
                <a:gd name="connsiteX0" fmla="*/ 501304 w 2348033"/>
                <a:gd name="connsiteY0" fmla="*/ 3087445 h 3087445"/>
                <a:gd name="connsiteX1" fmla="*/ 103271 w 2348033"/>
                <a:gd name="connsiteY1" fmla="*/ 1570616 h 3087445"/>
                <a:gd name="connsiteX2" fmla="*/ 81755 w 2348033"/>
                <a:gd name="connsiteY2" fmla="*/ 279699 h 3087445"/>
                <a:gd name="connsiteX3" fmla="*/ 1060702 w 2348033"/>
                <a:gd name="connsiteY3" fmla="*/ 204395 h 3087445"/>
                <a:gd name="connsiteX4" fmla="*/ 2168739 w 2348033"/>
                <a:gd name="connsiteY4" fmla="*/ 355002 h 3087445"/>
                <a:gd name="connsiteX5" fmla="*/ 2330104 w 2348033"/>
                <a:gd name="connsiteY5" fmla="*/ 0 h 3087445"/>
                <a:gd name="connsiteX0" fmla="*/ 582917 w 2429646"/>
                <a:gd name="connsiteY0" fmla="*/ 3087445 h 3087445"/>
                <a:gd name="connsiteX1" fmla="*/ 184884 w 2429646"/>
                <a:gd name="connsiteY1" fmla="*/ 1570616 h 3087445"/>
                <a:gd name="connsiteX2" fmla="*/ 163368 w 2429646"/>
                <a:gd name="connsiteY2" fmla="*/ 279699 h 3087445"/>
                <a:gd name="connsiteX3" fmla="*/ 2250352 w 2429646"/>
                <a:gd name="connsiteY3" fmla="*/ 355002 h 3087445"/>
                <a:gd name="connsiteX4" fmla="*/ 2411717 w 2429646"/>
                <a:gd name="connsiteY4" fmla="*/ 0 h 3087445"/>
                <a:gd name="connsiteX0" fmla="*/ 559683 w 2406412"/>
                <a:gd name="connsiteY0" fmla="*/ 3087445 h 3087445"/>
                <a:gd name="connsiteX1" fmla="*/ 231988 w 2406412"/>
                <a:gd name="connsiteY1" fmla="*/ 2578801 h 3087445"/>
                <a:gd name="connsiteX2" fmla="*/ 140134 w 2406412"/>
                <a:gd name="connsiteY2" fmla="*/ 279699 h 3087445"/>
                <a:gd name="connsiteX3" fmla="*/ 2227118 w 2406412"/>
                <a:gd name="connsiteY3" fmla="*/ 355002 h 3087445"/>
                <a:gd name="connsiteX4" fmla="*/ 2388483 w 2406412"/>
                <a:gd name="connsiteY4" fmla="*/ 0 h 3087445"/>
                <a:gd name="connsiteX0" fmla="*/ 617486 w 2464215"/>
                <a:gd name="connsiteY0" fmla="*/ 3087445 h 3087445"/>
                <a:gd name="connsiteX1" fmla="*/ 289791 w 2464215"/>
                <a:gd name="connsiteY1" fmla="*/ 2578801 h 3087445"/>
                <a:gd name="connsiteX2" fmla="*/ 127599 w 2464215"/>
                <a:gd name="connsiteY2" fmla="*/ 455545 h 3087445"/>
                <a:gd name="connsiteX3" fmla="*/ 2284921 w 2464215"/>
                <a:gd name="connsiteY3" fmla="*/ 355002 h 3087445"/>
                <a:gd name="connsiteX4" fmla="*/ 2446286 w 2464215"/>
                <a:gd name="connsiteY4" fmla="*/ 0 h 3087445"/>
                <a:gd name="connsiteX0" fmla="*/ 599672 w 2430718"/>
                <a:gd name="connsiteY0" fmla="*/ 3087445 h 3087445"/>
                <a:gd name="connsiteX1" fmla="*/ 271977 w 2430718"/>
                <a:gd name="connsiteY1" fmla="*/ 2578801 h 3087445"/>
                <a:gd name="connsiteX2" fmla="*/ 109785 w 2430718"/>
                <a:gd name="connsiteY2" fmla="*/ 455545 h 3087445"/>
                <a:gd name="connsiteX3" fmla="*/ 2020923 w 2430718"/>
                <a:gd name="connsiteY3" fmla="*/ 296387 h 3087445"/>
                <a:gd name="connsiteX4" fmla="*/ 2428472 w 2430718"/>
                <a:gd name="connsiteY4" fmla="*/ 0 h 3087445"/>
                <a:gd name="connsiteX0" fmla="*/ 551033 w 2382079"/>
                <a:gd name="connsiteY0" fmla="*/ 3087445 h 3087445"/>
                <a:gd name="connsiteX1" fmla="*/ 223338 w 2382079"/>
                <a:gd name="connsiteY1" fmla="*/ 2578801 h 3087445"/>
                <a:gd name="connsiteX2" fmla="*/ 119761 w 2382079"/>
                <a:gd name="connsiteY2" fmla="*/ 525883 h 3087445"/>
                <a:gd name="connsiteX3" fmla="*/ 1972284 w 2382079"/>
                <a:gd name="connsiteY3" fmla="*/ 296387 h 3087445"/>
                <a:gd name="connsiteX4" fmla="*/ 2379833 w 2382079"/>
                <a:gd name="connsiteY4" fmla="*/ 0 h 3087445"/>
                <a:gd name="connsiteX0" fmla="*/ 489308 w 2320354"/>
                <a:gd name="connsiteY0" fmla="*/ 3087445 h 3087445"/>
                <a:gd name="connsiteX1" fmla="*/ 161613 w 2320354"/>
                <a:gd name="connsiteY1" fmla="*/ 2578801 h 3087445"/>
                <a:gd name="connsiteX2" fmla="*/ 58036 w 2320354"/>
                <a:gd name="connsiteY2" fmla="*/ 525883 h 3087445"/>
                <a:gd name="connsiteX3" fmla="*/ 1910559 w 2320354"/>
                <a:gd name="connsiteY3" fmla="*/ 296387 h 3087445"/>
                <a:gd name="connsiteX4" fmla="*/ 2318108 w 2320354"/>
                <a:gd name="connsiteY4" fmla="*/ 0 h 3087445"/>
                <a:gd name="connsiteX0" fmla="*/ 591315 w 2422361"/>
                <a:gd name="connsiteY0" fmla="*/ 3087445 h 3087445"/>
                <a:gd name="connsiteX1" fmla="*/ 146389 w 2422361"/>
                <a:gd name="connsiteY1" fmla="*/ 2086432 h 3087445"/>
                <a:gd name="connsiteX2" fmla="*/ 160043 w 2422361"/>
                <a:gd name="connsiteY2" fmla="*/ 525883 h 3087445"/>
                <a:gd name="connsiteX3" fmla="*/ 2012566 w 2422361"/>
                <a:gd name="connsiteY3" fmla="*/ 296387 h 3087445"/>
                <a:gd name="connsiteX4" fmla="*/ 2420115 w 2422361"/>
                <a:gd name="connsiteY4" fmla="*/ 0 h 3087445"/>
                <a:gd name="connsiteX0" fmla="*/ 660820 w 2491866"/>
                <a:gd name="connsiteY0" fmla="*/ 3087445 h 3087445"/>
                <a:gd name="connsiteX1" fmla="*/ 215894 w 2491866"/>
                <a:gd name="connsiteY1" fmla="*/ 2086432 h 3087445"/>
                <a:gd name="connsiteX2" fmla="*/ 229548 w 2491866"/>
                <a:gd name="connsiteY2" fmla="*/ 525883 h 3087445"/>
                <a:gd name="connsiteX3" fmla="*/ 2082071 w 2491866"/>
                <a:gd name="connsiteY3" fmla="*/ 296387 h 3087445"/>
                <a:gd name="connsiteX4" fmla="*/ 2489620 w 2491866"/>
                <a:gd name="connsiteY4" fmla="*/ 0 h 3087445"/>
                <a:gd name="connsiteX0" fmla="*/ 487816 w 2318862"/>
                <a:gd name="connsiteY0" fmla="*/ 3087445 h 3087445"/>
                <a:gd name="connsiteX1" fmla="*/ 56544 w 2318862"/>
                <a:gd name="connsiteY1" fmla="*/ 525883 h 3087445"/>
                <a:gd name="connsiteX2" fmla="*/ 1909067 w 2318862"/>
                <a:gd name="connsiteY2" fmla="*/ 296387 h 3087445"/>
                <a:gd name="connsiteX3" fmla="*/ 2316616 w 2318862"/>
                <a:gd name="connsiteY3" fmla="*/ 0 h 3087445"/>
                <a:gd name="connsiteX0" fmla="*/ 524799 w 2355845"/>
                <a:gd name="connsiteY0" fmla="*/ 3087445 h 3090714"/>
                <a:gd name="connsiteX1" fmla="*/ 93527 w 2355845"/>
                <a:gd name="connsiteY1" fmla="*/ 525883 h 3090714"/>
                <a:gd name="connsiteX2" fmla="*/ 1946050 w 2355845"/>
                <a:gd name="connsiteY2" fmla="*/ 296387 h 3090714"/>
                <a:gd name="connsiteX3" fmla="*/ 2353599 w 2355845"/>
                <a:gd name="connsiteY3" fmla="*/ 0 h 3090714"/>
                <a:gd name="connsiteX0" fmla="*/ 487069 w 2318115"/>
                <a:gd name="connsiteY0" fmla="*/ 3087445 h 3090714"/>
                <a:gd name="connsiteX1" fmla="*/ 102690 w 2318115"/>
                <a:gd name="connsiteY1" fmla="*/ 525883 h 3090714"/>
                <a:gd name="connsiteX2" fmla="*/ 1908320 w 2318115"/>
                <a:gd name="connsiteY2" fmla="*/ 296387 h 3090714"/>
                <a:gd name="connsiteX3" fmla="*/ 2315869 w 2318115"/>
                <a:gd name="connsiteY3" fmla="*/ 0 h 3090714"/>
                <a:gd name="connsiteX0" fmla="*/ 402252 w 2233298"/>
                <a:gd name="connsiteY0" fmla="*/ 3087445 h 3090924"/>
                <a:gd name="connsiteX1" fmla="*/ 17873 w 2233298"/>
                <a:gd name="connsiteY1" fmla="*/ 525883 h 3090924"/>
                <a:gd name="connsiteX2" fmla="*/ 1823503 w 2233298"/>
                <a:gd name="connsiteY2" fmla="*/ 296387 h 3090924"/>
                <a:gd name="connsiteX3" fmla="*/ 2231052 w 2233298"/>
                <a:gd name="connsiteY3" fmla="*/ 0 h 3090924"/>
                <a:gd name="connsiteX0" fmla="*/ 498290 w 2329336"/>
                <a:gd name="connsiteY0" fmla="*/ 3087445 h 3087445"/>
                <a:gd name="connsiteX1" fmla="*/ 220798 w 2329336"/>
                <a:gd name="connsiteY1" fmla="*/ 2761956 h 3087445"/>
                <a:gd name="connsiteX2" fmla="*/ 113911 w 2329336"/>
                <a:gd name="connsiteY2" fmla="*/ 525883 h 3087445"/>
                <a:gd name="connsiteX3" fmla="*/ 1919541 w 2329336"/>
                <a:gd name="connsiteY3" fmla="*/ 296387 h 3087445"/>
                <a:gd name="connsiteX4" fmla="*/ 2327090 w 2329336"/>
                <a:gd name="connsiteY4" fmla="*/ 0 h 3087445"/>
                <a:gd name="connsiteX0" fmla="*/ 528607 w 2359653"/>
                <a:gd name="connsiteY0" fmla="*/ 3087445 h 3094504"/>
                <a:gd name="connsiteX1" fmla="*/ 157331 w 2359653"/>
                <a:gd name="connsiteY1" fmla="*/ 2820571 h 3094504"/>
                <a:gd name="connsiteX2" fmla="*/ 144228 w 2359653"/>
                <a:gd name="connsiteY2" fmla="*/ 525883 h 3094504"/>
                <a:gd name="connsiteX3" fmla="*/ 1949858 w 2359653"/>
                <a:gd name="connsiteY3" fmla="*/ 296387 h 3094504"/>
                <a:gd name="connsiteX4" fmla="*/ 2357407 w 2359653"/>
                <a:gd name="connsiteY4" fmla="*/ 0 h 3094504"/>
                <a:gd name="connsiteX0" fmla="*/ 562799 w 2393845"/>
                <a:gd name="connsiteY0" fmla="*/ 3087445 h 3094504"/>
                <a:gd name="connsiteX1" fmla="*/ 191523 w 2393845"/>
                <a:gd name="connsiteY1" fmla="*/ 2820571 h 3094504"/>
                <a:gd name="connsiteX2" fmla="*/ 131527 w 2393845"/>
                <a:gd name="connsiteY2" fmla="*/ 549329 h 3094504"/>
                <a:gd name="connsiteX3" fmla="*/ 1984050 w 2393845"/>
                <a:gd name="connsiteY3" fmla="*/ 296387 h 3094504"/>
                <a:gd name="connsiteX4" fmla="*/ 2391599 w 2393845"/>
                <a:gd name="connsiteY4" fmla="*/ 0 h 3094504"/>
                <a:gd name="connsiteX0" fmla="*/ 448452 w 2279498"/>
                <a:gd name="connsiteY0" fmla="*/ 3087445 h 3094504"/>
                <a:gd name="connsiteX1" fmla="*/ 77176 w 2279498"/>
                <a:gd name="connsiteY1" fmla="*/ 2820571 h 3094504"/>
                <a:gd name="connsiteX2" fmla="*/ 17180 w 2279498"/>
                <a:gd name="connsiteY2" fmla="*/ 549329 h 3094504"/>
                <a:gd name="connsiteX3" fmla="*/ 1869703 w 2279498"/>
                <a:gd name="connsiteY3" fmla="*/ 296387 h 3094504"/>
                <a:gd name="connsiteX4" fmla="*/ 2277252 w 2279498"/>
                <a:gd name="connsiteY4" fmla="*/ 0 h 3094504"/>
                <a:gd name="connsiteX0" fmla="*/ 566641 w 2397687"/>
                <a:gd name="connsiteY0" fmla="*/ 3087445 h 3087445"/>
                <a:gd name="connsiteX1" fmla="*/ 183642 w 2397687"/>
                <a:gd name="connsiteY1" fmla="*/ 2715064 h 3087445"/>
                <a:gd name="connsiteX2" fmla="*/ 135369 w 2397687"/>
                <a:gd name="connsiteY2" fmla="*/ 549329 h 3087445"/>
                <a:gd name="connsiteX3" fmla="*/ 1987892 w 2397687"/>
                <a:gd name="connsiteY3" fmla="*/ 296387 h 3087445"/>
                <a:gd name="connsiteX4" fmla="*/ 2395441 w 2397687"/>
                <a:gd name="connsiteY4" fmla="*/ 0 h 3087445"/>
                <a:gd name="connsiteX0" fmla="*/ 467646 w 2298692"/>
                <a:gd name="connsiteY0" fmla="*/ 3087445 h 3087445"/>
                <a:gd name="connsiteX1" fmla="*/ 84647 w 2298692"/>
                <a:gd name="connsiteY1" fmla="*/ 2715064 h 3087445"/>
                <a:gd name="connsiteX2" fmla="*/ 36374 w 2298692"/>
                <a:gd name="connsiteY2" fmla="*/ 549329 h 3087445"/>
                <a:gd name="connsiteX3" fmla="*/ 1888897 w 2298692"/>
                <a:gd name="connsiteY3" fmla="*/ 296387 h 3087445"/>
                <a:gd name="connsiteX4" fmla="*/ 2296446 w 2298692"/>
                <a:gd name="connsiteY4" fmla="*/ 0 h 3087445"/>
                <a:gd name="connsiteX0" fmla="*/ 602457 w 2433503"/>
                <a:gd name="connsiteY0" fmla="*/ 3087445 h 3087445"/>
                <a:gd name="connsiteX1" fmla="*/ 125673 w 2433503"/>
                <a:gd name="connsiteY1" fmla="*/ 2726787 h 3087445"/>
                <a:gd name="connsiteX2" fmla="*/ 171185 w 2433503"/>
                <a:gd name="connsiteY2" fmla="*/ 549329 h 3087445"/>
                <a:gd name="connsiteX3" fmla="*/ 2023708 w 2433503"/>
                <a:gd name="connsiteY3" fmla="*/ 296387 h 3087445"/>
                <a:gd name="connsiteX4" fmla="*/ 2431257 w 2433503"/>
                <a:gd name="connsiteY4" fmla="*/ 0 h 3087445"/>
                <a:gd name="connsiteX0" fmla="*/ 518932 w 2349978"/>
                <a:gd name="connsiteY0" fmla="*/ 3087445 h 3087445"/>
                <a:gd name="connsiteX1" fmla="*/ 42148 w 2349978"/>
                <a:gd name="connsiteY1" fmla="*/ 2726787 h 3087445"/>
                <a:gd name="connsiteX2" fmla="*/ 87660 w 2349978"/>
                <a:gd name="connsiteY2" fmla="*/ 549329 h 3087445"/>
                <a:gd name="connsiteX3" fmla="*/ 1940183 w 2349978"/>
                <a:gd name="connsiteY3" fmla="*/ 296387 h 3087445"/>
                <a:gd name="connsiteX4" fmla="*/ 2347732 w 2349978"/>
                <a:gd name="connsiteY4" fmla="*/ 0 h 3087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49978" h="3087445">
                  <a:moveTo>
                    <a:pt x="518932" y="3087445"/>
                  </a:moveTo>
                  <a:cubicBezTo>
                    <a:pt x="472683" y="3033197"/>
                    <a:pt x="106211" y="3153714"/>
                    <a:pt x="42148" y="2726787"/>
                  </a:cubicBezTo>
                  <a:cubicBezTo>
                    <a:pt x="-21915" y="2299860"/>
                    <a:pt x="-17663" y="1106796"/>
                    <a:pt x="87660" y="549329"/>
                  </a:cubicBezTo>
                  <a:cubicBezTo>
                    <a:pt x="192983" y="-8138"/>
                    <a:pt x="1565458" y="343003"/>
                    <a:pt x="1940183" y="296387"/>
                  </a:cubicBezTo>
                  <a:cubicBezTo>
                    <a:pt x="2155336" y="282043"/>
                    <a:pt x="2374626" y="170329"/>
                    <a:pt x="2347732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779FE336-32B9-7AC8-311A-22D1B9352197}"/>
                </a:ext>
              </a:extLst>
            </p:cNvPr>
            <p:cNvSpPr/>
            <p:nvPr/>
          </p:nvSpPr>
          <p:spPr>
            <a:xfrm>
              <a:off x="2283547" y="5046442"/>
              <a:ext cx="729393" cy="5237646"/>
            </a:xfrm>
            <a:custGeom>
              <a:avLst/>
              <a:gdLst>
                <a:gd name="connsiteX0" fmla="*/ 790034 w 2034643"/>
                <a:gd name="connsiteY0" fmla="*/ 8821270 h 8830883"/>
                <a:gd name="connsiteX1" fmla="*/ 198364 w 2034643"/>
                <a:gd name="connsiteY1" fmla="*/ 8579223 h 8830883"/>
                <a:gd name="connsiteX2" fmla="*/ 90787 w 2034643"/>
                <a:gd name="connsiteY2" fmla="*/ 7140388 h 8830883"/>
                <a:gd name="connsiteX3" fmla="*/ 144576 w 2034643"/>
                <a:gd name="connsiteY3" fmla="*/ 927847 h 8830883"/>
                <a:gd name="connsiteX4" fmla="*/ 1798564 w 2034643"/>
                <a:gd name="connsiteY4" fmla="*/ 699247 h 8830883"/>
                <a:gd name="connsiteX5" fmla="*/ 1986823 w 2034643"/>
                <a:gd name="connsiteY5" fmla="*/ 0 h 8830883"/>
                <a:gd name="connsiteX0" fmla="*/ 819616 w 2064225"/>
                <a:gd name="connsiteY0" fmla="*/ 8821270 h 8830883"/>
                <a:gd name="connsiteX1" fmla="*/ 227946 w 2064225"/>
                <a:gd name="connsiteY1" fmla="*/ 8579223 h 8830883"/>
                <a:gd name="connsiteX2" fmla="*/ 120369 w 2064225"/>
                <a:gd name="connsiteY2" fmla="*/ 7140388 h 8830883"/>
                <a:gd name="connsiteX3" fmla="*/ 133816 w 2064225"/>
                <a:gd name="connsiteY3" fmla="*/ 1586753 h 8830883"/>
                <a:gd name="connsiteX4" fmla="*/ 1828146 w 2064225"/>
                <a:gd name="connsiteY4" fmla="*/ 699247 h 8830883"/>
                <a:gd name="connsiteX5" fmla="*/ 2016405 w 2064225"/>
                <a:gd name="connsiteY5" fmla="*/ 0 h 8830883"/>
                <a:gd name="connsiteX0" fmla="*/ 729510 w 1974119"/>
                <a:gd name="connsiteY0" fmla="*/ 8821270 h 8830883"/>
                <a:gd name="connsiteX1" fmla="*/ 137840 w 1974119"/>
                <a:gd name="connsiteY1" fmla="*/ 8579223 h 8830883"/>
                <a:gd name="connsiteX2" fmla="*/ 30263 w 1974119"/>
                <a:gd name="connsiteY2" fmla="*/ 7140388 h 8830883"/>
                <a:gd name="connsiteX3" fmla="*/ 178181 w 1974119"/>
                <a:gd name="connsiteY3" fmla="*/ 1452282 h 8830883"/>
                <a:gd name="connsiteX4" fmla="*/ 1738040 w 1974119"/>
                <a:gd name="connsiteY4" fmla="*/ 699247 h 8830883"/>
                <a:gd name="connsiteX5" fmla="*/ 1926299 w 1974119"/>
                <a:gd name="connsiteY5" fmla="*/ 0 h 8830883"/>
                <a:gd name="connsiteX0" fmla="*/ 807185 w 2051794"/>
                <a:gd name="connsiteY0" fmla="*/ 8821270 h 8830568"/>
                <a:gd name="connsiteX1" fmla="*/ 215515 w 2051794"/>
                <a:gd name="connsiteY1" fmla="*/ 8579223 h 8830568"/>
                <a:gd name="connsiteX2" fmla="*/ 362 w 2051794"/>
                <a:gd name="connsiteY2" fmla="*/ 7153835 h 8830568"/>
                <a:gd name="connsiteX3" fmla="*/ 255856 w 2051794"/>
                <a:gd name="connsiteY3" fmla="*/ 1452282 h 8830568"/>
                <a:gd name="connsiteX4" fmla="*/ 1815715 w 2051794"/>
                <a:gd name="connsiteY4" fmla="*/ 699247 h 8830568"/>
                <a:gd name="connsiteX5" fmla="*/ 2003974 w 2051794"/>
                <a:gd name="connsiteY5" fmla="*/ 0 h 8830568"/>
                <a:gd name="connsiteX0" fmla="*/ 819884 w 2064493"/>
                <a:gd name="connsiteY0" fmla="*/ 8821270 h 8824853"/>
                <a:gd name="connsiteX1" fmla="*/ 120637 w 2064493"/>
                <a:gd name="connsiteY1" fmla="*/ 8511988 h 8824853"/>
                <a:gd name="connsiteX2" fmla="*/ 13061 w 2064493"/>
                <a:gd name="connsiteY2" fmla="*/ 7153835 h 8824853"/>
                <a:gd name="connsiteX3" fmla="*/ 268555 w 2064493"/>
                <a:gd name="connsiteY3" fmla="*/ 1452282 h 8824853"/>
                <a:gd name="connsiteX4" fmla="*/ 1828414 w 2064493"/>
                <a:gd name="connsiteY4" fmla="*/ 699247 h 8824853"/>
                <a:gd name="connsiteX5" fmla="*/ 2016673 w 2064493"/>
                <a:gd name="connsiteY5" fmla="*/ 0 h 8824853"/>
                <a:gd name="connsiteX0" fmla="*/ 756969 w 2001578"/>
                <a:gd name="connsiteY0" fmla="*/ 8821270 h 8824688"/>
                <a:gd name="connsiteX1" fmla="*/ 57722 w 2001578"/>
                <a:gd name="connsiteY1" fmla="*/ 8511988 h 8824688"/>
                <a:gd name="connsiteX2" fmla="*/ 57722 w 2001578"/>
                <a:gd name="connsiteY2" fmla="*/ 7180729 h 8824688"/>
                <a:gd name="connsiteX3" fmla="*/ 205640 w 2001578"/>
                <a:gd name="connsiteY3" fmla="*/ 1452282 h 8824688"/>
                <a:gd name="connsiteX4" fmla="*/ 1765499 w 2001578"/>
                <a:gd name="connsiteY4" fmla="*/ 699247 h 8824688"/>
                <a:gd name="connsiteX5" fmla="*/ 1953758 w 2001578"/>
                <a:gd name="connsiteY5" fmla="*/ 0 h 8824688"/>
                <a:gd name="connsiteX0" fmla="*/ 730359 w 1974968"/>
                <a:gd name="connsiteY0" fmla="*/ 8821270 h 8822375"/>
                <a:gd name="connsiteX1" fmla="*/ 152136 w 1974968"/>
                <a:gd name="connsiteY1" fmla="*/ 8337176 h 8822375"/>
                <a:gd name="connsiteX2" fmla="*/ 31112 w 1974968"/>
                <a:gd name="connsiteY2" fmla="*/ 7180729 h 8822375"/>
                <a:gd name="connsiteX3" fmla="*/ 179030 w 1974968"/>
                <a:gd name="connsiteY3" fmla="*/ 1452282 h 8822375"/>
                <a:gd name="connsiteX4" fmla="*/ 1738889 w 1974968"/>
                <a:gd name="connsiteY4" fmla="*/ 699247 h 8822375"/>
                <a:gd name="connsiteX5" fmla="*/ 1927148 w 1974968"/>
                <a:gd name="connsiteY5" fmla="*/ 0 h 8822375"/>
                <a:gd name="connsiteX0" fmla="*/ 726983 w 1971592"/>
                <a:gd name="connsiteY0" fmla="*/ 8821270 h 8829967"/>
                <a:gd name="connsiteX1" fmla="*/ 94972 w 1971592"/>
                <a:gd name="connsiteY1" fmla="*/ 8579223 h 8829967"/>
                <a:gd name="connsiteX2" fmla="*/ 27736 w 1971592"/>
                <a:gd name="connsiteY2" fmla="*/ 7180729 h 8829967"/>
                <a:gd name="connsiteX3" fmla="*/ 175654 w 1971592"/>
                <a:gd name="connsiteY3" fmla="*/ 1452282 h 8829967"/>
                <a:gd name="connsiteX4" fmla="*/ 1735513 w 1971592"/>
                <a:gd name="connsiteY4" fmla="*/ 699247 h 8829967"/>
                <a:gd name="connsiteX5" fmla="*/ 1923772 w 1971592"/>
                <a:gd name="connsiteY5" fmla="*/ 0 h 8829967"/>
                <a:gd name="connsiteX0" fmla="*/ 726983 w 1735513"/>
                <a:gd name="connsiteY0" fmla="*/ 8122023 h 8130720"/>
                <a:gd name="connsiteX1" fmla="*/ 94972 w 1735513"/>
                <a:gd name="connsiteY1" fmla="*/ 7879976 h 8130720"/>
                <a:gd name="connsiteX2" fmla="*/ 27736 w 1735513"/>
                <a:gd name="connsiteY2" fmla="*/ 6481482 h 8130720"/>
                <a:gd name="connsiteX3" fmla="*/ 175654 w 1735513"/>
                <a:gd name="connsiteY3" fmla="*/ 753035 h 8130720"/>
                <a:gd name="connsiteX4" fmla="*/ 1735513 w 1735513"/>
                <a:gd name="connsiteY4" fmla="*/ 0 h 8130720"/>
                <a:gd name="connsiteX0" fmla="*/ 726983 w 726983"/>
                <a:gd name="connsiteY0" fmla="*/ 7368988 h 7377685"/>
                <a:gd name="connsiteX1" fmla="*/ 94972 w 726983"/>
                <a:gd name="connsiteY1" fmla="*/ 7126941 h 7377685"/>
                <a:gd name="connsiteX2" fmla="*/ 27736 w 726983"/>
                <a:gd name="connsiteY2" fmla="*/ 5728447 h 7377685"/>
                <a:gd name="connsiteX3" fmla="*/ 175654 w 726983"/>
                <a:gd name="connsiteY3" fmla="*/ 0 h 7377685"/>
                <a:gd name="connsiteX0" fmla="*/ 827381 w 827381"/>
                <a:gd name="connsiteY0" fmla="*/ 5438588 h 5447285"/>
                <a:gd name="connsiteX1" fmla="*/ 195370 w 827381"/>
                <a:gd name="connsiteY1" fmla="*/ 5196541 h 5447285"/>
                <a:gd name="connsiteX2" fmla="*/ 128134 w 827381"/>
                <a:gd name="connsiteY2" fmla="*/ 3798047 h 5447285"/>
                <a:gd name="connsiteX3" fmla="*/ 129297 w 827381"/>
                <a:gd name="connsiteY3" fmla="*/ 0 h 5447285"/>
                <a:gd name="connsiteX0" fmla="*/ 727221 w 727221"/>
                <a:gd name="connsiteY0" fmla="*/ 5438588 h 5447285"/>
                <a:gd name="connsiteX1" fmla="*/ 95210 w 727221"/>
                <a:gd name="connsiteY1" fmla="*/ 5196541 h 5447285"/>
                <a:gd name="connsiteX2" fmla="*/ 27974 w 727221"/>
                <a:gd name="connsiteY2" fmla="*/ 3798047 h 5447285"/>
                <a:gd name="connsiteX3" fmla="*/ 29137 w 727221"/>
                <a:gd name="connsiteY3" fmla="*/ 0 h 5447285"/>
                <a:gd name="connsiteX0" fmla="*/ 744782 w 744782"/>
                <a:gd name="connsiteY0" fmla="*/ 5257966 h 5266663"/>
                <a:gd name="connsiteX1" fmla="*/ 112771 w 744782"/>
                <a:gd name="connsiteY1" fmla="*/ 5015919 h 5266663"/>
                <a:gd name="connsiteX2" fmla="*/ 45535 w 744782"/>
                <a:gd name="connsiteY2" fmla="*/ 3617425 h 5266663"/>
                <a:gd name="connsiteX3" fmla="*/ 24120 w 744782"/>
                <a:gd name="connsiteY3" fmla="*/ 0 h 5266663"/>
                <a:gd name="connsiteX0" fmla="*/ 763801 w 763801"/>
                <a:gd name="connsiteY0" fmla="*/ 5269254 h 5277951"/>
                <a:gd name="connsiteX1" fmla="*/ 131790 w 763801"/>
                <a:gd name="connsiteY1" fmla="*/ 5027207 h 5277951"/>
                <a:gd name="connsiteX2" fmla="*/ 64554 w 763801"/>
                <a:gd name="connsiteY2" fmla="*/ 3628713 h 5277951"/>
                <a:gd name="connsiteX3" fmla="*/ 20561 w 763801"/>
                <a:gd name="connsiteY3" fmla="*/ 0 h 5277951"/>
                <a:gd name="connsiteX0" fmla="*/ 743240 w 743240"/>
                <a:gd name="connsiteY0" fmla="*/ 5269254 h 5277951"/>
                <a:gd name="connsiteX1" fmla="*/ 111229 w 743240"/>
                <a:gd name="connsiteY1" fmla="*/ 5027207 h 5277951"/>
                <a:gd name="connsiteX2" fmla="*/ 43993 w 743240"/>
                <a:gd name="connsiteY2" fmla="*/ 3628713 h 5277951"/>
                <a:gd name="connsiteX3" fmla="*/ 0 w 743240"/>
                <a:gd name="connsiteY3" fmla="*/ 0 h 5277951"/>
                <a:gd name="connsiteX0" fmla="*/ 743240 w 743240"/>
                <a:gd name="connsiteY0" fmla="*/ 5269254 h 5277951"/>
                <a:gd name="connsiteX1" fmla="*/ 111229 w 743240"/>
                <a:gd name="connsiteY1" fmla="*/ 5027207 h 5277951"/>
                <a:gd name="connsiteX2" fmla="*/ 43993 w 743240"/>
                <a:gd name="connsiteY2" fmla="*/ 3628713 h 5277951"/>
                <a:gd name="connsiteX3" fmla="*/ 0 w 743240"/>
                <a:gd name="connsiteY3" fmla="*/ 0 h 5277951"/>
                <a:gd name="connsiteX0" fmla="*/ 743240 w 743240"/>
                <a:gd name="connsiteY0" fmla="*/ 5269254 h 5271972"/>
                <a:gd name="connsiteX1" fmla="*/ 133659 w 743240"/>
                <a:gd name="connsiteY1" fmla="*/ 4936896 h 5271972"/>
                <a:gd name="connsiteX2" fmla="*/ 43993 w 743240"/>
                <a:gd name="connsiteY2" fmla="*/ 3628713 h 5271972"/>
                <a:gd name="connsiteX3" fmla="*/ 0 w 743240"/>
                <a:gd name="connsiteY3" fmla="*/ 0 h 5271972"/>
                <a:gd name="connsiteX0" fmla="*/ 700224 w 700224"/>
                <a:gd name="connsiteY0" fmla="*/ 5257965 h 5260683"/>
                <a:gd name="connsiteX1" fmla="*/ 90643 w 700224"/>
                <a:gd name="connsiteY1" fmla="*/ 4925607 h 5260683"/>
                <a:gd name="connsiteX2" fmla="*/ 977 w 700224"/>
                <a:gd name="connsiteY2" fmla="*/ 3617424 h 5260683"/>
                <a:gd name="connsiteX3" fmla="*/ 24272 w 700224"/>
                <a:gd name="connsiteY3" fmla="*/ 0 h 5260683"/>
                <a:gd name="connsiteX0" fmla="*/ 713818 w 713818"/>
                <a:gd name="connsiteY0" fmla="*/ 5257965 h 5260683"/>
                <a:gd name="connsiteX1" fmla="*/ 104237 w 713818"/>
                <a:gd name="connsiteY1" fmla="*/ 4925607 h 5260683"/>
                <a:gd name="connsiteX2" fmla="*/ 14571 w 713818"/>
                <a:gd name="connsiteY2" fmla="*/ 3617424 h 5260683"/>
                <a:gd name="connsiteX3" fmla="*/ 37866 w 713818"/>
                <a:gd name="connsiteY3" fmla="*/ 0 h 5260683"/>
                <a:gd name="connsiteX0" fmla="*/ 754837 w 754837"/>
                <a:gd name="connsiteY0" fmla="*/ 5269253 h 5271971"/>
                <a:gd name="connsiteX1" fmla="*/ 145256 w 754837"/>
                <a:gd name="connsiteY1" fmla="*/ 4936895 h 5271971"/>
                <a:gd name="connsiteX2" fmla="*/ 55590 w 754837"/>
                <a:gd name="connsiteY2" fmla="*/ 3628712 h 5271971"/>
                <a:gd name="connsiteX3" fmla="*/ 22812 w 754837"/>
                <a:gd name="connsiteY3" fmla="*/ 0 h 5271971"/>
                <a:gd name="connsiteX0" fmla="*/ 720701 w 720701"/>
                <a:gd name="connsiteY0" fmla="*/ 5235386 h 5238104"/>
                <a:gd name="connsiteX1" fmla="*/ 111120 w 720701"/>
                <a:gd name="connsiteY1" fmla="*/ 4903028 h 5238104"/>
                <a:gd name="connsiteX2" fmla="*/ 21454 w 720701"/>
                <a:gd name="connsiteY2" fmla="*/ 3594845 h 5238104"/>
                <a:gd name="connsiteX3" fmla="*/ 33535 w 720701"/>
                <a:gd name="connsiteY3" fmla="*/ 0 h 5238104"/>
                <a:gd name="connsiteX0" fmla="*/ 704993 w 704993"/>
                <a:gd name="connsiteY0" fmla="*/ 5235386 h 5238104"/>
                <a:gd name="connsiteX1" fmla="*/ 95412 w 704993"/>
                <a:gd name="connsiteY1" fmla="*/ 4903028 h 5238104"/>
                <a:gd name="connsiteX2" fmla="*/ 5746 w 704993"/>
                <a:gd name="connsiteY2" fmla="*/ 3594845 h 5238104"/>
                <a:gd name="connsiteX3" fmla="*/ 17827 w 704993"/>
                <a:gd name="connsiteY3" fmla="*/ 0 h 5238104"/>
                <a:gd name="connsiteX0" fmla="*/ 756966 w 756966"/>
                <a:gd name="connsiteY0" fmla="*/ 5235386 h 5238104"/>
                <a:gd name="connsiteX1" fmla="*/ 147385 w 756966"/>
                <a:gd name="connsiteY1" fmla="*/ 4903028 h 5238104"/>
                <a:gd name="connsiteX2" fmla="*/ 1645 w 756966"/>
                <a:gd name="connsiteY2" fmla="*/ 3594845 h 5238104"/>
                <a:gd name="connsiteX3" fmla="*/ 69800 w 756966"/>
                <a:gd name="connsiteY3" fmla="*/ 0 h 5238104"/>
                <a:gd name="connsiteX0" fmla="*/ 724594 w 724594"/>
                <a:gd name="connsiteY0" fmla="*/ 5235386 h 5237646"/>
                <a:gd name="connsiteX1" fmla="*/ 115013 w 724594"/>
                <a:gd name="connsiteY1" fmla="*/ 4903028 h 5237646"/>
                <a:gd name="connsiteX2" fmla="*/ 2916 w 724594"/>
                <a:gd name="connsiteY2" fmla="*/ 3730311 h 5237646"/>
                <a:gd name="connsiteX3" fmla="*/ 37428 w 724594"/>
                <a:gd name="connsiteY3" fmla="*/ 0 h 5237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24594" h="5237646">
                  <a:moveTo>
                    <a:pt x="724594" y="5235386"/>
                  </a:moveTo>
                  <a:cubicBezTo>
                    <a:pt x="487029" y="5254436"/>
                    <a:pt x="235293" y="5153874"/>
                    <a:pt x="115013" y="4903028"/>
                  </a:cubicBezTo>
                  <a:cubicBezTo>
                    <a:pt x="-5267" y="4652182"/>
                    <a:pt x="15847" y="4547482"/>
                    <a:pt x="2916" y="3730311"/>
                  </a:cubicBezTo>
                  <a:cubicBezTo>
                    <a:pt x="-10015" y="2913140"/>
                    <a:pt x="23437" y="3112247"/>
                    <a:pt x="37428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none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Freeform 134">
              <a:extLst>
                <a:ext uri="{FF2B5EF4-FFF2-40B4-BE49-F238E27FC236}">
                  <a16:creationId xmlns:a16="http://schemas.microsoft.com/office/drawing/2014/main" id="{082856D7-1815-F4D5-1AB7-E1C6A7BC683C}"/>
                </a:ext>
              </a:extLst>
            </p:cNvPr>
            <p:cNvSpPr/>
            <p:nvPr/>
          </p:nvSpPr>
          <p:spPr>
            <a:xfrm>
              <a:off x="2291470" y="8083949"/>
              <a:ext cx="2803058" cy="1075074"/>
            </a:xfrm>
            <a:custGeom>
              <a:avLst/>
              <a:gdLst>
                <a:gd name="connsiteX0" fmla="*/ 0 w 1892666"/>
                <a:gd name="connsiteY0" fmla="*/ 793376 h 793376"/>
                <a:gd name="connsiteX1" fmla="*/ 363071 w 1892666"/>
                <a:gd name="connsiteY1" fmla="*/ 551329 h 793376"/>
                <a:gd name="connsiteX2" fmla="*/ 1667436 w 1892666"/>
                <a:gd name="connsiteY2" fmla="*/ 551329 h 793376"/>
                <a:gd name="connsiteX3" fmla="*/ 1882589 w 1892666"/>
                <a:gd name="connsiteY3" fmla="*/ 0 h 793376"/>
                <a:gd name="connsiteX0" fmla="*/ 0 w 2647081"/>
                <a:gd name="connsiteY0" fmla="*/ 793376 h 793376"/>
                <a:gd name="connsiteX1" fmla="*/ 363071 w 2647081"/>
                <a:gd name="connsiteY1" fmla="*/ 551329 h 793376"/>
                <a:gd name="connsiteX2" fmla="*/ 2604414 w 2647081"/>
                <a:gd name="connsiteY2" fmla="*/ 698085 h 793376"/>
                <a:gd name="connsiteX3" fmla="*/ 1882589 w 2647081"/>
                <a:gd name="connsiteY3" fmla="*/ 0 h 793376"/>
                <a:gd name="connsiteX0" fmla="*/ 0 w 2723804"/>
                <a:gd name="connsiteY0" fmla="*/ 837322 h 837322"/>
                <a:gd name="connsiteX1" fmla="*/ 363071 w 2723804"/>
                <a:gd name="connsiteY1" fmla="*/ 595275 h 837322"/>
                <a:gd name="connsiteX2" fmla="*/ 2604414 w 2723804"/>
                <a:gd name="connsiteY2" fmla="*/ 742031 h 837322"/>
                <a:gd name="connsiteX3" fmla="*/ 1882589 w 2723804"/>
                <a:gd name="connsiteY3" fmla="*/ 43946 h 837322"/>
                <a:gd name="connsiteX0" fmla="*/ 0 w 2728831"/>
                <a:gd name="connsiteY0" fmla="*/ 1000425 h 1000425"/>
                <a:gd name="connsiteX1" fmla="*/ 363071 w 2728831"/>
                <a:gd name="connsiteY1" fmla="*/ 758378 h 1000425"/>
                <a:gd name="connsiteX2" fmla="*/ 2604414 w 2728831"/>
                <a:gd name="connsiteY2" fmla="*/ 905134 h 1000425"/>
                <a:gd name="connsiteX3" fmla="*/ 1905167 w 2728831"/>
                <a:gd name="connsiteY3" fmla="*/ 37716 h 1000425"/>
                <a:gd name="connsiteX0" fmla="*/ 0 w 2745727"/>
                <a:gd name="connsiteY0" fmla="*/ 1022302 h 1022302"/>
                <a:gd name="connsiteX1" fmla="*/ 363071 w 2745727"/>
                <a:gd name="connsiteY1" fmla="*/ 780255 h 1022302"/>
                <a:gd name="connsiteX2" fmla="*/ 2604414 w 2745727"/>
                <a:gd name="connsiteY2" fmla="*/ 927011 h 1022302"/>
                <a:gd name="connsiteX3" fmla="*/ 1972900 w 2745727"/>
                <a:gd name="connsiteY3" fmla="*/ 37015 h 1022302"/>
                <a:gd name="connsiteX0" fmla="*/ 0 w 2745727"/>
                <a:gd name="connsiteY0" fmla="*/ 1022302 h 1069473"/>
                <a:gd name="connsiteX1" fmla="*/ 363071 w 2745727"/>
                <a:gd name="connsiteY1" fmla="*/ 780255 h 1069473"/>
                <a:gd name="connsiteX2" fmla="*/ 2604414 w 2745727"/>
                <a:gd name="connsiteY2" fmla="*/ 927011 h 1069473"/>
                <a:gd name="connsiteX3" fmla="*/ 1972900 w 2745727"/>
                <a:gd name="connsiteY3" fmla="*/ 37015 h 1069473"/>
                <a:gd name="connsiteX0" fmla="*/ 0 w 2780833"/>
                <a:gd name="connsiteY0" fmla="*/ 1027984 h 1075155"/>
                <a:gd name="connsiteX1" fmla="*/ 363071 w 2780833"/>
                <a:gd name="connsiteY1" fmla="*/ 785937 h 1075155"/>
                <a:gd name="connsiteX2" fmla="*/ 2604414 w 2780833"/>
                <a:gd name="connsiteY2" fmla="*/ 932693 h 1075155"/>
                <a:gd name="connsiteX3" fmla="*/ 1972900 w 2780833"/>
                <a:gd name="connsiteY3" fmla="*/ 42697 h 1075155"/>
                <a:gd name="connsiteX0" fmla="*/ 0 w 2803058"/>
                <a:gd name="connsiteY0" fmla="*/ 1031159 h 1075074"/>
                <a:gd name="connsiteX1" fmla="*/ 385296 w 2803058"/>
                <a:gd name="connsiteY1" fmla="*/ 785937 h 1075074"/>
                <a:gd name="connsiteX2" fmla="*/ 2626639 w 2803058"/>
                <a:gd name="connsiteY2" fmla="*/ 932693 h 1075074"/>
                <a:gd name="connsiteX3" fmla="*/ 1995125 w 2803058"/>
                <a:gd name="connsiteY3" fmla="*/ 42697 h 1075074"/>
                <a:gd name="connsiteX0" fmla="*/ 0 w 2803058"/>
                <a:gd name="connsiteY0" fmla="*/ 1031159 h 1075074"/>
                <a:gd name="connsiteX1" fmla="*/ 385296 w 2803058"/>
                <a:gd name="connsiteY1" fmla="*/ 785937 h 1075074"/>
                <a:gd name="connsiteX2" fmla="*/ 2626639 w 2803058"/>
                <a:gd name="connsiteY2" fmla="*/ 932693 h 1075074"/>
                <a:gd name="connsiteX3" fmla="*/ 1995125 w 2803058"/>
                <a:gd name="connsiteY3" fmla="*/ 42697 h 1075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803058" h="1075074">
                  <a:moveTo>
                    <a:pt x="0" y="1031159"/>
                  </a:moveTo>
                  <a:cubicBezTo>
                    <a:pt x="10832" y="917606"/>
                    <a:pt x="-52477" y="802348"/>
                    <a:pt x="385296" y="785937"/>
                  </a:cubicBezTo>
                  <a:cubicBezTo>
                    <a:pt x="823069" y="769526"/>
                    <a:pt x="2057297" y="1329381"/>
                    <a:pt x="2626639" y="932693"/>
                  </a:cubicBezTo>
                  <a:cubicBezTo>
                    <a:pt x="2958914" y="671472"/>
                    <a:pt x="2860842" y="-201716"/>
                    <a:pt x="1995125" y="42697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E5569921-61AC-7711-2872-7A1994BABAB3}"/>
                </a:ext>
              </a:extLst>
            </p:cNvPr>
            <p:cNvSpPr/>
            <p:nvPr/>
          </p:nvSpPr>
          <p:spPr>
            <a:xfrm>
              <a:off x="2319295" y="3935990"/>
              <a:ext cx="2747496" cy="1123077"/>
            </a:xfrm>
            <a:custGeom>
              <a:avLst/>
              <a:gdLst>
                <a:gd name="connsiteX0" fmla="*/ 0 w 1892666"/>
                <a:gd name="connsiteY0" fmla="*/ 793376 h 793376"/>
                <a:gd name="connsiteX1" fmla="*/ 363071 w 1892666"/>
                <a:gd name="connsiteY1" fmla="*/ 551329 h 793376"/>
                <a:gd name="connsiteX2" fmla="*/ 1667436 w 1892666"/>
                <a:gd name="connsiteY2" fmla="*/ 551329 h 793376"/>
                <a:gd name="connsiteX3" fmla="*/ 1882589 w 1892666"/>
                <a:gd name="connsiteY3" fmla="*/ 0 h 793376"/>
                <a:gd name="connsiteX0" fmla="*/ 0 w 2647081"/>
                <a:gd name="connsiteY0" fmla="*/ 793376 h 793376"/>
                <a:gd name="connsiteX1" fmla="*/ 363071 w 2647081"/>
                <a:gd name="connsiteY1" fmla="*/ 551329 h 793376"/>
                <a:gd name="connsiteX2" fmla="*/ 2604414 w 2647081"/>
                <a:gd name="connsiteY2" fmla="*/ 698085 h 793376"/>
                <a:gd name="connsiteX3" fmla="*/ 1882589 w 2647081"/>
                <a:gd name="connsiteY3" fmla="*/ 0 h 793376"/>
                <a:gd name="connsiteX0" fmla="*/ 0 w 2723804"/>
                <a:gd name="connsiteY0" fmla="*/ 837322 h 837322"/>
                <a:gd name="connsiteX1" fmla="*/ 363071 w 2723804"/>
                <a:gd name="connsiteY1" fmla="*/ 595275 h 837322"/>
                <a:gd name="connsiteX2" fmla="*/ 2604414 w 2723804"/>
                <a:gd name="connsiteY2" fmla="*/ 742031 h 837322"/>
                <a:gd name="connsiteX3" fmla="*/ 1882589 w 2723804"/>
                <a:gd name="connsiteY3" fmla="*/ 43946 h 837322"/>
                <a:gd name="connsiteX0" fmla="*/ 0 w 2728831"/>
                <a:gd name="connsiteY0" fmla="*/ 1000425 h 1000425"/>
                <a:gd name="connsiteX1" fmla="*/ 363071 w 2728831"/>
                <a:gd name="connsiteY1" fmla="*/ 758378 h 1000425"/>
                <a:gd name="connsiteX2" fmla="*/ 2604414 w 2728831"/>
                <a:gd name="connsiteY2" fmla="*/ 905134 h 1000425"/>
                <a:gd name="connsiteX3" fmla="*/ 1905167 w 2728831"/>
                <a:gd name="connsiteY3" fmla="*/ 37716 h 1000425"/>
                <a:gd name="connsiteX0" fmla="*/ 0 w 2745727"/>
                <a:gd name="connsiteY0" fmla="*/ 1022302 h 1022302"/>
                <a:gd name="connsiteX1" fmla="*/ 363071 w 2745727"/>
                <a:gd name="connsiteY1" fmla="*/ 780255 h 1022302"/>
                <a:gd name="connsiteX2" fmla="*/ 2604414 w 2745727"/>
                <a:gd name="connsiteY2" fmla="*/ 927011 h 1022302"/>
                <a:gd name="connsiteX3" fmla="*/ 1972900 w 2745727"/>
                <a:gd name="connsiteY3" fmla="*/ 37015 h 1022302"/>
                <a:gd name="connsiteX0" fmla="*/ 0 w 2745727"/>
                <a:gd name="connsiteY0" fmla="*/ 1022302 h 1069473"/>
                <a:gd name="connsiteX1" fmla="*/ 363071 w 2745727"/>
                <a:gd name="connsiteY1" fmla="*/ 780255 h 1069473"/>
                <a:gd name="connsiteX2" fmla="*/ 2604414 w 2745727"/>
                <a:gd name="connsiteY2" fmla="*/ 927011 h 1069473"/>
                <a:gd name="connsiteX3" fmla="*/ 1972900 w 2745727"/>
                <a:gd name="connsiteY3" fmla="*/ 37015 h 1069473"/>
                <a:gd name="connsiteX0" fmla="*/ 0 w 2780833"/>
                <a:gd name="connsiteY0" fmla="*/ 1027984 h 1075155"/>
                <a:gd name="connsiteX1" fmla="*/ 363071 w 2780833"/>
                <a:gd name="connsiteY1" fmla="*/ 785937 h 1075155"/>
                <a:gd name="connsiteX2" fmla="*/ 2604414 w 2780833"/>
                <a:gd name="connsiteY2" fmla="*/ 932693 h 1075155"/>
                <a:gd name="connsiteX3" fmla="*/ 1972900 w 2780833"/>
                <a:gd name="connsiteY3" fmla="*/ 42697 h 1075155"/>
                <a:gd name="connsiteX0" fmla="*/ 0 w 2758255"/>
                <a:gd name="connsiteY0" fmla="*/ 1163451 h 1163451"/>
                <a:gd name="connsiteX1" fmla="*/ 340493 w 2758255"/>
                <a:gd name="connsiteY1" fmla="*/ 785937 h 1163451"/>
                <a:gd name="connsiteX2" fmla="*/ 2581836 w 2758255"/>
                <a:gd name="connsiteY2" fmla="*/ 932693 h 1163451"/>
                <a:gd name="connsiteX3" fmla="*/ 1950322 w 2758255"/>
                <a:gd name="connsiteY3" fmla="*/ 42697 h 1163451"/>
                <a:gd name="connsiteX0" fmla="*/ 103682 w 2602292"/>
                <a:gd name="connsiteY0" fmla="*/ 1276340 h 1276340"/>
                <a:gd name="connsiteX1" fmla="*/ 184530 w 2602292"/>
                <a:gd name="connsiteY1" fmla="*/ 785937 h 1276340"/>
                <a:gd name="connsiteX2" fmla="*/ 2425873 w 2602292"/>
                <a:gd name="connsiteY2" fmla="*/ 932693 h 1276340"/>
                <a:gd name="connsiteX3" fmla="*/ 1794359 w 2602292"/>
                <a:gd name="connsiteY3" fmla="*/ 42697 h 1276340"/>
                <a:gd name="connsiteX0" fmla="*/ 0 w 2769543"/>
                <a:gd name="connsiteY0" fmla="*/ 1107007 h 1107007"/>
                <a:gd name="connsiteX1" fmla="*/ 351781 w 2769543"/>
                <a:gd name="connsiteY1" fmla="*/ 785937 h 1107007"/>
                <a:gd name="connsiteX2" fmla="*/ 2593124 w 2769543"/>
                <a:gd name="connsiteY2" fmla="*/ 932693 h 1107007"/>
                <a:gd name="connsiteX3" fmla="*/ 1961610 w 2769543"/>
                <a:gd name="connsiteY3" fmla="*/ 42697 h 1107007"/>
                <a:gd name="connsiteX0" fmla="*/ 0 w 2724387"/>
                <a:gd name="connsiteY0" fmla="*/ 1140874 h 1140874"/>
                <a:gd name="connsiteX1" fmla="*/ 306625 w 2724387"/>
                <a:gd name="connsiteY1" fmla="*/ 785937 h 1140874"/>
                <a:gd name="connsiteX2" fmla="*/ 2547968 w 2724387"/>
                <a:gd name="connsiteY2" fmla="*/ 932693 h 1140874"/>
                <a:gd name="connsiteX3" fmla="*/ 1916454 w 2724387"/>
                <a:gd name="connsiteY3" fmla="*/ 42697 h 1140874"/>
                <a:gd name="connsiteX0" fmla="*/ 0 w 2758254"/>
                <a:gd name="connsiteY0" fmla="*/ 1219896 h 1219896"/>
                <a:gd name="connsiteX1" fmla="*/ 340492 w 2758254"/>
                <a:gd name="connsiteY1" fmla="*/ 785937 h 1219896"/>
                <a:gd name="connsiteX2" fmla="*/ 2581835 w 2758254"/>
                <a:gd name="connsiteY2" fmla="*/ 932693 h 1219896"/>
                <a:gd name="connsiteX3" fmla="*/ 1950321 w 2758254"/>
                <a:gd name="connsiteY3" fmla="*/ 42697 h 1219896"/>
                <a:gd name="connsiteX0" fmla="*/ 0 w 2747496"/>
                <a:gd name="connsiteY0" fmla="*/ 1123077 h 1123077"/>
                <a:gd name="connsiteX1" fmla="*/ 329734 w 2747496"/>
                <a:gd name="connsiteY1" fmla="*/ 785937 h 1123077"/>
                <a:gd name="connsiteX2" fmla="*/ 2571077 w 2747496"/>
                <a:gd name="connsiteY2" fmla="*/ 932693 h 1123077"/>
                <a:gd name="connsiteX3" fmla="*/ 1939563 w 2747496"/>
                <a:gd name="connsiteY3" fmla="*/ 42697 h 1123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47496" h="1123077">
                  <a:moveTo>
                    <a:pt x="0" y="1123077"/>
                  </a:moveTo>
                  <a:cubicBezTo>
                    <a:pt x="42582" y="1022224"/>
                    <a:pt x="-98779" y="817668"/>
                    <a:pt x="329734" y="785937"/>
                  </a:cubicBezTo>
                  <a:cubicBezTo>
                    <a:pt x="758247" y="754206"/>
                    <a:pt x="2001735" y="1329381"/>
                    <a:pt x="2571077" y="932693"/>
                  </a:cubicBezTo>
                  <a:cubicBezTo>
                    <a:pt x="2903352" y="671472"/>
                    <a:pt x="2805280" y="-201716"/>
                    <a:pt x="1939563" y="42697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D0BA32B6-7FCE-917D-9EA0-FF29C7F013B6}"/>
                </a:ext>
              </a:extLst>
            </p:cNvPr>
            <p:cNvSpPr/>
            <p:nvPr/>
          </p:nvSpPr>
          <p:spPr>
            <a:xfrm>
              <a:off x="2300936" y="5994390"/>
              <a:ext cx="2780833" cy="1075155"/>
            </a:xfrm>
            <a:custGeom>
              <a:avLst/>
              <a:gdLst>
                <a:gd name="connsiteX0" fmla="*/ 0 w 1892666"/>
                <a:gd name="connsiteY0" fmla="*/ 793376 h 793376"/>
                <a:gd name="connsiteX1" fmla="*/ 363071 w 1892666"/>
                <a:gd name="connsiteY1" fmla="*/ 551329 h 793376"/>
                <a:gd name="connsiteX2" fmla="*/ 1667436 w 1892666"/>
                <a:gd name="connsiteY2" fmla="*/ 551329 h 793376"/>
                <a:gd name="connsiteX3" fmla="*/ 1882589 w 1892666"/>
                <a:gd name="connsiteY3" fmla="*/ 0 h 793376"/>
                <a:gd name="connsiteX0" fmla="*/ 0 w 2647081"/>
                <a:gd name="connsiteY0" fmla="*/ 793376 h 793376"/>
                <a:gd name="connsiteX1" fmla="*/ 363071 w 2647081"/>
                <a:gd name="connsiteY1" fmla="*/ 551329 h 793376"/>
                <a:gd name="connsiteX2" fmla="*/ 2604414 w 2647081"/>
                <a:gd name="connsiteY2" fmla="*/ 698085 h 793376"/>
                <a:gd name="connsiteX3" fmla="*/ 1882589 w 2647081"/>
                <a:gd name="connsiteY3" fmla="*/ 0 h 793376"/>
                <a:gd name="connsiteX0" fmla="*/ 0 w 2723804"/>
                <a:gd name="connsiteY0" fmla="*/ 837322 h 837322"/>
                <a:gd name="connsiteX1" fmla="*/ 363071 w 2723804"/>
                <a:gd name="connsiteY1" fmla="*/ 595275 h 837322"/>
                <a:gd name="connsiteX2" fmla="*/ 2604414 w 2723804"/>
                <a:gd name="connsiteY2" fmla="*/ 742031 h 837322"/>
                <a:gd name="connsiteX3" fmla="*/ 1882589 w 2723804"/>
                <a:gd name="connsiteY3" fmla="*/ 43946 h 837322"/>
                <a:gd name="connsiteX0" fmla="*/ 0 w 2728831"/>
                <a:gd name="connsiteY0" fmla="*/ 1000425 h 1000425"/>
                <a:gd name="connsiteX1" fmla="*/ 363071 w 2728831"/>
                <a:gd name="connsiteY1" fmla="*/ 758378 h 1000425"/>
                <a:gd name="connsiteX2" fmla="*/ 2604414 w 2728831"/>
                <a:gd name="connsiteY2" fmla="*/ 905134 h 1000425"/>
                <a:gd name="connsiteX3" fmla="*/ 1905167 w 2728831"/>
                <a:gd name="connsiteY3" fmla="*/ 37716 h 1000425"/>
                <a:gd name="connsiteX0" fmla="*/ 0 w 2745727"/>
                <a:gd name="connsiteY0" fmla="*/ 1022302 h 1022302"/>
                <a:gd name="connsiteX1" fmla="*/ 363071 w 2745727"/>
                <a:gd name="connsiteY1" fmla="*/ 780255 h 1022302"/>
                <a:gd name="connsiteX2" fmla="*/ 2604414 w 2745727"/>
                <a:gd name="connsiteY2" fmla="*/ 927011 h 1022302"/>
                <a:gd name="connsiteX3" fmla="*/ 1972900 w 2745727"/>
                <a:gd name="connsiteY3" fmla="*/ 37015 h 1022302"/>
                <a:gd name="connsiteX0" fmla="*/ 0 w 2745727"/>
                <a:gd name="connsiteY0" fmla="*/ 1022302 h 1069473"/>
                <a:gd name="connsiteX1" fmla="*/ 363071 w 2745727"/>
                <a:gd name="connsiteY1" fmla="*/ 780255 h 1069473"/>
                <a:gd name="connsiteX2" fmla="*/ 2604414 w 2745727"/>
                <a:gd name="connsiteY2" fmla="*/ 927011 h 1069473"/>
                <a:gd name="connsiteX3" fmla="*/ 1972900 w 2745727"/>
                <a:gd name="connsiteY3" fmla="*/ 37015 h 1069473"/>
                <a:gd name="connsiteX0" fmla="*/ 0 w 2780833"/>
                <a:gd name="connsiteY0" fmla="*/ 1027984 h 1075155"/>
                <a:gd name="connsiteX1" fmla="*/ 363071 w 2780833"/>
                <a:gd name="connsiteY1" fmla="*/ 785937 h 1075155"/>
                <a:gd name="connsiteX2" fmla="*/ 2604414 w 2780833"/>
                <a:gd name="connsiteY2" fmla="*/ 932693 h 1075155"/>
                <a:gd name="connsiteX3" fmla="*/ 1972900 w 2780833"/>
                <a:gd name="connsiteY3" fmla="*/ 42697 h 1075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80833" h="1075155">
                  <a:moveTo>
                    <a:pt x="0" y="1027984"/>
                  </a:moveTo>
                  <a:cubicBezTo>
                    <a:pt x="42582" y="927131"/>
                    <a:pt x="-70998" y="801819"/>
                    <a:pt x="363071" y="785937"/>
                  </a:cubicBezTo>
                  <a:cubicBezTo>
                    <a:pt x="797140" y="770055"/>
                    <a:pt x="2035072" y="1329381"/>
                    <a:pt x="2604414" y="932693"/>
                  </a:cubicBezTo>
                  <a:cubicBezTo>
                    <a:pt x="2936689" y="671472"/>
                    <a:pt x="2838617" y="-201716"/>
                    <a:pt x="1972900" y="42697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A5D2A335-E9E2-D0F8-8F08-D63E52EAE241}"/>
                </a:ext>
              </a:extLst>
            </p:cNvPr>
            <p:cNvSpPr/>
            <p:nvPr/>
          </p:nvSpPr>
          <p:spPr>
            <a:xfrm>
              <a:off x="7708315" y="10708130"/>
              <a:ext cx="4177875" cy="339571"/>
            </a:xfrm>
            <a:custGeom>
              <a:avLst/>
              <a:gdLst>
                <a:gd name="connsiteX0" fmla="*/ 39133 w 4261509"/>
                <a:gd name="connsiteY0" fmla="*/ 67235 h 392976"/>
                <a:gd name="connsiteX1" fmla="*/ 496333 w 4261509"/>
                <a:gd name="connsiteY1" fmla="*/ 174812 h 392976"/>
                <a:gd name="connsiteX2" fmla="*/ 3535368 w 4261509"/>
                <a:gd name="connsiteY2" fmla="*/ 389964 h 392976"/>
                <a:gd name="connsiteX3" fmla="*/ 4261509 w 4261509"/>
                <a:gd name="connsiteY3" fmla="*/ 0 h 392976"/>
                <a:gd name="connsiteX0" fmla="*/ 42365 w 4264741"/>
                <a:gd name="connsiteY0" fmla="*/ 67235 h 399427"/>
                <a:gd name="connsiteX1" fmla="*/ 486118 w 4264741"/>
                <a:gd name="connsiteY1" fmla="*/ 322729 h 399427"/>
                <a:gd name="connsiteX2" fmla="*/ 3538600 w 4264741"/>
                <a:gd name="connsiteY2" fmla="*/ 389964 h 399427"/>
                <a:gd name="connsiteX3" fmla="*/ 4264741 w 4264741"/>
                <a:gd name="connsiteY3" fmla="*/ 0 h 399427"/>
                <a:gd name="connsiteX0" fmla="*/ 42365 w 4170612"/>
                <a:gd name="connsiteY0" fmla="*/ 67235 h 399427"/>
                <a:gd name="connsiteX1" fmla="*/ 486118 w 4170612"/>
                <a:gd name="connsiteY1" fmla="*/ 322729 h 399427"/>
                <a:gd name="connsiteX2" fmla="*/ 3538600 w 4170612"/>
                <a:gd name="connsiteY2" fmla="*/ 389964 h 399427"/>
                <a:gd name="connsiteX3" fmla="*/ 4170612 w 4170612"/>
                <a:gd name="connsiteY3" fmla="*/ 0 h 399427"/>
                <a:gd name="connsiteX0" fmla="*/ 0 w 4128247"/>
                <a:gd name="connsiteY0" fmla="*/ 67235 h 399427"/>
                <a:gd name="connsiteX1" fmla="*/ 443753 w 4128247"/>
                <a:gd name="connsiteY1" fmla="*/ 322729 h 399427"/>
                <a:gd name="connsiteX2" fmla="*/ 3496235 w 4128247"/>
                <a:gd name="connsiteY2" fmla="*/ 389964 h 399427"/>
                <a:gd name="connsiteX3" fmla="*/ 4128247 w 4128247"/>
                <a:gd name="connsiteY3" fmla="*/ 0 h 399427"/>
                <a:gd name="connsiteX0" fmla="*/ 0 w 4128247"/>
                <a:gd name="connsiteY0" fmla="*/ 67235 h 468955"/>
                <a:gd name="connsiteX1" fmla="*/ 840724 w 4128247"/>
                <a:gd name="connsiteY1" fmla="*/ 451683 h 468955"/>
                <a:gd name="connsiteX2" fmla="*/ 3496235 w 4128247"/>
                <a:gd name="connsiteY2" fmla="*/ 389964 h 468955"/>
                <a:gd name="connsiteX3" fmla="*/ 4128247 w 4128247"/>
                <a:gd name="connsiteY3" fmla="*/ 0 h 468955"/>
                <a:gd name="connsiteX0" fmla="*/ 0 w 4602050"/>
                <a:gd name="connsiteY0" fmla="*/ 0 h 401720"/>
                <a:gd name="connsiteX1" fmla="*/ 840724 w 4602050"/>
                <a:gd name="connsiteY1" fmla="*/ 384448 h 401720"/>
                <a:gd name="connsiteX2" fmla="*/ 3496235 w 4602050"/>
                <a:gd name="connsiteY2" fmla="*/ 322729 h 401720"/>
                <a:gd name="connsiteX3" fmla="*/ 4602050 w 4602050"/>
                <a:gd name="connsiteY3" fmla="*/ 85165 h 401720"/>
                <a:gd name="connsiteX0" fmla="*/ 0 w 4563634"/>
                <a:gd name="connsiteY0" fmla="*/ 0 h 401720"/>
                <a:gd name="connsiteX1" fmla="*/ 840724 w 4563634"/>
                <a:gd name="connsiteY1" fmla="*/ 384448 h 401720"/>
                <a:gd name="connsiteX2" fmla="*/ 3496235 w 4563634"/>
                <a:gd name="connsiteY2" fmla="*/ 322729 h 401720"/>
                <a:gd name="connsiteX3" fmla="*/ 4563634 w 4563634"/>
                <a:gd name="connsiteY3" fmla="*/ 38272 h 401720"/>
                <a:gd name="connsiteX0" fmla="*/ 0 w 4563634"/>
                <a:gd name="connsiteY0" fmla="*/ 0 h 339571"/>
                <a:gd name="connsiteX1" fmla="*/ 968779 w 4563634"/>
                <a:gd name="connsiteY1" fmla="*/ 290663 h 339571"/>
                <a:gd name="connsiteX2" fmla="*/ 3496235 w 4563634"/>
                <a:gd name="connsiteY2" fmla="*/ 322729 h 339571"/>
                <a:gd name="connsiteX3" fmla="*/ 4563634 w 4563634"/>
                <a:gd name="connsiteY3" fmla="*/ 38272 h 339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63634" h="339571">
                  <a:moveTo>
                    <a:pt x="0" y="0"/>
                  </a:moveTo>
                  <a:cubicBezTo>
                    <a:pt x="116524" y="191017"/>
                    <a:pt x="386073" y="236875"/>
                    <a:pt x="968779" y="290663"/>
                  </a:cubicBezTo>
                  <a:cubicBezTo>
                    <a:pt x="1551485" y="344451"/>
                    <a:pt x="2868706" y="351864"/>
                    <a:pt x="3496235" y="322729"/>
                  </a:cubicBezTo>
                  <a:cubicBezTo>
                    <a:pt x="4123764" y="293594"/>
                    <a:pt x="4514328" y="218686"/>
                    <a:pt x="4563634" y="38272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Freeform 138">
              <a:extLst>
                <a:ext uri="{FF2B5EF4-FFF2-40B4-BE49-F238E27FC236}">
                  <a16:creationId xmlns:a16="http://schemas.microsoft.com/office/drawing/2014/main" id="{9215353A-1C1B-F554-FF18-109F56D2CD86}"/>
                </a:ext>
              </a:extLst>
            </p:cNvPr>
            <p:cNvSpPr/>
            <p:nvPr/>
          </p:nvSpPr>
          <p:spPr>
            <a:xfrm>
              <a:off x="9814364" y="10371954"/>
              <a:ext cx="476452" cy="658905"/>
            </a:xfrm>
            <a:custGeom>
              <a:avLst/>
              <a:gdLst>
                <a:gd name="connsiteX0" fmla="*/ 39038 w 550026"/>
                <a:gd name="connsiteY0" fmla="*/ 658905 h 658905"/>
                <a:gd name="connsiteX1" fmla="*/ 52485 w 550026"/>
                <a:gd name="connsiteY1" fmla="*/ 215153 h 658905"/>
                <a:gd name="connsiteX2" fmla="*/ 550026 w 550026"/>
                <a:gd name="connsiteY2" fmla="*/ 0 h 658905"/>
                <a:gd name="connsiteX0" fmla="*/ 9457 w 520445"/>
                <a:gd name="connsiteY0" fmla="*/ 658905 h 658905"/>
                <a:gd name="connsiteX1" fmla="*/ 130481 w 520445"/>
                <a:gd name="connsiteY1" fmla="*/ 147918 h 658905"/>
                <a:gd name="connsiteX2" fmla="*/ 520445 w 520445"/>
                <a:gd name="connsiteY2" fmla="*/ 0 h 658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20445" h="658905">
                  <a:moveTo>
                    <a:pt x="9457" y="658905"/>
                  </a:moveTo>
                  <a:cubicBezTo>
                    <a:pt x="-26402" y="491937"/>
                    <a:pt x="45316" y="257735"/>
                    <a:pt x="130481" y="147918"/>
                  </a:cubicBezTo>
                  <a:cubicBezTo>
                    <a:pt x="215646" y="38101"/>
                    <a:pt x="314257" y="52668"/>
                    <a:pt x="520445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Freeform 139">
              <a:extLst>
                <a:ext uri="{FF2B5EF4-FFF2-40B4-BE49-F238E27FC236}">
                  <a16:creationId xmlns:a16="http://schemas.microsoft.com/office/drawing/2014/main" id="{303FD4C8-A45B-7BC9-5529-867A1E40AFE3}"/>
                </a:ext>
              </a:extLst>
            </p:cNvPr>
            <p:cNvSpPr/>
            <p:nvPr/>
          </p:nvSpPr>
          <p:spPr>
            <a:xfrm>
              <a:off x="9874255" y="9786833"/>
              <a:ext cx="527243" cy="840614"/>
            </a:xfrm>
            <a:custGeom>
              <a:avLst/>
              <a:gdLst>
                <a:gd name="connsiteX0" fmla="*/ 36463 w 520557"/>
                <a:gd name="connsiteY0" fmla="*/ 943058 h 943058"/>
                <a:gd name="connsiteX1" fmla="*/ 49910 w 520557"/>
                <a:gd name="connsiteY1" fmla="*/ 95893 h 943058"/>
                <a:gd name="connsiteX2" fmla="*/ 520557 w 520557"/>
                <a:gd name="connsiteY2" fmla="*/ 55552 h 943058"/>
                <a:gd name="connsiteX0" fmla="*/ 8314 w 492408"/>
                <a:gd name="connsiteY0" fmla="*/ 900519 h 900519"/>
                <a:gd name="connsiteX1" fmla="*/ 129337 w 492408"/>
                <a:gd name="connsiteY1" fmla="*/ 228166 h 900519"/>
                <a:gd name="connsiteX2" fmla="*/ 492408 w 492408"/>
                <a:gd name="connsiteY2" fmla="*/ 13013 h 900519"/>
                <a:gd name="connsiteX0" fmla="*/ 8314 w 492408"/>
                <a:gd name="connsiteY0" fmla="*/ 887506 h 887506"/>
                <a:gd name="connsiteX1" fmla="*/ 129337 w 492408"/>
                <a:gd name="connsiteY1" fmla="*/ 215153 h 887506"/>
                <a:gd name="connsiteX2" fmla="*/ 492408 w 492408"/>
                <a:gd name="connsiteY2" fmla="*/ 0 h 887506"/>
                <a:gd name="connsiteX0" fmla="*/ 22208 w 506302"/>
                <a:gd name="connsiteY0" fmla="*/ 887506 h 887506"/>
                <a:gd name="connsiteX1" fmla="*/ 66397 w 506302"/>
                <a:gd name="connsiteY1" fmla="*/ 344107 h 887506"/>
                <a:gd name="connsiteX2" fmla="*/ 506302 w 506302"/>
                <a:gd name="connsiteY2" fmla="*/ 0 h 887506"/>
                <a:gd name="connsiteX0" fmla="*/ 22209 w 480692"/>
                <a:gd name="connsiteY0" fmla="*/ 981291 h 981291"/>
                <a:gd name="connsiteX1" fmla="*/ 66398 w 480692"/>
                <a:gd name="connsiteY1" fmla="*/ 437892 h 981291"/>
                <a:gd name="connsiteX2" fmla="*/ 480692 w 480692"/>
                <a:gd name="connsiteY2" fmla="*/ 0 h 981291"/>
                <a:gd name="connsiteX0" fmla="*/ 22209 w 583135"/>
                <a:gd name="connsiteY0" fmla="*/ 1204029 h 1204029"/>
                <a:gd name="connsiteX1" fmla="*/ 66398 w 583135"/>
                <a:gd name="connsiteY1" fmla="*/ 660630 h 1204029"/>
                <a:gd name="connsiteX2" fmla="*/ 583135 w 583135"/>
                <a:gd name="connsiteY2" fmla="*/ 0 h 1204029"/>
                <a:gd name="connsiteX0" fmla="*/ 376020 w 936946"/>
                <a:gd name="connsiteY0" fmla="*/ 1204029 h 1204029"/>
                <a:gd name="connsiteX1" fmla="*/ 10434 w 936946"/>
                <a:gd name="connsiteY1" fmla="*/ 215153 h 1204029"/>
                <a:gd name="connsiteX2" fmla="*/ 936946 w 936946"/>
                <a:gd name="connsiteY2" fmla="*/ 0 h 1204029"/>
                <a:gd name="connsiteX0" fmla="*/ 376020 w 757668"/>
                <a:gd name="connsiteY0" fmla="*/ 1309537 h 1309537"/>
                <a:gd name="connsiteX1" fmla="*/ 10434 w 757668"/>
                <a:gd name="connsiteY1" fmla="*/ 320661 h 1309537"/>
                <a:gd name="connsiteX2" fmla="*/ 757668 w 757668"/>
                <a:gd name="connsiteY2" fmla="*/ 0 h 1309537"/>
                <a:gd name="connsiteX0" fmla="*/ 376020 w 936946"/>
                <a:gd name="connsiteY0" fmla="*/ 1024041 h 1024041"/>
                <a:gd name="connsiteX1" fmla="*/ 10434 w 936946"/>
                <a:gd name="connsiteY1" fmla="*/ 35165 h 1024041"/>
                <a:gd name="connsiteX2" fmla="*/ 936946 w 936946"/>
                <a:gd name="connsiteY2" fmla="*/ 183427 h 1024041"/>
                <a:gd name="connsiteX0" fmla="*/ 14999 w 575925"/>
                <a:gd name="connsiteY0" fmla="*/ 840614 h 840614"/>
                <a:gd name="connsiteX1" fmla="*/ 84800 w 575925"/>
                <a:gd name="connsiteY1" fmla="*/ 320661 h 840614"/>
                <a:gd name="connsiteX2" fmla="*/ 575925 w 575925"/>
                <a:gd name="connsiteY2" fmla="*/ 0 h 840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5925" h="840614">
                  <a:moveTo>
                    <a:pt x="14999" y="840614"/>
                  </a:moveTo>
                  <a:cubicBezTo>
                    <a:pt x="-18619" y="490990"/>
                    <a:pt x="4118" y="468579"/>
                    <a:pt x="84800" y="320661"/>
                  </a:cubicBezTo>
                  <a:cubicBezTo>
                    <a:pt x="165482" y="172743"/>
                    <a:pt x="368137" y="75165"/>
                    <a:pt x="575925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 143">
              <a:extLst>
                <a:ext uri="{FF2B5EF4-FFF2-40B4-BE49-F238E27FC236}">
                  <a16:creationId xmlns:a16="http://schemas.microsoft.com/office/drawing/2014/main" id="{6B022DF2-7C95-75AA-D9EC-11276BFF737D}"/>
                </a:ext>
              </a:extLst>
            </p:cNvPr>
            <p:cNvSpPr/>
            <p:nvPr/>
          </p:nvSpPr>
          <p:spPr>
            <a:xfrm>
              <a:off x="7068865" y="8992012"/>
              <a:ext cx="4116404" cy="516697"/>
            </a:xfrm>
            <a:custGeom>
              <a:avLst/>
              <a:gdLst>
                <a:gd name="connsiteX0" fmla="*/ 0 w 4677376"/>
                <a:gd name="connsiteY0" fmla="*/ 590148 h 590148"/>
                <a:gd name="connsiteX1" fmla="*/ 363071 w 4677376"/>
                <a:gd name="connsiteY1" fmla="*/ 159842 h 590148"/>
                <a:gd name="connsiteX2" fmla="*/ 1573306 w 4677376"/>
                <a:gd name="connsiteY2" fmla="*/ 25372 h 590148"/>
                <a:gd name="connsiteX3" fmla="*/ 4289612 w 4677376"/>
                <a:gd name="connsiteY3" fmla="*/ 52266 h 590148"/>
                <a:gd name="connsiteX4" fmla="*/ 4598895 w 4677376"/>
                <a:gd name="connsiteY4" fmla="*/ 536360 h 590148"/>
                <a:gd name="connsiteX0" fmla="*/ 0 w 4611014"/>
                <a:gd name="connsiteY0" fmla="*/ 590148 h 590148"/>
                <a:gd name="connsiteX1" fmla="*/ 363071 w 4611014"/>
                <a:gd name="connsiteY1" fmla="*/ 159842 h 590148"/>
                <a:gd name="connsiteX2" fmla="*/ 1573306 w 4611014"/>
                <a:gd name="connsiteY2" fmla="*/ 25372 h 590148"/>
                <a:gd name="connsiteX3" fmla="*/ 3684494 w 4611014"/>
                <a:gd name="connsiteY3" fmla="*/ 52266 h 590148"/>
                <a:gd name="connsiteX4" fmla="*/ 4598895 w 4611014"/>
                <a:gd name="connsiteY4" fmla="*/ 536360 h 590148"/>
                <a:gd name="connsiteX0" fmla="*/ 0 w 4617662"/>
                <a:gd name="connsiteY0" fmla="*/ 590148 h 590148"/>
                <a:gd name="connsiteX1" fmla="*/ 363071 w 4617662"/>
                <a:gd name="connsiteY1" fmla="*/ 159842 h 590148"/>
                <a:gd name="connsiteX2" fmla="*/ 1573306 w 4617662"/>
                <a:gd name="connsiteY2" fmla="*/ 25372 h 590148"/>
                <a:gd name="connsiteX3" fmla="*/ 3684494 w 4617662"/>
                <a:gd name="connsiteY3" fmla="*/ 52266 h 590148"/>
                <a:gd name="connsiteX4" fmla="*/ 4598895 w 4617662"/>
                <a:gd name="connsiteY4" fmla="*/ 536360 h 590148"/>
                <a:gd name="connsiteX0" fmla="*/ 0 w 4617662"/>
                <a:gd name="connsiteY0" fmla="*/ 590938 h 590938"/>
                <a:gd name="connsiteX1" fmla="*/ 551330 w 4617662"/>
                <a:gd name="connsiteY1" fmla="*/ 174079 h 590938"/>
                <a:gd name="connsiteX2" fmla="*/ 1573306 w 4617662"/>
                <a:gd name="connsiteY2" fmla="*/ 26162 h 590938"/>
                <a:gd name="connsiteX3" fmla="*/ 3684494 w 4617662"/>
                <a:gd name="connsiteY3" fmla="*/ 53056 h 590938"/>
                <a:gd name="connsiteX4" fmla="*/ 4598895 w 4617662"/>
                <a:gd name="connsiteY4" fmla="*/ 537150 h 590938"/>
                <a:gd name="connsiteX0" fmla="*/ 0 w 4631109"/>
                <a:gd name="connsiteY0" fmla="*/ 550597 h 550597"/>
                <a:gd name="connsiteX1" fmla="*/ 564777 w 4631109"/>
                <a:gd name="connsiteY1" fmla="*/ 174079 h 550597"/>
                <a:gd name="connsiteX2" fmla="*/ 1586753 w 4631109"/>
                <a:gd name="connsiteY2" fmla="*/ 26162 h 550597"/>
                <a:gd name="connsiteX3" fmla="*/ 3697941 w 4631109"/>
                <a:gd name="connsiteY3" fmla="*/ 53056 h 550597"/>
                <a:gd name="connsiteX4" fmla="*/ 4612342 w 4631109"/>
                <a:gd name="connsiteY4" fmla="*/ 537150 h 550597"/>
                <a:gd name="connsiteX0" fmla="*/ 0 w 4590767"/>
                <a:gd name="connsiteY0" fmla="*/ 590938 h 590938"/>
                <a:gd name="connsiteX1" fmla="*/ 524435 w 4590767"/>
                <a:gd name="connsiteY1" fmla="*/ 174079 h 590938"/>
                <a:gd name="connsiteX2" fmla="*/ 1546411 w 4590767"/>
                <a:gd name="connsiteY2" fmla="*/ 26162 h 590938"/>
                <a:gd name="connsiteX3" fmla="*/ 3657599 w 4590767"/>
                <a:gd name="connsiteY3" fmla="*/ 53056 h 590938"/>
                <a:gd name="connsiteX4" fmla="*/ 4572000 w 4590767"/>
                <a:gd name="connsiteY4" fmla="*/ 537150 h 590938"/>
                <a:gd name="connsiteX0" fmla="*/ 0 w 4590767"/>
                <a:gd name="connsiteY0" fmla="*/ 590938 h 590938"/>
                <a:gd name="connsiteX1" fmla="*/ 524435 w 4590767"/>
                <a:gd name="connsiteY1" fmla="*/ 174079 h 590938"/>
                <a:gd name="connsiteX2" fmla="*/ 1546411 w 4590767"/>
                <a:gd name="connsiteY2" fmla="*/ 26162 h 590938"/>
                <a:gd name="connsiteX3" fmla="*/ 3657599 w 4590767"/>
                <a:gd name="connsiteY3" fmla="*/ 53056 h 590938"/>
                <a:gd name="connsiteX4" fmla="*/ 4572000 w 4590767"/>
                <a:gd name="connsiteY4" fmla="*/ 537150 h 590938"/>
                <a:gd name="connsiteX0" fmla="*/ 0 w 4604214"/>
                <a:gd name="connsiteY0" fmla="*/ 617832 h 617832"/>
                <a:gd name="connsiteX1" fmla="*/ 537882 w 4604214"/>
                <a:gd name="connsiteY1" fmla="*/ 174079 h 617832"/>
                <a:gd name="connsiteX2" fmla="*/ 1559858 w 4604214"/>
                <a:gd name="connsiteY2" fmla="*/ 26162 h 617832"/>
                <a:gd name="connsiteX3" fmla="*/ 3671046 w 4604214"/>
                <a:gd name="connsiteY3" fmla="*/ 53056 h 617832"/>
                <a:gd name="connsiteX4" fmla="*/ 4585447 w 4604214"/>
                <a:gd name="connsiteY4" fmla="*/ 537150 h 617832"/>
                <a:gd name="connsiteX0" fmla="*/ 0 w 4585447"/>
                <a:gd name="connsiteY0" fmla="*/ 617832 h 617832"/>
                <a:gd name="connsiteX1" fmla="*/ 537882 w 4585447"/>
                <a:gd name="connsiteY1" fmla="*/ 174079 h 617832"/>
                <a:gd name="connsiteX2" fmla="*/ 1559858 w 4585447"/>
                <a:gd name="connsiteY2" fmla="*/ 26162 h 617832"/>
                <a:gd name="connsiteX3" fmla="*/ 3671046 w 4585447"/>
                <a:gd name="connsiteY3" fmla="*/ 53056 h 617832"/>
                <a:gd name="connsiteX4" fmla="*/ 4585447 w 4585447"/>
                <a:gd name="connsiteY4" fmla="*/ 537150 h 617832"/>
                <a:gd name="connsiteX0" fmla="*/ 0 w 4585447"/>
                <a:gd name="connsiteY0" fmla="*/ 617832 h 617832"/>
                <a:gd name="connsiteX1" fmla="*/ 537882 w 4585447"/>
                <a:gd name="connsiteY1" fmla="*/ 174079 h 617832"/>
                <a:gd name="connsiteX2" fmla="*/ 1559858 w 4585447"/>
                <a:gd name="connsiteY2" fmla="*/ 26162 h 617832"/>
                <a:gd name="connsiteX3" fmla="*/ 3671046 w 4585447"/>
                <a:gd name="connsiteY3" fmla="*/ 53056 h 617832"/>
                <a:gd name="connsiteX4" fmla="*/ 4585447 w 4585447"/>
                <a:gd name="connsiteY4" fmla="*/ 424856 h 617832"/>
                <a:gd name="connsiteX0" fmla="*/ 0 w 4546603"/>
                <a:gd name="connsiteY0" fmla="*/ 617832 h 617832"/>
                <a:gd name="connsiteX1" fmla="*/ 537882 w 4546603"/>
                <a:gd name="connsiteY1" fmla="*/ 174079 h 617832"/>
                <a:gd name="connsiteX2" fmla="*/ 1559858 w 4546603"/>
                <a:gd name="connsiteY2" fmla="*/ 26162 h 617832"/>
                <a:gd name="connsiteX3" fmla="*/ 3671046 w 4546603"/>
                <a:gd name="connsiteY3" fmla="*/ 53056 h 617832"/>
                <a:gd name="connsiteX4" fmla="*/ 4546603 w 4546603"/>
                <a:gd name="connsiteY4" fmla="*/ 466966 h 617832"/>
                <a:gd name="connsiteX0" fmla="*/ 0 w 4546603"/>
                <a:gd name="connsiteY0" fmla="*/ 618668 h 618668"/>
                <a:gd name="connsiteX1" fmla="*/ 745054 w 4546603"/>
                <a:gd name="connsiteY1" fmla="*/ 188952 h 618668"/>
                <a:gd name="connsiteX2" fmla="*/ 1559858 w 4546603"/>
                <a:gd name="connsiteY2" fmla="*/ 26998 h 618668"/>
                <a:gd name="connsiteX3" fmla="*/ 3671046 w 4546603"/>
                <a:gd name="connsiteY3" fmla="*/ 53892 h 618668"/>
                <a:gd name="connsiteX4" fmla="*/ 4546603 w 4546603"/>
                <a:gd name="connsiteY4" fmla="*/ 467802 h 618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46603" h="618668">
                  <a:moveTo>
                    <a:pt x="0" y="618668"/>
                  </a:moveTo>
                  <a:cubicBezTo>
                    <a:pt x="158002" y="450579"/>
                    <a:pt x="485078" y="287564"/>
                    <a:pt x="745054" y="188952"/>
                  </a:cubicBezTo>
                  <a:cubicBezTo>
                    <a:pt x="1005030" y="90340"/>
                    <a:pt x="1072193" y="49508"/>
                    <a:pt x="1559858" y="26998"/>
                  </a:cubicBezTo>
                  <a:cubicBezTo>
                    <a:pt x="2047523" y="4488"/>
                    <a:pt x="3166781" y="-31273"/>
                    <a:pt x="3671046" y="53892"/>
                  </a:cubicBezTo>
                  <a:cubicBezTo>
                    <a:pt x="4403911" y="139057"/>
                    <a:pt x="4449869" y="99898"/>
                    <a:pt x="4546603" y="467802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 144">
              <a:extLst>
                <a:ext uri="{FF2B5EF4-FFF2-40B4-BE49-F238E27FC236}">
                  <a16:creationId xmlns:a16="http://schemas.microsoft.com/office/drawing/2014/main" id="{BAEAD9AA-3C90-ED81-BA6F-F1BF8F720A34}"/>
                </a:ext>
              </a:extLst>
            </p:cNvPr>
            <p:cNvSpPr/>
            <p:nvPr/>
          </p:nvSpPr>
          <p:spPr>
            <a:xfrm>
              <a:off x="4119638" y="8862563"/>
              <a:ext cx="3503177" cy="672292"/>
            </a:xfrm>
            <a:custGeom>
              <a:avLst/>
              <a:gdLst>
                <a:gd name="connsiteX0" fmla="*/ 3711388 w 3711388"/>
                <a:gd name="connsiteY0" fmla="*/ 235149 h 678902"/>
                <a:gd name="connsiteX1" fmla="*/ 2756647 w 3711388"/>
                <a:gd name="connsiteY1" fmla="*/ 19996 h 678902"/>
                <a:gd name="connsiteX2" fmla="*/ 0 w 3711388"/>
                <a:gd name="connsiteY2" fmla="*/ 678902 h 678902"/>
                <a:gd name="connsiteX0" fmla="*/ 3826638 w 3826638"/>
                <a:gd name="connsiteY0" fmla="*/ 334047 h 672292"/>
                <a:gd name="connsiteX1" fmla="*/ 2756647 w 3826638"/>
                <a:gd name="connsiteY1" fmla="*/ 13386 h 672292"/>
                <a:gd name="connsiteX2" fmla="*/ 0 w 3826638"/>
                <a:gd name="connsiteY2" fmla="*/ 672292 h 672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26638" h="672292">
                  <a:moveTo>
                    <a:pt x="3826638" y="334047"/>
                  </a:moveTo>
                  <a:cubicBezTo>
                    <a:pt x="3658550" y="189491"/>
                    <a:pt x="3375212" y="-60573"/>
                    <a:pt x="2756647" y="13386"/>
                  </a:cubicBezTo>
                  <a:cubicBezTo>
                    <a:pt x="2138082" y="87345"/>
                    <a:pt x="1069041" y="379818"/>
                    <a:pt x="0" y="672292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 145">
              <a:extLst>
                <a:ext uri="{FF2B5EF4-FFF2-40B4-BE49-F238E27FC236}">
                  <a16:creationId xmlns:a16="http://schemas.microsoft.com/office/drawing/2014/main" id="{BDF52D0B-D6CD-5F2B-B94C-185475E6DB38}"/>
                </a:ext>
              </a:extLst>
            </p:cNvPr>
            <p:cNvSpPr/>
            <p:nvPr/>
          </p:nvSpPr>
          <p:spPr>
            <a:xfrm>
              <a:off x="4630746" y="10357321"/>
              <a:ext cx="1758462" cy="152079"/>
            </a:xfrm>
            <a:custGeom>
              <a:avLst/>
              <a:gdLst>
                <a:gd name="connsiteX0" fmla="*/ 1758462 w 1758462"/>
                <a:gd name="connsiteY0" fmla="*/ 152079 h 152079"/>
                <a:gd name="connsiteX1" fmla="*/ 1430216 w 1758462"/>
                <a:gd name="connsiteY1" fmla="*/ 11402 h 152079"/>
                <a:gd name="connsiteX2" fmla="*/ 246185 w 1758462"/>
                <a:gd name="connsiteY2" fmla="*/ 23126 h 152079"/>
                <a:gd name="connsiteX3" fmla="*/ 0 w 1758462"/>
                <a:gd name="connsiteY3" fmla="*/ 140356 h 152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58462" h="152079">
                  <a:moveTo>
                    <a:pt x="1758462" y="152079"/>
                  </a:moveTo>
                  <a:cubicBezTo>
                    <a:pt x="1720362" y="92486"/>
                    <a:pt x="1682262" y="32894"/>
                    <a:pt x="1430216" y="11402"/>
                  </a:cubicBezTo>
                  <a:cubicBezTo>
                    <a:pt x="1178170" y="-10090"/>
                    <a:pt x="484554" y="1634"/>
                    <a:pt x="246185" y="23126"/>
                  </a:cubicBezTo>
                  <a:cubicBezTo>
                    <a:pt x="7816" y="44618"/>
                    <a:pt x="3908" y="92487"/>
                    <a:pt x="0" y="140356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 146">
              <a:extLst>
                <a:ext uri="{FF2B5EF4-FFF2-40B4-BE49-F238E27FC236}">
                  <a16:creationId xmlns:a16="http://schemas.microsoft.com/office/drawing/2014/main" id="{339D5153-4CA0-9E1B-5F9F-2448AF3EE66B}"/>
                </a:ext>
              </a:extLst>
            </p:cNvPr>
            <p:cNvSpPr/>
            <p:nvPr/>
          </p:nvSpPr>
          <p:spPr>
            <a:xfrm>
              <a:off x="3313206" y="10354746"/>
              <a:ext cx="2147442" cy="684001"/>
            </a:xfrm>
            <a:custGeom>
              <a:avLst/>
              <a:gdLst>
                <a:gd name="connsiteX0" fmla="*/ 2315259 w 2315259"/>
                <a:gd name="connsiteY0" fmla="*/ 0 h 666878"/>
                <a:gd name="connsiteX1" fmla="*/ 2022182 w 2315259"/>
                <a:gd name="connsiteY1" fmla="*/ 187569 h 666878"/>
                <a:gd name="connsiteX2" fmla="*/ 1975290 w 2315259"/>
                <a:gd name="connsiteY2" fmla="*/ 597877 h 666878"/>
                <a:gd name="connsiteX3" fmla="*/ 169936 w 2315259"/>
                <a:gd name="connsiteY3" fmla="*/ 621323 h 666878"/>
                <a:gd name="connsiteX4" fmla="*/ 181659 w 2315259"/>
                <a:gd name="connsiteY4" fmla="*/ 140677 h 666878"/>
                <a:gd name="connsiteX0" fmla="*/ 2189881 w 2189881"/>
                <a:gd name="connsiteY0" fmla="*/ 0 h 675014"/>
                <a:gd name="connsiteX1" fmla="*/ 1896804 w 2189881"/>
                <a:gd name="connsiteY1" fmla="*/ 187569 h 675014"/>
                <a:gd name="connsiteX2" fmla="*/ 1849912 w 2189881"/>
                <a:gd name="connsiteY2" fmla="*/ 597877 h 675014"/>
                <a:gd name="connsiteX3" fmla="*/ 384527 w 2189881"/>
                <a:gd name="connsiteY3" fmla="*/ 633046 h 675014"/>
                <a:gd name="connsiteX4" fmla="*/ 56281 w 2189881"/>
                <a:gd name="connsiteY4" fmla="*/ 140677 h 675014"/>
                <a:gd name="connsiteX0" fmla="*/ 2147442 w 2147442"/>
                <a:gd name="connsiteY0" fmla="*/ 0 h 675014"/>
                <a:gd name="connsiteX1" fmla="*/ 1854365 w 2147442"/>
                <a:gd name="connsiteY1" fmla="*/ 187569 h 675014"/>
                <a:gd name="connsiteX2" fmla="*/ 1807473 w 2147442"/>
                <a:gd name="connsiteY2" fmla="*/ 597877 h 675014"/>
                <a:gd name="connsiteX3" fmla="*/ 342088 w 2147442"/>
                <a:gd name="connsiteY3" fmla="*/ 633046 h 675014"/>
                <a:gd name="connsiteX4" fmla="*/ 13842 w 2147442"/>
                <a:gd name="connsiteY4" fmla="*/ 140677 h 675014"/>
                <a:gd name="connsiteX0" fmla="*/ 2147442 w 2147442"/>
                <a:gd name="connsiteY0" fmla="*/ 0 h 684001"/>
                <a:gd name="connsiteX1" fmla="*/ 1854365 w 2147442"/>
                <a:gd name="connsiteY1" fmla="*/ 187569 h 684001"/>
                <a:gd name="connsiteX2" fmla="*/ 1584734 w 2147442"/>
                <a:gd name="connsiteY2" fmla="*/ 621323 h 684001"/>
                <a:gd name="connsiteX3" fmla="*/ 342088 w 2147442"/>
                <a:gd name="connsiteY3" fmla="*/ 633046 h 684001"/>
                <a:gd name="connsiteX4" fmla="*/ 13842 w 2147442"/>
                <a:gd name="connsiteY4" fmla="*/ 140677 h 684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7442" h="684001">
                  <a:moveTo>
                    <a:pt x="2147442" y="0"/>
                  </a:moveTo>
                  <a:cubicBezTo>
                    <a:pt x="2029234" y="43961"/>
                    <a:pt x="1948150" y="84015"/>
                    <a:pt x="1854365" y="187569"/>
                  </a:cubicBezTo>
                  <a:cubicBezTo>
                    <a:pt x="1760580" y="291123"/>
                    <a:pt x="1836780" y="547077"/>
                    <a:pt x="1584734" y="621323"/>
                  </a:cubicBezTo>
                  <a:cubicBezTo>
                    <a:pt x="1332688" y="695569"/>
                    <a:pt x="641026" y="709246"/>
                    <a:pt x="342088" y="633046"/>
                  </a:cubicBezTo>
                  <a:cubicBezTo>
                    <a:pt x="43150" y="556846"/>
                    <a:pt x="-35981" y="471854"/>
                    <a:pt x="13842" y="140677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 147">
              <a:extLst>
                <a:ext uri="{FF2B5EF4-FFF2-40B4-BE49-F238E27FC236}">
                  <a16:creationId xmlns:a16="http://schemas.microsoft.com/office/drawing/2014/main" id="{7CE18440-D9FE-C41E-EC51-BEE3DE507349}"/>
                </a:ext>
              </a:extLst>
            </p:cNvPr>
            <p:cNvSpPr/>
            <p:nvPr/>
          </p:nvSpPr>
          <p:spPr>
            <a:xfrm>
              <a:off x="2572508" y="9780288"/>
              <a:ext cx="1340695" cy="1242673"/>
            </a:xfrm>
            <a:custGeom>
              <a:avLst/>
              <a:gdLst>
                <a:gd name="connsiteX0" fmla="*/ 1459020 w 1459020"/>
                <a:gd name="connsiteY0" fmla="*/ 1278568 h 1369110"/>
                <a:gd name="connsiteX1" fmla="*/ 134312 w 1459020"/>
                <a:gd name="connsiteY1" fmla="*/ 1255122 h 1369110"/>
                <a:gd name="connsiteX2" fmla="*/ 99143 w 1459020"/>
                <a:gd name="connsiteY2" fmla="*/ 153153 h 1369110"/>
                <a:gd name="connsiteX3" fmla="*/ 614958 w 1459020"/>
                <a:gd name="connsiteY3" fmla="*/ 35922 h 1369110"/>
                <a:gd name="connsiteX0" fmla="*/ 1439752 w 1439752"/>
                <a:gd name="connsiteY0" fmla="*/ 1278568 h 1295420"/>
                <a:gd name="connsiteX1" fmla="*/ 150213 w 1439752"/>
                <a:gd name="connsiteY1" fmla="*/ 938599 h 1295420"/>
                <a:gd name="connsiteX2" fmla="*/ 79875 w 1439752"/>
                <a:gd name="connsiteY2" fmla="*/ 153153 h 1295420"/>
                <a:gd name="connsiteX3" fmla="*/ 595690 w 1439752"/>
                <a:gd name="connsiteY3" fmla="*/ 35922 h 1295420"/>
                <a:gd name="connsiteX0" fmla="*/ 1439752 w 1439752"/>
                <a:gd name="connsiteY0" fmla="*/ 1278568 h 1278568"/>
                <a:gd name="connsiteX1" fmla="*/ 150213 w 1439752"/>
                <a:gd name="connsiteY1" fmla="*/ 938599 h 1278568"/>
                <a:gd name="connsiteX2" fmla="*/ 79875 w 1439752"/>
                <a:gd name="connsiteY2" fmla="*/ 153153 h 1278568"/>
                <a:gd name="connsiteX3" fmla="*/ 595690 w 1439752"/>
                <a:gd name="connsiteY3" fmla="*/ 35922 h 1278568"/>
                <a:gd name="connsiteX0" fmla="*/ 1395051 w 1395051"/>
                <a:gd name="connsiteY0" fmla="*/ 1278568 h 1278568"/>
                <a:gd name="connsiteX1" fmla="*/ 234466 w 1395051"/>
                <a:gd name="connsiteY1" fmla="*/ 1008937 h 1278568"/>
                <a:gd name="connsiteX2" fmla="*/ 35174 w 1395051"/>
                <a:gd name="connsiteY2" fmla="*/ 153153 h 1278568"/>
                <a:gd name="connsiteX3" fmla="*/ 550989 w 1395051"/>
                <a:gd name="connsiteY3" fmla="*/ 35922 h 1278568"/>
                <a:gd name="connsiteX0" fmla="*/ 1340695 w 1340695"/>
                <a:gd name="connsiteY0" fmla="*/ 1253448 h 1253448"/>
                <a:gd name="connsiteX1" fmla="*/ 180110 w 1340695"/>
                <a:gd name="connsiteY1" fmla="*/ 983817 h 1253448"/>
                <a:gd name="connsiteX2" fmla="*/ 51156 w 1340695"/>
                <a:gd name="connsiteY2" fmla="*/ 256987 h 1253448"/>
                <a:gd name="connsiteX3" fmla="*/ 496633 w 1340695"/>
                <a:gd name="connsiteY3" fmla="*/ 10802 h 1253448"/>
                <a:gd name="connsiteX0" fmla="*/ 1340695 w 1340695"/>
                <a:gd name="connsiteY0" fmla="*/ 1242673 h 1242673"/>
                <a:gd name="connsiteX1" fmla="*/ 180110 w 1340695"/>
                <a:gd name="connsiteY1" fmla="*/ 973042 h 1242673"/>
                <a:gd name="connsiteX2" fmla="*/ 51156 w 1340695"/>
                <a:gd name="connsiteY2" fmla="*/ 246212 h 1242673"/>
                <a:gd name="connsiteX3" fmla="*/ 461464 w 1340695"/>
                <a:gd name="connsiteY3" fmla="*/ 11750 h 1242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0695" h="1242673">
                  <a:moveTo>
                    <a:pt x="1340695" y="1242673"/>
                  </a:moveTo>
                  <a:cubicBezTo>
                    <a:pt x="451695" y="1172334"/>
                    <a:pt x="395033" y="1139119"/>
                    <a:pt x="180110" y="973042"/>
                  </a:cubicBezTo>
                  <a:cubicBezTo>
                    <a:pt x="-34813" y="806965"/>
                    <a:pt x="-28952" y="449412"/>
                    <a:pt x="51156" y="246212"/>
                  </a:cubicBezTo>
                  <a:cubicBezTo>
                    <a:pt x="131264" y="43012"/>
                    <a:pt x="243610" y="-31235"/>
                    <a:pt x="461464" y="1175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A0B0484-63A5-19F6-5219-CC5BF999D4B6}"/>
                    </a:ext>
                  </a:extLst>
                </p14:cNvPr>
                <p14:cNvContentPartPr/>
                <p14:nvPr/>
              </p14:nvContentPartPr>
              <p14:xfrm>
                <a:off x="9715010" y="7007700"/>
                <a:ext cx="46440" cy="399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A0B0484-63A5-19F6-5219-CC5BF999D4B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705940" y="6998700"/>
                  <a:ext cx="64218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F3001CE-AF3A-2ABD-9E5A-FE0712DE2AC4}"/>
                    </a:ext>
                  </a:extLst>
                </p14:cNvPr>
                <p14:cNvContentPartPr/>
                <p14:nvPr/>
              </p14:nvContentPartPr>
              <p14:xfrm>
                <a:off x="9730375" y="7076265"/>
                <a:ext cx="47520" cy="349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F3001CE-AF3A-2ABD-9E5A-FE0712DE2AC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21375" y="7067357"/>
                  <a:ext cx="65160" cy="523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B4252CD-61C2-A47E-09D2-5B6132A89E8E}"/>
                    </a:ext>
                  </a:extLst>
                </p14:cNvPr>
                <p14:cNvContentPartPr/>
                <p14:nvPr/>
              </p14:nvContentPartPr>
              <p14:xfrm>
                <a:off x="9892015" y="6930825"/>
                <a:ext cx="63360" cy="172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B4252CD-61C2-A47E-09D2-5B6132A89E8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883015" y="6921634"/>
                  <a:ext cx="81000" cy="352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F327B1A-1FD7-47B6-13A2-10E9DA694504}"/>
                    </a:ext>
                  </a:extLst>
                </p14:cNvPr>
                <p14:cNvContentPartPr/>
                <p14:nvPr/>
              </p14:nvContentPartPr>
              <p14:xfrm>
                <a:off x="9882234" y="6995227"/>
                <a:ext cx="69480" cy="133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F327B1A-1FD7-47B6-13A2-10E9DA69450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873187" y="6985977"/>
                  <a:ext cx="87212" cy="3145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A03118F-5961-8B26-406A-1971AFD2621E}"/>
                    </a:ext>
                  </a:extLst>
                </p14:cNvPr>
                <p14:cNvContentPartPr/>
                <p14:nvPr/>
              </p14:nvContentPartPr>
              <p14:xfrm>
                <a:off x="11740975" y="6857025"/>
                <a:ext cx="45360" cy="3420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A03118F-5961-8B26-406A-1971AFD2621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1731975" y="6848119"/>
                  <a:ext cx="63000" cy="5165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30842060-FAFB-260A-CFC7-C1DB3A4CFC2B}"/>
                    </a:ext>
                  </a:extLst>
                </p14:cNvPr>
                <p14:cNvContentPartPr/>
                <p14:nvPr/>
              </p14:nvContentPartPr>
              <p14:xfrm>
                <a:off x="11798884" y="6896565"/>
                <a:ext cx="29160" cy="237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30842060-FAFB-260A-CFC7-C1DB3A4CFC2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1789884" y="6887565"/>
                  <a:ext cx="4680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6D5A609-EA66-34A9-1940-EC17C5668EA3}"/>
                    </a:ext>
                  </a:extLst>
                </p14:cNvPr>
                <p14:cNvContentPartPr/>
                <p14:nvPr/>
              </p14:nvContentPartPr>
              <p14:xfrm>
                <a:off x="9540964" y="8960750"/>
                <a:ext cx="39960" cy="396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6D5A609-EA66-34A9-1940-EC17C5668EA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531964" y="8951750"/>
                  <a:ext cx="57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A7C7DF2-C620-90F1-0313-D853EC5B656B}"/>
                    </a:ext>
                  </a:extLst>
                </p14:cNvPr>
                <p14:cNvContentPartPr/>
                <p14:nvPr/>
              </p14:nvContentPartPr>
              <p14:xfrm>
                <a:off x="9542764" y="9020870"/>
                <a:ext cx="26280" cy="10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A7C7DF2-C620-90F1-0313-D853EC5B656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533764" y="9011870"/>
                  <a:ext cx="4392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E535F916-BC4A-369D-BB65-1040931E3978}"/>
                    </a:ext>
                  </a:extLst>
                </p14:cNvPr>
                <p14:cNvContentPartPr/>
                <p14:nvPr/>
              </p14:nvContentPartPr>
              <p14:xfrm>
                <a:off x="2550444" y="10157405"/>
                <a:ext cx="5400" cy="176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E535F916-BC4A-369D-BB65-1040931E397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541444" y="10148405"/>
                  <a:ext cx="230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C546739-91E6-E125-A04F-10E5FD4EC7D0}"/>
                    </a:ext>
                  </a:extLst>
                </p14:cNvPr>
                <p14:cNvContentPartPr/>
                <p14:nvPr/>
              </p14:nvContentPartPr>
              <p14:xfrm>
                <a:off x="2609844" y="10162085"/>
                <a:ext cx="4680" cy="385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C546739-91E6-E125-A04F-10E5FD4EC7D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600094" y="10153085"/>
                  <a:ext cx="23790" cy="56160"/>
                </a:xfrm>
                <a:prstGeom prst="rect">
                  <a:avLst/>
                </a:prstGeom>
              </p:spPr>
            </p:pic>
          </mc:Fallback>
        </mc:AlternateContent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1FC48E8C-046C-9CEA-5CE9-C26A6380DE36}"/>
                </a:ext>
              </a:extLst>
            </p:cNvPr>
            <p:cNvSpPr/>
            <p:nvPr/>
          </p:nvSpPr>
          <p:spPr>
            <a:xfrm>
              <a:off x="2040550" y="8720508"/>
              <a:ext cx="10416777" cy="2610848"/>
            </a:xfrm>
            <a:prstGeom prst="rect">
              <a:avLst/>
            </a:prstGeom>
            <a:solidFill>
              <a:schemeClr val="accent5">
                <a:lumMod val="60000"/>
                <a:lumOff val="40000"/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BF00A5EF-0328-5E69-3ECA-DDA41D44798A}"/>
                </a:ext>
              </a:extLst>
            </p:cNvPr>
            <p:cNvSpPr/>
            <p:nvPr/>
          </p:nvSpPr>
          <p:spPr>
            <a:xfrm>
              <a:off x="2151041" y="2700504"/>
              <a:ext cx="3164912" cy="8707053"/>
            </a:xfrm>
            <a:prstGeom prst="rect">
              <a:avLst/>
            </a:prstGeom>
            <a:solidFill>
              <a:srgbClr val="8B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15316A3F-5F93-7046-ABE7-138396BF8F7B}"/>
                </a:ext>
              </a:extLst>
            </p:cNvPr>
            <p:cNvSpPr/>
            <p:nvPr/>
          </p:nvSpPr>
          <p:spPr>
            <a:xfrm>
              <a:off x="9324003" y="2756281"/>
              <a:ext cx="3535314" cy="8713954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C1406B2D-C07A-CB49-59B5-5E1F8BFB4FBE}"/>
                </a:ext>
              </a:extLst>
            </p:cNvPr>
            <p:cNvSpPr txBox="1"/>
            <p:nvPr/>
          </p:nvSpPr>
          <p:spPr>
            <a:xfrm>
              <a:off x="7215046" y="12193723"/>
              <a:ext cx="43401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b="1" dirty="0"/>
                <a:t>Repeats across all columns</a:t>
              </a:r>
            </a:p>
          </p:txBody>
        </p:sp>
        <p:sp>
          <p:nvSpPr>
            <p:cNvPr id="169" name="Left Arrow 168">
              <a:extLst>
                <a:ext uri="{FF2B5EF4-FFF2-40B4-BE49-F238E27FC236}">
                  <a16:creationId xmlns:a16="http://schemas.microsoft.com/office/drawing/2014/main" id="{2178D7AA-16BF-16D7-8E0F-6D93A3C794B1}"/>
                </a:ext>
              </a:extLst>
            </p:cNvPr>
            <p:cNvSpPr/>
            <p:nvPr/>
          </p:nvSpPr>
          <p:spPr>
            <a:xfrm rot="5400000">
              <a:off x="2065645" y="7305765"/>
              <a:ext cx="7170433" cy="731520"/>
            </a:xfrm>
            <a:prstGeom prst="leftArrow">
              <a:avLst/>
            </a:prstGeom>
            <a:solidFill>
              <a:schemeClr val="accent5">
                <a:lumMod val="60000"/>
                <a:lumOff val="40000"/>
                <a:alpha val="3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93FC5C12-8DA4-3AA7-F98D-898180B10DFA}"/>
                </a:ext>
              </a:extLst>
            </p:cNvPr>
            <p:cNvSpPr txBox="1"/>
            <p:nvPr/>
          </p:nvSpPr>
          <p:spPr>
            <a:xfrm>
              <a:off x="3919377" y="11253607"/>
              <a:ext cx="62313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Repeats across all layers and columns</a:t>
              </a:r>
            </a:p>
          </p:txBody>
        </p:sp>
        <p:sp>
          <p:nvSpPr>
            <p:cNvPr id="171" name="Left Arrow 170">
              <a:extLst>
                <a:ext uri="{FF2B5EF4-FFF2-40B4-BE49-F238E27FC236}">
                  <a16:creationId xmlns:a16="http://schemas.microsoft.com/office/drawing/2014/main" id="{E913825A-BC18-1E01-E88B-7C79F17FED9A}"/>
                </a:ext>
              </a:extLst>
            </p:cNvPr>
            <p:cNvSpPr/>
            <p:nvPr/>
          </p:nvSpPr>
          <p:spPr>
            <a:xfrm rot="10800000">
              <a:off x="2069131" y="11532775"/>
              <a:ext cx="6069377" cy="731520"/>
            </a:xfrm>
            <a:prstGeom prst="leftArrow">
              <a:avLst/>
            </a:prstGeom>
            <a:pattFill prst="dkUpDiag">
              <a:fgClr>
                <a:srgbClr val="DA9C99"/>
              </a:fgClr>
              <a:bgClr>
                <a:schemeClr val="bg1"/>
              </a:bgClr>
            </a:pattFill>
            <a:ln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B00E121-75F6-7861-DB6A-10D81F4F875F}"/>
                </a:ext>
              </a:extLst>
            </p:cNvPr>
            <p:cNvSpPr txBox="1"/>
            <p:nvPr/>
          </p:nvSpPr>
          <p:spPr>
            <a:xfrm>
              <a:off x="998806" y="9616192"/>
              <a:ext cx="959026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3200" b="1" dirty="0"/>
                <a:t>L6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2C990489-EABF-96F4-A50C-D8C98A945E87}"/>
                </a:ext>
              </a:extLst>
            </p:cNvPr>
            <p:cNvSpPr txBox="1"/>
            <p:nvPr/>
          </p:nvSpPr>
          <p:spPr>
            <a:xfrm>
              <a:off x="1041009" y="7558792"/>
              <a:ext cx="91682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3200" b="1" dirty="0"/>
                <a:t>L5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B0988B9E-5367-634C-46EC-88E053104C22}"/>
                </a:ext>
              </a:extLst>
            </p:cNvPr>
            <p:cNvSpPr txBox="1"/>
            <p:nvPr/>
          </p:nvSpPr>
          <p:spPr>
            <a:xfrm>
              <a:off x="1041009" y="5501392"/>
              <a:ext cx="91682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3200" b="1" dirty="0"/>
                <a:t>L4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ED79562B-C6DA-AA19-DD29-D0B8CC74D889}"/>
                </a:ext>
              </a:extLst>
            </p:cNvPr>
            <p:cNvSpPr txBox="1"/>
            <p:nvPr/>
          </p:nvSpPr>
          <p:spPr>
            <a:xfrm>
              <a:off x="731520" y="3443992"/>
              <a:ext cx="122631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3200" b="1" dirty="0"/>
                <a:t>L2/3</a:t>
              </a:r>
            </a:p>
          </p:txBody>
        </p:sp>
        <p:cxnSp>
          <p:nvCxnSpPr>
            <p:cNvPr id="178" name="Straight Arrow Connector 177">
              <a:extLst>
                <a:ext uri="{FF2B5EF4-FFF2-40B4-BE49-F238E27FC236}">
                  <a16:creationId xmlns:a16="http://schemas.microsoft.com/office/drawing/2014/main" id="{50721C01-F684-1930-3A4E-C6D031AA8849}"/>
                </a:ext>
              </a:extLst>
            </p:cNvPr>
            <p:cNvCxnSpPr/>
            <p:nvPr/>
          </p:nvCxnSpPr>
          <p:spPr>
            <a:xfrm>
              <a:off x="3812645" y="2425337"/>
              <a:ext cx="7083570" cy="0"/>
            </a:xfrm>
            <a:prstGeom prst="straightConnector1">
              <a:avLst/>
            </a:prstGeom>
            <a:ln w="825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6031B959-E9C2-1F72-42D3-F39BE1824A57}"/>
                </a:ext>
              </a:extLst>
            </p:cNvPr>
            <p:cNvSpPr txBox="1"/>
            <p:nvPr/>
          </p:nvSpPr>
          <p:spPr>
            <a:xfrm>
              <a:off x="2069748" y="2123749"/>
              <a:ext cx="1720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/>
                <a:t>Hi Freq</a:t>
              </a:r>
            </a:p>
          </p:txBody>
        </p:sp>
        <p:sp>
          <p:nvSpPr>
            <p:cNvPr id="658" name="TextBox 657">
              <a:extLst>
                <a:ext uri="{FF2B5EF4-FFF2-40B4-BE49-F238E27FC236}">
                  <a16:creationId xmlns:a16="http://schemas.microsoft.com/office/drawing/2014/main" id="{9CFCDA2F-8D41-D1CA-C200-97B6CFFF792C}"/>
                </a:ext>
              </a:extLst>
            </p:cNvPr>
            <p:cNvSpPr txBox="1"/>
            <p:nvPr/>
          </p:nvSpPr>
          <p:spPr>
            <a:xfrm>
              <a:off x="10967552" y="2121077"/>
              <a:ext cx="191353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3200" b="1" dirty="0"/>
                <a:t>Low Freq</a:t>
              </a:r>
            </a:p>
          </p:txBody>
        </p:sp>
        <p:sp>
          <p:nvSpPr>
            <p:cNvPr id="659" name="TextBox 658">
              <a:extLst>
                <a:ext uri="{FF2B5EF4-FFF2-40B4-BE49-F238E27FC236}">
                  <a16:creationId xmlns:a16="http://schemas.microsoft.com/office/drawing/2014/main" id="{62542250-F123-9F20-39C8-132A9C96A6EA}"/>
                </a:ext>
              </a:extLst>
            </p:cNvPr>
            <p:cNvSpPr txBox="1"/>
            <p:nvPr/>
          </p:nvSpPr>
          <p:spPr>
            <a:xfrm>
              <a:off x="4119638" y="1850401"/>
              <a:ext cx="172098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Anterior</a:t>
              </a:r>
            </a:p>
          </p:txBody>
        </p:sp>
        <p:sp>
          <p:nvSpPr>
            <p:cNvPr id="660" name="TextBox 659">
              <a:extLst>
                <a:ext uri="{FF2B5EF4-FFF2-40B4-BE49-F238E27FC236}">
                  <a16:creationId xmlns:a16="http://schemas.microsoft.com/office/drawing/2014/main" id="{94FE2171-5462-EC24-03D4-7C1121070C80}"/>
                </a:ext>
              </a:extLst>
            </p:cNvPr>
            <p:cNvSpPr txBox="1"/>
            <p:nvPr/>
          </p:nvSpPr>
          <p:spPr>
            <a:xfrm>
              <a:off x="8900958" y="1895385"/>
              <a:ext cx="172098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b="1" dirty="0"/>
                <a:t>Posterior</a:t>
              </a:r>
            </a:p>
          </p:txBody>
        </p:sp>
        <p:sp>
          <p:nvSpPr>
            <p:cNvPr id="168" name="Left-Right Arrow 167">
              <a:extLst>
                <a:ext uri="{FF2B5EF4-FFF2-40B4-BE49-F238E27FC236}">
                  <a16:creationId xmlns:a16="http://schemas.microsoft.com/office/drawing/2014/main" id="{623834BC-ECCC-1E23-3C7A-2095CBE2B34A}"/>
                </a:ext>
              </a:extLst>
            </p:cNvPr>
            <p:cNvSpPr/>
            <p:nvPr/>
          </p:nvSpPr>
          <p:spPr>
            <a:xfrm>
              <a:off x="3511170" y="11076163"/>
              <a:ext cx="7074818" cy="731520"/>
            </a:xfrm>
            <a:prstGeom prst="leftRightArrow">
              <a:avLst/>
            </a:prstGeom>
            <a:solidFill>
              <a:schemeClr val="accent5">
                <a:lumMod val="60000"/>
                <a:lumOff val="40000"/>
                <a:alpha val="30289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Left Arrow 165">
              <a:extLst>
                <a:ext uri="{FF2B5EF4-FFF2-40B4-BE49-F238E27FC236}">
                  <a16:creationId xmlns:a16="http://schemas.microsoft.com/office/drawing/2014/main" id="{1E907C75-751A-57B7-CDD4-CBE038254843}"/>
                </a:ext>
              </a:extLst>
            </p:cNvPr>
            <p:cNvSpPr/>
            <p:nvPr/>
          </p:nvSpPr>
          <p:spPr>
            <a:xfrm>
              <a:off x="6553808" y="11994294"/>
              <a:ext cx="5026027" cy="731520"/>
            </a:xfrm>
            <a:prstGeom prst="leftArrow">
              <a:avLst/>
            </a:prstGeom>
            <a:solidFill>
              <a:schemeClr val="accent6">
                <a:lumMod val="60000"/>
                <a:lumOff val="40000"/>
                <a:alpha val="30000"/>
              </a:schemeClr>
            </a:solidFill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9DB66B8C-E60A-E9A6-C2C4-BA1E041FCDF0}"/>
                </a:ext>
              </a:extLst>
            </p:cNvPr>
            <p:cNvSpPr txBox="1"/>
            <p:nvPr/>
          </p:nvSpPr>
          <p:spPr>
            <a:xfrm>
              <a:off x="2066145" y="11721193"/>
              <a:ext cx="49937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Potentially repeats across all columns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1026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6DDD88D-71CF-F207-7FF7-59580A66B950}"/>
              </a:ext>
            </a:extLst>
          </p:cNvPr>
          <p:cNvGrpSpPr/>
          <p:nvPr/>
        </p:nvGrpSpPr>
        <p:grpSpPr>
          <a:xfrm>
            <a:off x="457200" y="5715002"/>
            <a:ext cx="9383996" cy="7797115"/>
            <a:chOff x="2743200" y="3429000"/>
            <a:chExt cx="9383996" cy="7797115"/>
          </a:xfrm>
          <a:noFill/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7499619-E650-3DFE-3AA4-8D5151B3C76B}"/>
                </a:ext>
              </a:extLst>
            </p:cNvPr>
            <p:cNvGrpSpPr/>
            <p:nvPr/>
          </p:nvGrpSpPr>
          <p:grpSpPr>
            <a:xfrm>
              <a:off x="27432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10" name="Triangle 9">
                <a:extLst>
                  <a:ext uri="{FF2B5EF4-FFF2-40B4-BE49-F238E27FC236}">
                    <a16:creationId xmlns:a16="http://schemas.microsoft.com/office/drawing/2014/main" id="{DEB6BC79-FDF8-C134-302C-7C372AD5016F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8E7E11D-51A5-CBCA-E51C-9CF85C539285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12FFCC0-B483-2813-315A-843AECBE0239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B637600-055F-3252-FD6D-DF08F44914AB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A87000F-9C4B-61A4-8E79-4246CF7764DC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EBEDCD-1709-23DB-DEEC-5C20305E384F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EADFDBF-17FA-8408-4DD4-9A02AA5A476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DD652B0B-6552-5DA7-6B98-7052F380C18C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0F97B70B-D51B-9908-ED99-9C63AF7E82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5458D82B-3871-DCF2-F098-BFFBFE061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C1D6DE59-255F-12FA-B8D6-E48B10857B70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6D2D55BA-81A1-6535-39EF-C9567CFED08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E1627805-2267-8627-6CCD-40FD6C55C7A9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16D6D286-C46E-6759-AD6C-8916385E63F1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89BA62BB-E7DF-BF92-72FD-E6644618421F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2FDA9F98-FBB4-66A8-1DC2-0B22D289922D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048EC0F6-6237-A54B-C5C4-C3A44366AC5A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8A9B2B16-51BF-185C-25AE-0FA8217BE1BF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2F02766-4A87-9BC2-84F1-7E35F7F9034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56" name="Straight Connector 255">
                  <a:extLst>
                    <a:ext uri="{FF2B5EF4-FFF2-40B4-BE49-F238E27FC236}">
                      <a16:creationId xmlns:a16="http://schemas.microsoft.com/office/drawing/2014/main" id="{9DB73910-3F26-A92E-9F51-2DE12D32834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17FB01A5-4A84-9CA6-B7F1-7CA6F15A44A6}"/>
                </a:ext>
              </a:extLst>
            </p:cNvPr>
            <p:cNvGrpSpPr/>
            <p:nvPr/>
          </p:nvGrpSpPr>
          <p:grpSpPr>
            <a:xfrm>
              <a:off x="64008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258" name="Triangle 257">
                <a:extLst>
                  <a:ext uri="{FF2B5EF4-FFF2-40B4-BE49-F238E27FC236}">
                    <a16:creationId xmlns:a16="http://schemas.microsoft.com/office/drawing/2014/main" id="{4D097763-03DC-C6F4-E2A9-F4719CB6B4F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8948A74C-2A80-7FCD-2A69-4E4B863C9058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289F5C55-BAF9-8D37-0D90-BEB498A4DCA5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18750356-5135-2CAE-AE60-7A866F700184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E9C3F038-7595-8BA4-7E12-8AFE242A551A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61ECB071-88CB-3F14-71B8-CD2BB2279C8C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4CB40F3E-EC63-9839-D25E-401E01561F1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4C214B60-4FA6-1C73-6545-FADFED2DC433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36" name="Straight Connector 435">
                <a:extLst>
                  <a:ext uri="{FF2B5EF4-FFF2-40B4-BE49-F238E27FC236}">
                    <a16:creationId xmlns:a16="http://schemas.microsoft.com/office/drawing/2014/main" id="{1C55B1A7-F5E0-3C72-BAFD-5FFBF3ED24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7" name="Straight Connector 436">
                <a:extLst>
                  <a:ext uri="{FF2B5EF4-FFF2-40B4-BE49-F238E27FC236}">
                    <a16:creationId xmlns:a16="http://schemas.microsoft.com/office/drawing/2014/main" id="{43BBF2C3-9342-4533-CD28-BA07139D67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8" name="Freeform 437">
                <a:extLst>
                  <a:ext uri="{FF2B5EF4-FFF2-40B4-BE49-F238E27FC236}">
                    <a16:creationId xmlns:a16="http://schemas.microsoft.com/office/drawing/2014/main" id="{EFD73D5E-8B63-A138-AD69-0AC3315EB2DE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Freeform 438">
                <a:extLst>
                  <a:ext uri="{FF2B5EF4-FFF2-40B4-BE49-F238E27FC236}">
                    <a16:creationId xmlns:a16="http://schemas.microsoft.com/office/drawing/2014/main" id="{77974EA6-E3FC-6C3B-72D8-19DA10C53244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Freeform 439">
                <a:extLst>
                  <a:ext uri="{FF2B5EF4-FFF2-40B4-BE49-F238E27FC236}">
                    <a16:creationId xmlns:a16="http://schemas.microsoft.com/office/drawing/2014/main" id="{05B53C4B-984F-8797-ADDE-A4F1B4471E3A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1" name="Freeform 440">
                <a:extLst>
                  <a:ext uri="{FF2B5EF4-FFF2-40B4-BE49-F238E27FC236}">
                    <a16:creationId xmlns:a16="http://schemas.microsoft.com/office/drawing/2014/main" id="{3D75AD6A-E030-DE23-7F40-117863A544B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2" name="Freeform 441">
                <a:extLst>
                  <a:ext uri="{FF2B5EF4-FFF2-40B4-BE49-F238E27FC236}">
                    <a16:creationId xmlns:a16="http://schemas.microsoft.com/office/drawing/2014/main" id="{AA17230F-6268-D1E4-1384-8C895EAB5549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3" name="Freeform 442">
                <a:extLst>
                  <a:ext uri="{FF2B5EF4-FFF2-40B4-BE49-F238E27FC236}">
                    <a16:creationId xmlns:a16="http://schemas.microsoft.com/office/drawing/2014/main" id="{E70AED85-43A8-EE23-7922-4FC513CD65CE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4" name="Freeform 443">
                <a:extLst>
                  <a:ext uri="{FF2B5EF4-FFF2-40B4-BE49-F238E27FC236}">
                    <a16:creationId xmlns:a16="http://schemas.microsoft.com/office/drawing/2014/main" id="{D13FC09F-39FF-77FC-8B64-9E35CFFB650E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45" name="Group 444">
                <a:extLst>
                  <a:ext uri="{FF2B5EF4-FFF2-40B4-BE49-F238E27FC236}">
                    <a16:creationId xmlns:a16="http://schemas.microsoft.com/office/drawing/2014/main" id="{FD0BBACD-68FE-7447-6137-B906FFFF9C39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46" name="Rectangle 445">
                  <a:extLst>
                    <a:ext uri="{FF2B5EF4-FFF2-40B4-BE49-F238E27FC236}">
                      <a16:creationId xmlns:a16="http://schemas.microsoft.com/office/drawing/2014/main" id="{ADC50DD7-E7D5-A7E2-5703-38D022FA7E0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47" name="Straight Connector 446">
                  <a:extLst>
                    <a:ext uri="{FF2B5EF4-FFF2-40B4-BE49-F238E27FC236}">
                      <a16:creationId xmlns:a16="http://schemas.microsoft.com/office/drawing/2014/main" id="{730F55F9-D0C1-EBF7-D9C0-6BE273B81E6A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48" name="Group 447">
              <a:extLst>
                <a:ext uri="{FF2B5EF4-FFF2-40B4-BE49-F238E27FC236}">
                  <a16:creationId xmlns:a16="http://schemas.microsoft.com/office/drawing/2014/main" id="{926B8A6B-312C-CCD0-BC1C-452A9FBDA228}"/>
                </a:ext>
              </a:extLst>
            </p:cNvPr>
            <p:cNvGrpSpPr/>
            <p:nvPr/>
          </p:nvGrpSpPr>
          <p:grpSpPr>
            <a:xfrm>
              <a:off x="100584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4B3E6D95-B790-C09B-197E-76F67208D2FB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0" name="TextBox 449">
                <a:extLst>
                  <a:ext uri="{FF2B5EF4-FFF2-40B4-BE49-F238E27FC236}">
                    <a16:creationId xmlns:a16="http://schemas.microsoft.com/office/drawing/2014/main" id="{DE1859FF-A1C6-2D31-AEE0-3AA87565FF63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51" name="Rectangle 450">
                <a:extLst>
                  <a:ext uri="{FF2B5EF4-FFF2-40B4-BE49-F238E27FC236}">
                    <a16:creationId xmlns:a16="http://schemas.microsoft.com/office/drawing/2014/main" id="{0FD60BE7-E4E4-BD30-FA96-07C62C638F61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2" name="Straight Connector 451">
                <a:extLst>
                  <a:ext uri="{FF2B5EF4-FFF2-40B4-BE49-F238E27FC236}">
                    <a16:creationId xmlns:a16="http://schemas.microsoft.com/office/drawing/2014/main" id="{265E0D5F-D738-F11F-EE9C-1964D55C5AEA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Oval 452">
                <a:extLst>
                  <a:ext uri="{FF2B5EF4-FFF2-40B4-BE49-F238E27FC236}">
                    <a16:creationId xmlns:a16="http://schemas.microsoft.com/office/drawing/2014/main" id="{F576E0B6-48FD-DB62-4126-AC0ECE3D3B6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4" name="TextBox 453">
                <a:extLst>
                  <a:ext uri="{FF2B5EF4-FFF2-40B4-BE49-F238E27FC236}">
                    <a16:creationId xmlns:a16="http://schemas.microsoft.com/office/drawing/2014/main" id="{5608D59B-CFD9-70ED-2ED3-DF9DA6ADFF0E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55" name="Oval 454">
                <a:extLst>
                  <a:ext uri="{FF2B5EF4-FFF2-40B4-BE49-F238E27FC236}">
                    <a16:creationId xmlns:a16="http://schemas.microsoft.com/office/drawing/2014/main" id="{13D51997-3038-9E1A-3260-A5622A34DC3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TextBox 455">
                <a:extLst>
                  <a:ext uri="{FF2B5EF4-FFF2-40B4-BE49-F238E27FC236}">
                    <a16:creationId xmlns:a16="http://schemas.microsoft.com/office/drawing/2014/main" id="{3BEE76BD-7AA6-F5AD-3084-C3E28AE946B1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57" name="Straight Connector 456">
                <a:extLst>
                  <a:ext uri="{FF2B5EF4-FFF2-40B4-BE49-F238E27FC236}">
                    <a16:creationId xmlns:a16="http://schemas.microsoft.com/office/drawing/2014/main" id="{3BF43651-77BF-14CD-70CA-D69E4BCC9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D3439B87-964F-27A5-C9A3-66460B3EE1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9" name="Freeform 458">
                <a:extLst>
                  <a:ext uri="{FF2B5EF4-FFF2-40B4-BE49-F238E27FC236}">
                    <a16:creationId xmlns:a16="http://schemas.microsoft.com/office/drawing/2014/main" id="{40EF43C1-AAE9-9958-F29B-AEE12C833D91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Freeform 459">
                <a:extLst>
                  <a:ext uri="{FF2B5EF4-FFF2-40B4-BE49-F238E27FC236}">
                    <a16:creationId xmlns:a16="http://schemas.microsoft.com/office/drawing/2014/main" id="{50FCF499-3CCC-3C61-64DA-F498760DEBB7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Freeform 460">
                <a:extLst>
                  <a:ext uri="{FF2B5EF4-FFF2-40B4-BE49-F238E27FC236}">
                    <a16:creationId xmlns:a16="http://schemas.microsoft.com/office/drawing/2014/main" id="{E8CB2331-6D60-60F2-FBB7-D72E4F91A137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Freeform 461">
                <a:extLst>
                  <a:ext uri="{FF2B5EF4-FFF2-40B4-BE49-F238E27FC236}">
                    <a16:creationId xmlns:a16="http://schemas.microsoft.com/office/drawing/2014/main" id="{2E286322-042B-270D-7877-B745E980AD03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Freeform 462">
                <a:extLst>
                  <a:ext uri="{FF2B5EF4-FFF2-40B4-BE49-F238E27FC236}">
                    <a16:creationId xmlns:a16="http://schemas.microsoft.com/office/drawing/2014/main" id="{E99C79CF-48E9-0807-80EB-BC9EB73706D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D64281B-ACEF-19DF-C895-C4A0DAA111F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Freeform 464">
                <a:extLst>
                  <a:ext uri="{FF2B5EF4-FFF2-40B4-BE49-F238E27FC236}">
                    <a16:creationId xmlns:a16="http://schemas.microsoft.com/office/drawing/2014/main" id="{7BC3510A-1C11-4664-FE74-433A9862E61C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F8AFC8B2-C653-1147-88DD-536E60D7719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67" name="Rectangle 466">
                  <a:extLst>
                    <a:ext uri="{FF2B5EF4-FFF2-40B4-BE49-F238E27FC236}">
                      <a16:creationId xmlns:a16="http://schemas.microsoft.com/office/drawing/2014/main" id="{B3D9C780-F030-B650-BB97-357B3AE3064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68" name="Straight Connector 467">
                  <a:extLst>
                    <a:ext uri="{FF2B5EF4-FFF2-40B4-BE49-F238E27FC236}">
                      <a16:creationId xmlns:a16="http://schemas.microsoft.com/office/drawing/2014/main" id="{49D53C8B-664F-81AF-780D-133ABF05F2F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69" name="Group 468">
              <a:extLst>
                <a:ext uri="{FF2B5EF4-FFF2-40B4-BE49-F238E27FC236}">
                  <a16:creationId xmlns:a16="http://schemas.microsoft.com/office/drawing/2014/main" id="{C5621C6B-FB5C-370F-9DE1-11B9FD52919B}"/>
                </a:ext>
              </a:extLst>
            </p:cNvPr>
            <p:cNvGrpSpPr/>
            <p:nvPr/>
          </p:nvGrpSpPr>
          <p:grpSpPr>
            <a:xfrm>
              <a:off x="27432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70" name="Triangle 469">
                <a:extLst>
                  <a:ext uri="{FF2B5EF4-FFF2-40B4-BE49-F238E27FC236}">
                    <a16:creationId xmlns:a16="http://schemas.microsoft.com/office/drawing/2014/main" id="{FCBAFAE0-FF12-0580-8C7E-207CC904C206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1" name="TextBox 470">
                <a:extLst>
                  <a:ext uri="{FF2B5EF4-FFF2-40B4-BE49-F238E27FC236}">
                    <a16:creationId xmlns:a16="http://schemas.microsoft.com/office/drawing/2014/main" id="{39CD35AC-2AC3-8797-8148-858F18B87BF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23B1B696-B515-B204-4B3C-990A37CD6AC4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6E218357-B2D0-2CBE-C535-1DFCB66803CE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4" name="Oval 473">
                <a:extLst>
                  <a:ext uri="{FF2B5EF4-FFF2-40B4-BE49-F238E27FC236}">
                    <a16:creationId xmlns:a16="http://schemas.microsoft.com/office/drawing/2014/main" id="{F5B71747-A2E9-4D28-F87C-E46BAA0F972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xtBox 474">
                <a:extLst>
                  <a:ext uri="{FF2B5EF4-FFF2-40B4-BE49-F238E27FC236}">
                    <a16:creationId xmlns:a16="http://schemas.microsoft.com/office/drawing/2014/main" id="{C39AC84B-6A9D-4AB8-65DD-587E506371F7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76" name="Oval 475">
                <a:extLst>
                  <a:ext uri="{FF2B5EF4-FFF2-40B4-BE49-F238E27FC236}">
                    <a16:creationId xmlns:a16="http://schemas.microsoft.com/office/drawing/2014/main" id="{15954AD3-D0A6-A1C6-797A-271D2D176AE3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TextBox 476">
                <a:extLst>
                  <a:ext uri="{FF2B5EF4-FFF2-40B4-BE49-F238E27FC236}">
                    <a16:creationId xmlns:a16="http://schemas.microsoft.com/office/drawing/2014/main" id="{B149BA23-5034-A347-BF73-9EF0E8BE8A5A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35D5CA64-9867-CCCD-0A63-A6E59C090D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AFE4FE35-06C1-2C26-346F-5EB1C9A492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D6FBEE89-43AA-15F1-871C-FBF052E5301A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01D0DF39-6AEE-FB0C-BC83-5AC2BF0DE1B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40BF7B58-F828-BED1-12B0-825FA7E48379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040C86D8-8D75-E8B9-4EF3-3BD4905288AA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9B966521-E3CF-DAEA-BED1-EB48C2B5F6F4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F2501571-0828-2195-56BA-B6B6695A81F6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Freeform 485">
                <a:extLst>
                  <a:ext uri="{FF2B5EF4-FFF2-40B4-BE49-F238E27FC236}">
                    <a16:creationId xmlns:a16="http://schemas.microsoft.com/office/drawing/2014/main" id="{4200B56E-2566-A0A9-9FD1-910B2A209145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A403E80E-E58E-A42A-4F77-9F6009486FF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88" name="Rectangle 487">
                  <a:extLst>
                    <a:ext uri="{FF2B5EF4-FFF2-40B4-BE49-F238E27FC236}">
                      <a16:creationId xmlns:a16="http://schemas.microsoft.com/office/drawing/2014/main" id="{9C405AF4-E3C3-D8C5-4AA4-FFC87FA9F7C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89" name="Straight Connector 488">
                  <a:extLst>
                    <a:ext uri="{FF2B5EF4-FFF2-40B4-BE49-F238E27FC236}">
                      <a16:creationId xmlns:a16="http://schemas.microsoft.com/office/drawing/2014/main" id="{9CF1A435-3356-1660-74F1-8EB9698E03DF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0" name="Group 489">
              <a:extLst>
                <a:ext uri="{FF2B5EF4-FFF2-40B4-BE49-F238E27FC236}">
                  <a16:creationId xmlns:a16="http://schemas.microsoft.com/office/drawing/2014/main" id="{DCFA2083-BAD0-E2A0-93A0-9BCD96B800E9}"/>
                </a:ext>
              </a:extLst>
            </p:cNvPr>
            <p:cNvGrpSpPr/>
            <p:nvPr/>
          </p:nvGrpSpPr>
          <p:grpSpPr>
            <a:xfrm>
              <a:off x="27432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91" name="Triangle 490">
                <a:extLst>
                  <a:ext uri="{FF2B5EF4-FFF2-40B4-BE49-F238E27FC236}">
                    <a16:creationId xmlns:a16="http://schemas.microsoft.com/office/drawing/2014/main" id="{758F81A9-B86E-4C39-BCA4-2389DB55B07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2" name="TextBox 491">
                <a:extLst>
                  <a:ext uri="{FF2B5EF4-FFF2-40B4-BE49-F238E27FC236}">
                    <a16:creationId xmlns:a16="http://schemas.microsoft.com/office/drawing/2014/main" id="{5F29209F-FEE8-2790-033E-49588558FAFE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C9BA885B-6631-A4EF-8746-FFC6F614DD66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94" name="Straight Connector 493">
                <a:extLst>
                  <a:ext uri="{FF2B5EF4-FFF2-40B4-BE49-F238E27FC236}">
                    <a16:creationId xmlns:a16="http://schemas.microsoft.com/office/drawing/2014/main" id="{6A2897D4-12DA-8575-65B4-B12DB3AB05B5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5" name="Oval 494">
                <a:extLst>
                  <a:ext uri="{FF2B5EF4-FFF2-40B4-BE49-F238E27FC236}">
                    <a16:creationId xmlns:a16="http://schemas.microsoft.com/office/drawing/2014/main" id="{9D66EE99-B1EB-2E64-C533-A4526BAC0215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6" name="TextBox 495">
                <a:extLst>
                  <a:ext uri="{FF2B5EF4-FFF2-40B4-BE49-F238E27FC236}">
                    <a16:creationId xmlns:a16="http://schemas.microsoft.com/office/drawing/2014/main" id="{9092D04D-70BD-F4C4-3514-8E99300AC4AA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97" name="Oval 496">
                <a:extLst>
                  <a:ext uri="{FF2B5EF4-FFF2-40B4-BE49-F238E27FC236}">
                    <a16:creationId xmlns:a16="http://schemas.microsoft.com/office/drawing/2014/main" id="{6B15F41D-6DA9-B1BE-E905-A5087C70E846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BEF07A68-172C-BBDB-6645-C68E99EED8BB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99" name="Straight Connector 498">
                <a:extLst>
                  <a:ext uri="{FF2B5EF4-FFF2-40B4-BE49-F238E27FC236}">
                    <a16:creationId xmlns:a16="http://schemas.microsoft.com/office/drawing/2014/main" id="{0793DE4F-3DD7-6F56-F56F-73EDEE0BC0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Straight Connector 499">
                <a:extLst>
                  <a:ext uri="{FF2B5EF4-FFF2-40B4-BE49-F238E27FC236}">
                    <a16:creationId xmlns:a16="http://schemas.microsoft.com/office/drawing/2014/main" id="{772C6884-06AA-8325-2666-B654EFA7B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9A69CBFE-8ED4-A472-86D6-9ADFDA6566E6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78FB09EE-6537-B081-00A0-91720154D16C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761B269-FD55-43E5-794F-624D4C5DABD5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FCC8C052-63C1-EE9C-8657-0C855C555FF5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41BA4276-D8DE-9278-8D8F-6B7B309CF035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D0ACE6EB-D61E-81CA-B30D-4B5633A5570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Freeform 506">
                <a:extLst>
                  <a:ext uri="{FF2B5EF4-FFF2-40B4-BE49-F238E27FC236}">
                    <a16:creationId xmlns:a16="http://schemas.microsoft.com/office/drawing/2014/main" id="{4442352B-23C1-42F8-E08F-DE8E2BD3F08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08" name="Group 507">
                <a:extLst>
                  <a:ext uri="{FF2B5EF4-FFF2-40B4-BE49-F238E27FC236}">
                    <a16:creationId xmlns:a16="http://schemas.microsoft.com/office/drawing/2014/main" id="{EC76F939-8014-6E47-CCA7-3B1CBEC1FB8A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09" name="Rectangle 508">
                  <a:extLst>
                    <a:ext uri="{FF2B5EF4-FFF2-40B4-BE49-F238E27FC236}">
                      <a16:creationId xmlns:a16="http://schemas.microsoft.com/office/drawing/2014/main" id="{CED492DA-2157-D7A9-DC6A-0D1589945C50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10" name="Straight Connector 509">
                  <a:extLst>
                    <a:ext uri="{FF2B5EF4-FFF2-40B4-BE49-F238E27FC236}">
                      <a16:creationId xmlns:a16="http://schemas.microsoft.com/office/drawing/2014/main" id="{B2BCED1B-B852-C863-6ABD-AF11E2DE65AE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11" name="Group 510">
              <a:extLst>
                <a:ext uri="{FF2B5EF4-FFF2-40B4-BE49-F238E27FC236}">
                  <a16:creationId xmlns:a16="http://schemas.microsoft.com/office/drawing/2014/main" id="{56D9E480-9F4D-E226-6D2A-603E6FA11950}"/>
                </a:ext>
              </a:extLst>
            </p:cNvPr>
            <p:cNvGrpSpPr/>
            <p:nvPr/>
          </p:nvGrpSpPr>
          <p:grpSpPr>
            <a:xfrm>
              <a:off x="27432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12" name="Triangle 511">
                <a:extLst>
                  <a:ext uri="{FF2B5EF4-FFF2-40B4-BE49-F238E27FC236}">
                    <a16:creationId xmlns:a16="http://schemas.microsoft.com/office/drawing/2014/main" id="{2D7D1652-1142-01F0-575E-E7FE2C2E8BCE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3" name="TextBox 512">
                <a:extLst>
                  <a:ext uri="{FF2B5EF4-FFF2-40B4-BE49-F238E27FC236}">
                    <a16:creationId xmlns:a16="http://schemas.microsoft.com/office/drawing/2014/main" id="{00F8D079-C36F-595E-A475-C3EE4CA7722C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C897F7A2-2D36-22CD-75AB-A7D2B25C8AE2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5" name="Straight Connector 514">
                <a:extLst>
                  <a:ext uri="{FF2B5EF4-FFF2-40B4-BE49-F238E27FC236}">
                    <a16:creationId xmlns:a16="http://schemas.microsoft.com/office/drawing/2014/main" id="{80419952-A121-5495-89B9-AB46A4D8EDDA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6" name="Oval 515">
                <a:extLst>
                  <a:ext uri="{FF2B5EF4-FFF2-40B4-BE49-F238E27FC236}">
                    <a16:creationId xmlns:a16="http://schemas.microsoft.com/office/drawing/2014/main" id="{E8653B6F-3454-F94A-A558-9D75AF7AC68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7" name="TextBox 516">
                <a:extLst>
                  <a:ext uri="{FF2B5EF4-FFF2-40B4-BE49-F238E27FC236}">
                    <a16:creationId xmlns:a16="http://schemas.microsoft.com/office/drawing/2014/main" id="{90F3904D-94B4-7E48-0FD6-B563B31E3EA4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18" name="Oval 517">
                <a:extLst>
                  <a:ext uri="{FF2B5EF4-FFF2-40B4-BE49-F238E27FC236}">
                    <a16:creationId xmlns:a16="http://schemas.microsoft.com/office/drawing/2014/main" id="{8759BB97-387C-18C6-4219-1A7743CF649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TextBox 518">
                <a:extLst>
                  <a:ext uri="{FF2B5EF4-FFF2-40B4-BE49-F238E27FC236}">
                    <a16:creationId xmlns:a16="http://schemas.microsoft.com/office/drawing/2014/main" id="{A33B942C-EE4B-7FD9-A3E5-8E9491B6955F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20" name="Straight Connector 519">
                <a:extLst>
                  <a:ext uri="{FF2B5EF4-FFF2-40B4-BE49-F238E27FC236}">
                    <a16:creationId xmlns:a16="http://schemas.microsoft.com/office/drawing/2014/main" id="{2DE2D755-1DD7-36E1-889C-CE51276038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Straight Connector 520">
                <a:extLst>
                  <a:ext uri="{FF2B5EF4-FFF2-40B4-BE49-F238E27FC236}">
                    <a16:creationId xmlns:a16="http://schemas.microsoft.com/office/drawing/2014/main" id="{DB7D6EF9-5FC5-759E-1E04-49EA48AD5D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C7B15200-333D-3620-3BC1-9A82302552CE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Freeform 522">
                <a:extLst>
                  <a:ext uri="{FF2B5EF4-FFF2-40B4-BE49-F238E27FC236}">
                    <a16:creationId xmlns:a16="http://schemas.microsoft.com/office/drawing/2014/main" id="{0C3CFBA4-D9FC-EC9E-D361-14DD3C1EB34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" name="Freeform 523">
                <a:extLst>
                  <a:ext uri="{FF2B5EF4-FFF2-40B4-BE49-F238E27FC236}">
                    <a16:creationId xmlns:a16="http://schemas.microsoft.com/office/drawing/2014/main" id="{D26A3F7E-DD6F-5E8B-DDE6-FB8CAB419CA0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Freeform 524">
                <a:extLst>
                  <a:ext uri="{FF2B5EF4-FFF2-40B4-BE49-F238E27FC236}">
                    <a16:creationId xmlns:a16="http://schemas.microsoft.com/office/drawing/2014/main" id="{214546EA-1EF9-9E2E-7E7B-BAAEF33CDD7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Freeform 525">
                <a:extLst>
                  <a:ext uri="{FF2B5EF4-FFF2-40B4-BE49-F238E27FC236}">
                    <a16:creationId xmlns:a16="http://schemas.microsoft.com/office/drawing/2014/main" id="{3D4D350F-010E-40CE-652E-024A01B25156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Freeform 526">
                <a:extLst>
                  <a:ext uri="{FF2B5EF4-FFF2-40B4-BE49-F238E27FC236}">
                    <a16:creationId xmlns:a16="http://schemas.microsoft.com/office/drawing/2014/main" id="{4F9B4D45-5319-9FEE-7BA6-BF85CF2B4752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8" name="Freeform 527">
                <a:extLst>
                  <a:ext uri="{FF2B5EF4-FFF2-40B4-BE49-F238E27FC236}">
                    <a16:creationId xmlns:a16="http://schemas.microsoft.com/office/drawing/2014/main" id="{D9F45C23-074E-84E4-2BAB-889A31701BA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9" name="Group 528">
                <a:extLst>
                  <a:ext uri="{FF2B5EF4-FFF2-40B4-BE49-F238E27FC236}">
                    <a16:creationId xmlns:a16="http://schemas.microsoft.com/office/drawing/2014/main" id="{06FF1D83-BA34-8956-051B-FDE90567B583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30" name="Rectangle 529">
                  <a:extLst>
                    <a:ext uri="{FF2B5EF4-FFF2-40B4-BE49-F238E27FC236}">
                      <a16:creationId xmlns:a16="http://schemas.microsoft.com/office/drawing/2014/main" id="{F2696592-0F59-DFB4-E3B3-8C3116A9F5F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1" name="Straight Connector 530">
                  <a:extLst>
                    <a:ext uri="{FF2B5EF4-FFF2-40B4-BE49-F238E27FC236}">
                      <a16:creationId xmlns:a16="http://schemas.microsoft.com/office/drawing/2014/main" id="{812FAEBD-9E55-71B9-F7DB-7CFF00470E53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32" name="Group 531">
              <a:extLst>
                <a:ext uri="{FF2B5EF4-FFF2-40B4-BE49-F238E27FC236}">
                  <a16:creationId xmlns:a16="http://schemas.microsoft.com/office/drawing/2014/main" id="{FD6D0CB0-8198-FA22-C25C-A04FAD81F933}"/>
                </a:ext>
              </a:extLst>
            </p:cNvPr>
            <p:cNvGrpSpPr/>
            <p:nvPr/>
          </p:nvGrpSpPr>
          <p:grpSpPr>
            <a:xfrm>
              <a:off x="64008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33" name="Triangle 532">
                <a:extLst>
                  <a:ext uri="{FF2B5EF4-FFF2-40B4-BE49-F238E27FC236}">
                    <a16:creationId xmlns:a16="http://schemas.microsoft.com/office/drawing/2014/main" id="{947AE19D-B16A-8055-BFBD-859E6FCC7506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E0C3D9B0-D1AC-13EC-2B77-95A4FA8E2F3D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01F27FAB-37B2-C127-3CED-4F6B077D7DFC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6" name="Straight Connector 535">
                <a:extLst>
                  <a:ext uri="{FF2B5EF4-FFF2-40B4-BE49-F238E27FC236}">
                    <a16:creationId xmlns:a16="http://schemas.microsoft.com/office/drawing/2014/main" id="{DB8F5DC5-B9BB-0AC9-9E3F-19FE5949E8D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C4C5B33A-A601-9643-6515-472279D0605C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68FC48ED-2694-68D8-CFB8-B26AA0C685B1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39" name="Oval 538">
                <a:extLst>
                  <a:ext uri="{FF2B5EF4-FFF2-40B4-BE49-F238E27FC236}">
                    <a16:creationId xmlns:a16="http://schemas.microsoft.com/office/drawing/2014/main" id="{019ECA4D-EC3B-A558-0768-DE1333643F1A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0" name="TextBox 539">
                <a:extLst>
                  <a:ext uri="{FF2B5EF4-FFF2-40B4-BE49-F238E27FC236}">
                    <a16:creationId xmlns:a16="http://schemas.microsoft.com/office/drawing/2014/main" id="{6F2E88D3-9108-0561-B53A-92165C4BC3C6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41" name="Straight Connector 540">
                <a:extLst>
                  <a:ext uri="{FF2B5EF4-FFF2-40B4-BE49-F238E27FC236}">
                    <a16:creationId xmlns:a16="http://schemas.microsoft.com/office/drawing/2014/main" id="{A7B302AE-F064-85FC-A658-E2AACC1EF5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Straight Connector 541">
                <a:extLst>
                  <a:ext uri="{FF2B5EF4-FFF2-40B4-BE49-F238E27FC236}">
                    <a16:creationId xmlns:a16="http://schemas.microsoft.com/office/drawing/2014/main" id="{1D01FD62-5478-E69F-3654-326D6172FB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D9519BCE-15B8-C2C4-6610-2A56D5CE9916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E4176B25-A4FC-B4EC-B49B-223C9206E494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BD710CD7-D843-6497-89B7-09C84C84847F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3B2302C9-8D9B-8E08-CB45-586574AC8B9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A5DAF01E-3286-E6CF-F4BD-D8B3FFFA3514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8" name="Freeform 547">
                <a:extLst>
                  <a:ext uri="{FF2B5EF4-FFF2-40B4-BE49-F238E27FC236}">
                    <a16:creationId xmlns:a16="http://schemas.microsoft.com/office/drawing/2014/main" id="{3CE62898-77BA-6CAC-F718-7B4DFEEDFBCD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9" name="Freeform 548">
                <a:extLst>
                  <a:ext uri="{FF2B5EF4-FFF2-40B4-BE49-F238E27FC236}">
                    <a16:creationId xmlns:a16="http://schemas.microsoft.com/office/drawing/2014/main" id="{F8F6223E-0ABC-CF07-6B60-66906AE122BA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50" name="Group 549">
                <a:extLst>
                  <a:ext uri="{FF2B5EF4-FFF2-40B4-BE49-F238E27FC236}">
                    <a16:creationId xmlns:a16="http://schemas.microsoft.com/office/drawing/2014/main" id="{75347893-5B01-D7A3-F332-AAD570E71037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51" name="Rectangle 550">
                  <a:extLst>
                    <a:ext uri="{FF2B5EF4-FFF2-40B4-BE49-F238E27FC236}">
                      <a16:creationId xmlns:a16="http://schemas.microsoft.com/office/drawing/2014/main" id="{A431719D-A231-8B00-6FBE-F8D78841BC8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52" name="Straight Connector 551">
                  <a:extLst>
                    <a:ext uri="{FF2B5EF4-FFF2-40B4-BE49-F238E27FC236}">
                      <a16:creationId xmlns:a16="http://schemas.microsoft.com/office/drawing/2014/main" id="{1B624131-D8BE-4003-FBB2-23AD67C6BADC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80F2EF03-F1B4-2F92-E489-FEB5641FA03E}"/>
                </a:ext>
              </a:extLst>
            </p:cNvPr>
            <p:cNvGrpSpPr/>
            <p:nvPr/>
          </p:nvGrpSpPr>
          <p:grpSpPr>
            <a:xfrm>
              <a:off x="64008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54" name="Triangle 553">
                <a:extLst>
                  <a:ext uri="{FF2B5EF4-FFF2-40B4-BE49-F238E27FC236}">
                    <a16:creationId xmlns:a16="http://schemas.microsoft.com/office/drawing/2014/main" id="{666CA0AE-7913-E690-5246-A92ACB791199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5" name="TextBox 554">
                <a:extLst>
                  <a:ext uri="{FF2B5EF4-FFF2-40B4-BE49-F238E27FC236}">
                    <a16:creationId xmlns:a16="http://schemas.microsoft.com/office/drawing/2014/main" id="{CA34D5B9-D50F-2F25-A561-3C34FDED1AC7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56" name="Rectangle 555">
                <a:extLst>
                  <a:ext uri="{FF2B5EF4-FFF2-40B4-BE49-F238E27FC236}">
                    <a16:creationId xmlns:a16="http://schemas.microsoft.com/office/drawing/2014/main" id="{3BF4B023-676A-A489-0F9F-BF6B158EF804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57" name="Straight Connector 556">
                <a:extLst>
                  <a:ext uri="{FF2B5EF4-FFF2-40B4-BE49-F238E27FC236}">
                    <a16:creationId xmlns:a16="http://schemas.microsoft.com/office/drawing/2014/main" id="{AF730C85-8BBC-F62C-3721-405AAC85A9F7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8" name="Oval 557">
                <a:extLst>
                  <a:ext uri="{FF2B5EF4-FFF2-40B4-BE49-F238E27FC236}">
                    <a16:creationId xmlns:a16="http://schemas.microsoft.com/office/drawing/2014/main" id="{6F42A048-957A-4656-0CDC-31D6C3D7DC3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TextBox 558">
                <a:extLst>
                  <a:ext uri="{FF2B5EF4-FFF2-40B4-BE49-F238E27FC236}">
                    <a16:creationId xmlns:a16="http://schemas.microsoft.com/office/drawing/2014/main" id="{703B5025-FBB2-9A2E-9295-F49BC012C5A2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60" name="Oval 559">
                <a:extLst>
                  <a:ext uri="{FF2B5EF4-FFF2-40B4-BE49-F238E27FC236}">
                    <a16:creationId xmlns:a16="http://schemas.microsoft.com/office/drawing/2014/main" id="{16D6297E-9B28-BBD3-185D-EE23E0AC8A0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1" name="TextBox 560">
                <a:extLst>
                  <a:ext uri="{FF2B5EF4-FFF2-40B4-BE49-F238E27FC236}">
                    <a16:creationId xmlns:a16="http://schemas.microsoft.com/office/drawing/2014/main" id="{54180EEA-A512-096F-F023-CDE697DBA77C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62" name="Straight Connector 561">
                <a:extLst>
                  <a:ext uri="{FF2B5EF4-FFF2-40B4-BE49-F238E27FC236}">
                    <a16:creationId xmlns:a16="http://schemas.microsoft.com/office/drawing/2014/main" id="{1226732F-C30C-0613-B55B-90A1BCB185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Straight Connector 562">
                <a:extLst>
                  <a:ext uri="{FF2B5EF4-FFF2-40B4-BE49-F238E27FC236}">
                    <a16:creationId xmlns:a16="http://schemas.microsoft.com/office/drawing/2014/main" id="{B164E22B-E5B8-88A4-28D5-0B11BBAAC8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4" name="Freeform 563">
                <a:extLst>
                  <a:ext uri="{FF2B5EF4-FFF2-40B4-BE49-F238E27FC236}">
                    <a16:creationId xmlns:a16="http://schemas.microsoft.com/office/drawing/2014/main" id="{38F6C02C-3EE1-CA94-EF83-34E94FA4AFDF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Freeform 564">
                <a:extLst>
                  <a:ext uri="{FF2B5EF4-FFF2-40B4-BE49-F238E27FC236}">
                    <a16:creationId xmlns:a16="http://schemas.microsoft.com/office/drawing/2014/main" id="{A139D13D-9838-01CA-E281-EA3C2C170A2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Freeform 565">
                <a:extLst>
                  <a:ext uri="{FF2B5EF4-FFF2-40B4-BE49-F238E27FC236}">
                    <a16:creationId xmlns:a16="http://schemas.microsoft.com/office/drawing/2014/main" id="{62D8C5A5-8C4D-63BD-7AE8-49C90A7B0A16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Freeform 566">
                <a:extLst>
                  <a:ext uri="{FF2B5EF4-FFF2-40B4-BE49-F238E27FC236}">
                    <a16:creationId xmlns:a16="http://schemas.microsoft.com/office/drawing/2014/main" id="{D1203557-790F-A47E-5CA0-6AADB43105CB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Freeform 567">
                <a:extLst>
                  <a:ext uri="{FF2B5EF4-FFF2-40B4-BE49-F238E27FC236}">
                    <a16:creationId xmlns:a16="http://schemas.microsoft.com/office/drawing/2014/main" id="{06C0F9C3-8287-D933-9CAC-E4B2EBC1B00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9" name="Freeform 568">
                <a:extLst>
                  <a:ext uri="{FF2B5EF4-FFF2-40B4-BE49-F238E27FC236}">
                    <a16:creationId xmlns:a16="http://schemas.microsoft.com/office/drawing/2014/main" id="{02AB72F4-D28E-3BFD-08F4-08C99EA987D9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Freeform 569">
                <a:extLst>
                  <a:ext uri="{FF2B5EF4-FFF2-40B4-BE49-F238E27FC236}">
                    <a16:creationId xmlns:a16="http://schemas.microsoft.com/office/drawing/2014/main" id="{E197A348-DA75-0D77-2167-5C03D6655F7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71" name="Group 570">
                <a:extLst>
                  <a:ext uri="{FF2B5EF4-FFF2-40B4-BE49-F238E27FC236}">
                    <a16:creationId xmlns:a16="http://schemas.microsoft.com/office/drawing/2014/main" id="{BBF71660-DFD1-AAE3-692C-AE189BB61CAE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72" name="Rectangle 571">
                  <a:extLst>
                    <a:ext uri="{FF2B5EF4-FFF2-40B4-BE49-F238E27FC236}">
                      <a16:creationId xmlns:a16="http://schemas.microsoft.com/office/drawing/2014/main" id="{6F86A639-A806-917A-913C-DC35ED96C26E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73" name="Straight Connector 572">
                  <a:extLst>
                    <a:ext uri="{FF2B5EF4-FFF2-40B4-BE49-F238E27FC236}">
                      <a16:creationId xmlns:a16="http://schemas.microsoft.com/office/drawing/2014/main" id="{CEDCFD17-3576-DB8E-7153-D4A13F843D21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74" name="Group 573">
              <a:extLst>
                <a:ext uri="{FF2B5EF4-FFF2-40B4-BE49-F238E27FC236}">
                  <a16:creationId xmlns:a16="http://schemas.microsoft.com/office/drawing/2014/main" id="{2692955D-39B9-FC40-AC9F-FE86CD39FBFA}"/>
                </a:ext>
              </a:extLst>
            </p:cNvPr>
            <p:cNvGrpSpPr/>
            <p:nvPr/>
          </p:nvGrpSpPr>
          <p:grpSpPr>
            <a:xfrm>
              <a:off x="64008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75" name="Triangle 574">
                <a:extLst>
                  <a:ext uri="{FF2B5EF4-FFF2-40B4-BE49-F238E27FC236}">
                    <a16:creationId xmlns:a16="http://schemas.microsoft.com/office/drawing/2014/main" id="{5E849A73-08FA-D8C6-0BFA-01040FF91ED4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6" name="TextBox 575">
                <a:extLst>
                  <a:ext uri="{FF2B5EF4-FFF2-40B4-BE49-F238E27FC236}">
                    <a16:creationId xmlns:a16="http://schemas.microsoft.com/office/drawing/2014/main" id="{03B233FF-6EC0-B3AA-FC63-67CC44A2738C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77" name="Rectangle 576">
                <a:extLst>
                  <a:ext uri="{FF2B5EF4-FFF2-40B4-BE49-F238E27FC236}">
                    <a16:creationId xmlns:a16="http://schemas.microsoft.com/office/drawing/2014/main" id="{EDF7BCFB-9D34-F912-E076-E7450CDB229D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78" name="Straight Connector 577">
                <a:extLst>
                  <a:ext uri="{FF2B5EF4-FFF2-40B4-BE49-F238E27FC236}">
                    <a16:creationId xmlns:a16="http://schemas.microsoft.com/office/drawing/2014/main" id="{22DF3CEC-524F-14C3-5352-A9A6659C3983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40D61C72-491C-C397-82A7-0C0714E98B6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0" name="TextBox 579">
                <a:extLst>
                  <a:ext uri="{FF2B5EF4-FFF2-40B4-BE49-F238E27FC236}">
                    <a16:creationId xmlns:a16="http://schemas.microsoft.com/office/drawing/2014/main" id="{180FA19E-DAE0-55D9-61E6-7DB67B4218A7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81" name="Oval 580">
                <a:extLst>
                  <a:ext uri="{FF2B5EF4-FFF2-40B4-BE49-F238E27FC236}">
                    <a16:creationId xmlns:a16="http://schemas.microsoft.com/office/drawing/2014/main" id="{73E285C8-14F8-1249-41AE-8BF7C1DD18D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TextBox 581">
                <a:extLst>
                  <a:ext uri="{FF2B5EF4-FFF2-40B4-BE49-F238E27FC236}">
                    <a16:creationId xmlns:a16="http://schemas.microsoft.com/office/drawing/2014/main" id="{8F8FA64A-CBA9-07A6-62FE-FC7B4036F2E7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83" name="Straight Connector 582">
                <a:extLst>
                  <a:ext uri="{FF2B5EF4-FFF2-40B4-BE49-F238E27FC236}">
                    <a16:creationId xmlns:a16="http://schemas.microsoft.com/office/drawing/2014/main" id="{D09C2A56-8613-A5FB-5EDE-01B264A815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Straight Connector 583">
                <a:extLst>
                  <a:ext uri="{FF2B5EF4-FFF2-40B4-BE49-F238E27FC236}">
                    <a16:creationId xmlns:a16="http://schemas.microsoft.com/office/drawing/2014/main" id="{4C41AA67-EC02-FE90-110A-761D54B2B2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5" name="Freeform 584">
                <a:extLst>
                  <a:ext uri="{FF2B5EF4-FFF2-40B4-BE49-F238E27FC236}">
                    <a16:creationId xmlns:a16="http://schemas.microsoft.com/office/drawing/2014/main" id="{D026F78C-99DD-ECAD-F8A6-770270490370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B5EB2ED5-084D-9864-74D2-F57BE5B02CD2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Freeform 586">
                <a:extLst>
                  <a:ext uri="{FF2B5EF4-FFF2-40B4-BE49-F238E27FC236}">
                    <a16:creationId xmlns:a16="http://schemas.microsoft.com/office/drawing/2014/main" id="{4D2290EE-4720-B706-A5B7-33EE6819D320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8" name="Freeform 587">
                <a:extLst>
                  <a:ext uri="{FF2B5EF4-FFF2-40B4-BE49-F238E27FC236}">
                    <a16:creationId xmlns:a16="http://schemas.microsoft.com/office/drawing/2014/main" id="{FC9F5621-BC8D-0A30-06AB-98F6D44B63FF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A3AA9405-22BE-B7F5-32A3-1D611546F1B8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D17360A4-8DC3-A7E6-DAA1-EAB668CAF72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B753ACFA-DFE7-B5FC-4D4A-95D2151DE030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92" name="Group 591">
                <a:extLst>
                  <a:ext uri="{FF2B5EF4-FFF2-40B4-BE49-F238E27FC236}">
                    <a16:creationId xmlns:a16="http://schemas.microsoft.com/office/drawing/2014/main" id="{9967B13E-E80C-170D-363E-F3C61E5C4A8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93" name="Rectangle 592">
                  <a:extLst>
                    <a:ext uri="{FF2B5EF4-FFF2-40B4-BE49-F238E27FC236}">
                      <a16:creationId xmlns:a16="http://schemas.microsoft.com/office/drawing/2014/main" id="{ECA35ECB-C245-136F-A892-74E26B915C55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C35F4453-DD01-22B1-FF7B-81D592A21715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95" name="Group 594">
              <a:extLst>
                <a:ext uri="{FF2B5EF4-FFF2-40B4-BE49-F238E27FC236}">
                  <a16:creationId xmlns:a16="http://schemas.microsoft.com/office/drawing/2014/main" id="{1006DF2F-7F83-85AF-01A8-282C75D16D56}"/>
                </a:ext>
              </a:extLst>
            </p:cNvPr>
            <p:cNvGrpSpPr/>
            <p:nvPr/>
          </p:nvGrpSpPr>
          <p:grpSpPr>
            <a:xfrm>
              <a:off x="100584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96" name="Triangle 595">
                <a:extLst>
                  <a:ext uri="{FF2B5EF4-FFF2-40B4-BE49-F238E27FC236}">
                    <a16:creationId xmlns:a16="http://schemas.microsoft.com/office/drawing/2014/main" id="{DE7123C7-2D6B-C088-E0B2-A15C3178B0EA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E5D9CBA8-CE1C-81B3-E619-42C51CCD5478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7270CCE3-D813-4C20-6EA3-62248DF556A2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9" name="Straight Connector 598">
                <a:extLst>
                  <a:ext uri="{FF2B5EF4-FFF2-40B4-BE49-F238E27FC236}">
                    <a16:creationId xmlns:a16="http://schemas.microsoft.com/office/drawing/2014/main" id="{E4F6C767-CC19-0D56-3864-8EAD0D9BCBD6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0" name="Oval 599">
                <a:extLst>
                  <a:ext uri="{FF2B5EF4-FFF2-40B4-BE49-F238E27FC236}">
                    <a16:creationId xmlns:a16="http://schemas.microsoft.com/office/drawing/2014/main" id="{162BD8AE-63FA-8E9D-2109-B498405D910D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0BD2764-D59E-92B8-8826-21AD6B101698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02" name="Oval 601">
                <a:extLst>
                  <a:ext uri="{FF2B5EF4-FFF2-40B4-BE49-F238E27FC236}">
                    <a16:creationId xmlns:a16="http://schemas.microsoft.com/office/drawing/2014/main" id="{F9A1E189-0340-4C0E-6F38-90876A7EF4EC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C144A24F-877A-BD02-990D-0F373CF565A3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04" name="Straight Connector 603">
                <a:extLst>
                  <a:ext uri="{FF2B5EF4-FFF2-40B4-BE49-F238E27FC236}">
                    <a16:creationId xmlns:a16="http://schemas.microsoft.com/office/drawing/2014/main" id="{9803B7B6-404A-F382-A541-AEC1087F6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5" name="Straight Connector 604">
                <a:extLst>
                  <a:ext uri="{FF2B5EF4-FFF2-40B4-BE49-F238E27FC236}">
                    <a16:creationId xmlns:a16="http://schemas.microsoft.com/office/drawing/2014/main" id="{978982E3-BDEC-C985-A312-FA38DDB3B4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53A7D0E6-2327-57D5-6110-33FB763A2D3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EE01E5F1-75F6-31EA-0E39-3F543B70C578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724C59FA-7C2F-02E4-86EA-EAE11EE99874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9" name="Freeform 608">
                <a:extLst>
                  <a:ext uri="{FF2B5EF4-FFF2-40B4-BE49-F238E27FC236}">
                    <a16:creationId xmlns:a16="http://schemas.microsoft.com/office/drawing/2014/main" id="{DD82FD16-0CF7-AF23-73F5-053BADC1C39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0" name="Freeform 609">
                <a:extLst>
                  <a:ext uri="{FF2B5EF4-FFF2-40B4-BE49-F238E27FC236}">
                    <a16:creationId xmlns:a16="http://schemas.microsoft.com/office/drawing/2014/main" id="{DBFFF180-553B-867F-6E22-20F03E5E46D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Freeform 610">
                <a:extLst>
                  <a:ext uri="{FF2B5EF4-FFF2-40B4-BE49-F238E27FC236}">
                    <a16:creationId xmlns:a16="http://schemas.microsoft.com/office/drawing/2014/main" id="{494DAC13-5740-6563-45F6-8FFAF35074E7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Freeform 611">
                <a:extLst>
                  <a:ext uri="{FF2B5EF4-FFF2-40B4-BE49-F238E27FC236}">
                    <a16:creationId xmlns:a16="http://schemas.microsoft.com/office/drawing/2014/main" id="{88F7DA7D-0095-1979-E1FF-5073ED08FD06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13" name="Group 612">
                <a:extLst>
                  <a:ext uri="{FF2B5EF4-FFF2-40B4-BE49-F238E27FC236}">
                    <a16:creationId xmlns:a16="http://schemas.microsoft.com/office/drawing/2014/main" id="{800ECF99-F218-FC12-D86E-B223FEA01571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14" name="Rectangle 613">
                  <a:extLst>
                    <a:ext uri="{FF2B5EF4-FFF2-40B4-BE49-F238E27FC236}">
                      <a16:creationId xmlns:a16="http://schemas.microsoft.com/office/drawing/2014/main" id="{19A1D679-D881-67D5-0737-57123CE04D85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5" name="Straight Connector 614">
                  <a:extLst>
                    <a:ext uri="{FF2B5EF4-FFF2-40B4-BE49-F238E27FC236}">
                      <a16:creationId xmlns:a16="http://schemas.microsoft.com/office/drawing/2014/main" id="{CC0BDAFB-3707-A848-D4C1-F1046B504F16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16" name="Group 615">
              <a:extLst>
                <a:ext uri="{FF2B5EF4-FFF2-40B4-BE49-F238E27FC236}">
                  <a16:creationId xmlns:a16="http://schemas.microsoft.com/office/drawing/2014/main" id="{91967647-157E-E154-21D7-BDA8F9418B9F}"/>
                </a:ext>
              </a:extLst>
            </p:cNvPr>
            <p:cNvGrpSpPr/>
            <p:nvPr/>
          </p:nvGrpSpPr>
          <p:grpSpPr>
            <a:xfrm>
              <a:off x="100584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617" name="Triangle 616">
                <a:extLst>
                  <a:ext uri="{FF2B5EF4-FFF2-40B4-BE49-F238E27FC236}">
                    <a16:creationId xmlns:a16="http://schemas.microsoft.com/office/drawing/2014/main" id="{0650B695-FBFB-41DF-00C0-B56607F6DED0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D3609B41-D119-5512-C55F-F3CDB32401F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619" name="Rectangle 618">
                <a:extLst>
                  <a:ext uri="{FF2B5EF4-FFF2-40B4-BE49-F238E27FC236}">
                    <a16:creationId xmlns:a16="http://schemas.microsoft.com/office/drawing/2014/main" id="{A9035F46-41CF-62AF-3896-91A88A894E1A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0" name="Straight Connector 619">
                <a:extLst>
                  <a:ext uri="{FF2B5EF4-FFF2-40B4-BE49-F238E27FC236}">
                    <a16:creationId xmlns:a16="http://schemas.microsoft.com/office/drawing/2014/main" id="{7076FCAB-8C77-57B9-ED88-C90A0C85172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1" name="Oval 620">
                <a:extLst>
                  <a:ext uri="{FF2B5EF4-FFF2-40B4-BE49-F238E27FC236}">
                    <a16:creationId xmlns:a16="http://schemas.microsoft.com/office/drawing/2014/main" id="{B2E0DF6F-8047-45E4-78DF-14C6C6BBE756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2" name="TextBox 621">
                <a:extLst>
                  <a:ext uri="{FF2B5EF4-FFF2-40B4-BE49-F238E27FC236}">
                    <a16:creationId xmlns:a16="http://schemas.microsoft.com/office/drawing/2014/main" id="{0E06EC5B-F667-440C-7522-FB848BDAD7B0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23" name="Oval 622">
                <a:extLst>
                  <a:ext uri="{FF2B5EF4-FFF2-40B4-BE49-F238E27FC236}">
                    <a16:creationId xmlns:a16="http://schemas.microsoft.com/office/drawing/2014/main" id="{6E276D74-308A-CFC4-BBD6-5C318066944E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4577F6EB-7D23-CC71-624E-56936440D3D5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25" name="Straight Connector 624">
                <a:extLst>
                  <a:ext uri="{FF2B5EF4-FFF2-40B4-BE49-F238E27FC236}">
                    <a16:creationId xmlns:a16="http://schemas.microsoft.com/office/drawing/2014/main" id="{D53C018A-8713-26FB-5092-9552547DDF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6" name="Straight Connector 625">
                <a:extLst>
                  <a:ext uri="{FF2B5EF4-FFF2-40B4-BE49-F238E27FC236}">
                    <a16:creationId xmlns:a16="http://schemas.microsoft.com/office/drawing/2014/main" id="{4D300173-DD1B-127C-C948-A6EADE316B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8F8699BE-C996-A000-074E-FDD100646A1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8C9D7DA4-E9C9-1E0F-3EF9-F46BD14E802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2E8D92B8-4409-554E-01E1-F9022EE1BB8B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B9E50CD3-68DA-70B3-54B1-D7A05FF623E6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1" name="Freeform 630">
                <a:extLst>
                  <a:ext uri="{FF2B5EF4-FFF2-40B4-BE49-F238E27FC236}">
                    <a16:creationId xmlns:a16="http://schemas.microsoft.com/office/drawing/2014/main" id="{A6B5D895-6F8A-5001-9221-C1DAE891E10B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2" name="Freeform 631">
                <a:extLst>
                  <a:ext uri="{FF2B5EF4-FFF2-40B4-BE49-F238E27FC236}">
                    <a16:creationId xmlns:a16="http://schemas.microsoft.com/office/drawing/2014/main" id="{895D4C0D-4E07-6AC9-383F-CB05D755D445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3" name="Freeform 632">
                <a:extLst>
                  <a:ext uri="{FF2B5EF4-FFF2-40B4-BE49-F238E27FC236}">
                    <a16:creationId xmlns:a16="http://schemas.microsoft.com/office/drawing/2014/main" id="{707F3AED-FA8C-8DB2-A231-F6633929CD48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34" name="Group 633">
                <a:extLst>
                  <a:ext uri="{FF2B5EF4-FFF2-40B4-BE49-F238E27FC236}">
                    <a16:creationId xmlns:a16="http://schemas.microsoft.com/office/drawing/2014/main" id="{5F5F422E-06B4-385F-B75F-691AEBB88CC0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35" name="Rectangle 634">
                  <a:extLst>
                    <a:ext uri="{FF2B5EF4-FFF2-40B4-BE49-F238E27FC236}">
                      <a16:creationId xmlns:a16="http://schemas.microsoft.com/office/drawing/2014/main" id="{F149F5D2-729B-82E6-D775-1538FF9E0941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36" name="Straight Connector 635">
                  <a:extLst>
                    <a:ext uri="{FF2B5EF4-FFF2-40B4-BE49-F238E27FC236}">
                      <a16:creationId xmlns:a16="http://schemas.microsoft.com/office/drawing/2014/main" id="{CE8634FC-4CC3-4CFC-8BE9-20839F85A650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37" name="Group 636">
              <a:extLst>
                <a:ext uri="{FF2B5EF4-FFF2-40B4-BE49-F238E27FC236}">
                  <a16:creationId xmlns:a16="http://schemas.microsoft.com/office/drawing/2014/main" id="{B76E2D46-5FC9-98DB-8D68-2FA34BC724B7}"/>
                </a:ext>
              </a:extLst>
            </p:cNvPr>
            <p:cNvGrpSpPr/>
            <p:nvPr/>
          </p:nvGrpSpPr>
          <p:grpSpPr>
            <a:xfrm>
              <a:off x="100584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638" name="Triangle 637">
                <a:extLst>
                  <a:ext uri="{FF2B5EF4-FFF2-40B4-BE49-F238E27FC236}">
                    <a16:creationId xmlns:a16="http://schemas.microsoft.com/office/drawing/2014/main" id="{70241310-111D-DB43-4169-C48272F6D27A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9" name="TextBox 638">
                <a:extLst>
                  <a:ext uri="{FF2B5EF4-FFF2-40B4-BE49-F238E27FC236}">
                    <a16:creationId xmlns:a16="http://schemas.microsoft.com/office/drawing/2014/main" id="{33335EEA-504E-F8CD-8447-DE748C34408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8A3FDDA4-6DFF-D59C-5F29-96B89FCA52CC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1" name="Straight Connector 640">
                <a:extLst>
                  <a:ext uri="{FF2B5EF4-FFF2-40B4-BE49-F238E27FC236}">
                    <a16:creationId xmlns:a16="http://schemas.microsoft.com/office/drawing/2014/main" id="{E35CCA65-A398-4D45-AD15-A696D1517FBB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2" name="Oval 641">
                <a:extLst>
                  <a:ext uri="{FF2B5EF4-FFF2-40B4-BE49-F238E27FC236}">
                    <a16:creationId xmlns:a16="http://schemas.microsoft.com/office/drawing/2014/main" id="{BF80F913-894D-13BF-4FDA-B58E79D8FA38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3" name="TextBox 642">
                <a:extLst>
                  <a:ext uri="{FF2B5EF4-FFF2-40B4-BE49-F238E27FC236}">
                    <a16:creationId xmlns:a16="http://schemas.microsoft.com/office/drawing/2014/main" id="{EBCF8622-A5F1-98CA-C419-D00DE394ADA5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44" name="Oval 643">
                <a:extLst>
                  <a:ext uri="{FF2B5EF4-FFF2-40B4-BE49-F238E27FC236}">
                    <a16:creationId xmlns:a16="http://schemas.microsoft.com/office/drawing/2014/main" id="{5A6937E6-4AE5-100C-F45A-66CD1B0662EC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5" name="TextBox 644">
                <a:extLst>
                  <a:ext uri="{FF2B5EF4-FFF2-40B4-BE49-F238E27FC236}">
                    <a16:creationId xmlns:a16="http://schemas.microsoft.com/office/drawing/2014/main" id="{992A8DC3-7D57-0D72-5C27-5DDF1112B5D4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46" name="Straight Connector 645">
                <a:extLst>
                  <a:ext uri="{FF2B5EF4-FFF2-40B4-BE49-F238E27FC236}">
                    <a16:creationId xmlns:a16="http://schemas.microsoft.com/office/drawing/2014/main" id="{41452C1C-13DF-09C9-C7BC-FE0AFD3413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Straight Connector 646">
                <a:extLst>
                  <a:ext uri="{FF2B5EF4-FFF2-40B4-BE49-F238E27FC236}">
                    <a16:creationId xmlns:a16="http://schemas.microsoft.com/office/drawing/2014/main" id="{EBA8DEEA-E245-0305-2C23-9F44972FE8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8" name="Freeform 647">
                <a:extLst>
                  <a:ext uri="{FF2B5EF4-FFF2-40B4-BE49-F238E27FC236}">
                    <a16:creationId xmlns:a16="http://schemas.microsoft.com/office/drawing/2014/main" id="{2C438DDF-3983-EF8C-0E45-275E235AD121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9" name="Freeform 648">
                <a:extLst>
                  <a:ext uri="{FF2B5EF4-FFF2-40B4-BE49-F238E27FC236}">
                    <a16:creationId xmlns:a16="http://schemas.microsoft.com/office/drawing/2014/main" id="{3DFEB53F-B64B-8203-065B-2FEFA1AE1C98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0" name="Freeform 649">
                <a:extLst>
                  <a:ext uri="{FF2B5EF4-FFF2-40B4-BE49-F238E27FC236}">
                    <a16:creationId xmlns:a16="http://schemas.microsoft.com/office/drawing/2014/main" id="{D1E7EB62-F47B-CDAF-1799-FB0EFD9482E5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1" name="Freeform 650">
                <a:extLst>
                  <a:ext uri="{FF2B5EF4-FFF2-40B4-BE49-F238E27FC236}">
                    <a16:creationId xmlns:a16="http://schemas.microsoft.com/office/drawing/2014/main" id="{E2079FAB-FB69-F719-AD46-3E42DEF3AE1E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2" name="Freeform 651">
                <a:extLst>
                  <a:ext uri="{FF2B5EF4-FFF2-40B4-BE49-F238E27FC236}">
                    <a16:creationId xmlns:a16="http://schemas.microsoft.com/office/drawing/2014/main" id="{409906DC-3949-B648-CB18-EDE72EB633CE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3" name="Freeform 652">
                <a:extLst>
                  <a:ext uri="{FF2B5EF4-FFF2-40B4-BE49-F238E27FC236}">
                    <a16:creationId xmlns:a16="http://schemas.microsoft.com/office/drawing/2014/main" id="{B2A0301F-666E-CEB9-4929-283C97A430BB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4" name="Freeform 653">
                <a:extLst>
                  <a:ext uri="{FF2B5EF4-FFF2-40B4-BE49-F238E27FC236}">
                    <a16:creationId xmlns:a16="http://schemas.microsoft.com/office/drawing/2014/main" id="{4FDCE814-C13C-99E9-8493-9E889C25DB28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55" name="Group 654">
                <a:extLst>
                  <a:ext uri="{FF2B5EF4-FFF2-40B4-BE49-F238E27FC236}">
                    <a16:creationId xmlns:a16="http://schemas.microsoft.com/office/drawing/2014/main" id="{82BEC77A-09C8-7E1A-0381-0BF011FAD314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56" name="Rectangle 655">
                  <a:extLst>
                    <a:ext uri="{FF2B5EF4-FFF2-40B4-BE49-F238E27FC236}">
                      <a16:creationId xmlns:a16="http://schemas.microsoft.com/office/drawing/2014/main" id="{3CA471DF-F30C-9A53-CE12-0F526A1641C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57" name="Straight Connector 656">
                  <a:extLst>
                    <a:ext uri="{FF2B5EF4-FFF2-40B4-BE49-F238E27FC236}">
                      <a16:creationId xmlns:a16="http://schemas.microsoft.com/office/drawing/2014/main" id="{18C56A90-01D5-DB4B-2D4B-7C584EFD992A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4E03C21-2CBB-1B83-8F42-ED5EC7A3DAD2}"/>
              </a:ext>
            </a:extLst>
          </p:cNvPr>
          <p:cNvSpPr/>
          <p:nvPr/>
        </p:nvSpPr>
        <p:spPr>
          <a:xfrm>
            <a:off x="207937" y="5616343"/>
            <a:ext cx="9751983" cy="8066646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27AA17A-C811-593C-CF82-109D4B9A2886}"/>
              </a:ext>
            </a:extLst>
          </p:cNvPr>
          <p:cNvSpPr/>
          <p:nvPr/>
        </p:nvSpPr>
        <p:spPr>
          <a:xfrm>
            <a:off x="9484106" y="14502625"/>
            <a:ext cx="1756229" cy="965811"/>
          </a:xfrm>
          <a:prstGeom prst="roundRect">
            <a:avLst/>
          </a:prstGeom>
          <a:solidFill>
            <a:schemeClr val="bg2">
              <a:lumMod val="90000"/>
            </a:schemeClr>
          </a:solidFill>
          <a:ln w="3175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D8ACFC3A-7997-F5EE-64D9-3DFAA8CA73B3}"/>
              </a:ext>
            </a:extLst>
          </p:cNvPr>
          <p:cNvSpPr/>
          <p:nvPr/>
        </p:nvSpPr>
        <p:spPr>
          <a:xfrm>
            <a:off x="8458201" y="13182602"/>
            <a:ext cx="1891835" cy="1320023"/>
          </a:xfrm>
          <a:custGeom>
            <a:avLst/>
            <a:gdLst>
              <a:gd name="connsiteX0" fmla="*/ 1538514 w 1720738"/>
              <a:gd name="connsiteY0" fmla="*/ 5718629 h 5718629"/>
              <a:gd name="connsiteX1" fmla="*/ 1582057 w 1720738"/>
              <a:gd name="connsiteY1" fmla="*/ 1146629 h 5718629"/>
              <a:gd name="connsiteX2" fmla="*/ 0 w 1720738"/>
              <a:gd name="connsiteY2" fmla="*/ 0 h 5718629"/>
              <a:gd name="connsiteX0" fmla="*/ 1451428 w 1633652"/>
              <a:gd name="connsiteY0" fmla="*/ 5704115 h 5704115"/>
              <a:gd name="connsiteX1" fmla="*/ 1494971 w 1633652"/>
              <a:gd name="connsiteY1" fmla="*/ 1132115 h 5704115"/>
              <a:gd name="connsiteX2" fmla="*/ 0 w 1633652"/>
              <a:gd name="connsiteY2" fmla="*/ 0 h 5704115"/>
              <a:gd name="connsiteX0" fmla="*/ 1538514 w 1720738"/>
              <a:gd name="connsiteY0" fmla="*/ 5718629 h 5718629"/>
              <a:gd name="connsiteX1" fmla="*/ 1582057 w 1720738"/>
              <a:gd name="connsiteY1" fmla="*/ 1146629 h 5718629"/>
              <a:gd name="connsiteX2" fmla="*/ 0 w 1720738"/>
              <a:gd name="connsiteY2" fmla="*/ 0 h 5718629"/>
              <a:gd name="connsiteX0" fmla="*/ 1538514 w 1617233"/>
              <a:gd name="connsiteY0" fmla="*/ 5718629 h 5718629"/>
              <a:gd name="connsiteX1" fmla="*/ 1364342 w 1617233"/>
              <a:gd name="connsiteY1" fmla="*/ 972458 h 5718629"/>
              <a:gd name="connsiteX2" fmla="*/ 0 w 1617233"/>
              <a:gd name="connsiteY2" fmla="*/ 0 h 5718629"/>
              <a:gd name="connsiteX0" fmla="*/ 1538514 w 1621538"/>
              <a:gd name="connsiteY0" fmla="*/ 5718629 h 5718629"/>
              <a:gd name="connsiteX1" fmla="*/ 1378856 w 1621538"/>
              <a:gd name="connsiteY1" fmla="*/ 986972 h 5718629"/>
              <a:gd name="connsiteX2" fmla="*/ 0 w 1621538"/>
              <a:gd name="connsiteY2" fmla="*/ 0 h 5718629"/>
              <a:gd name="connsiteX0" fmla="*/ 1538514 w 1558446"/>
              <a:gd name="connsiteY0" fmla="*/ 5718629 h 5718629"/>
              <a:gd name="connsiteX1" fmla="*/ 1378856 w 1558446"/>
              <a:gd name="connsiteY1" fmla="*/ 986972 h 5718629"/>
              <a:gd name="connsiteX2" fmla="*/ 0 w 1558446"/>
              <a:gd name="connsiteY2" fmla="*/ 0 h 5718629"/>
              <a:gd name="connsiteX0" fmla="*/ 1538514 w 1538514"/>
              <a:gd name="connsiteY0" fmla="*/ 5718629 h 5718629"/>
              <a:gd name="connsiteX1" fmla="*/ 1378856 w 1538514"/>
              <a:gd name="connsiteY1" fmla="*/ 986972 h 5718629"/>
              <a:gd name="connsiteX2" fmla="*/ 0 w 1538514"/>
              <a:gd name="connsiteY2" fmla="*/ 0 h 5718629"/>
              <a:gd name="connsiteX0" fmla="*/ 1538514 w 1608404"/>
              <a:gd name="connsiteY0" fmla="*/ 5718629 h 5718629"/>
              <a:gd name="connsiteX1" fmla="*/ 1494970 w 1608404"/>
              <a:gd name="connsiteY1" fmla="*/ 827314 h 5718629"/>
              <a:gd name="connsiteX2" fmla="*/ 0 w 1608404"/>
              <a:gd name="connsiteY2" fmla="*/ 0 h 5718629"/>
              <a:gd name="connsiteX0" fmla="*/ 1538514 w 1635120"/>
              <a:gd name="connsiteY0" fmla="*/ 5718629 h 5718629"/>
              <a:gd name="connsiteX1" fmla="*/ 1494970 w 1635120"/>
              <a:gd name="connsiteY1" fmla="*/ 827314 h 5718629"/>
              <a:gd name="connsiteX2" fmla="*/ 0 w 1635120"/>
              <a:gd name="connsiteY2" fmla="*/ 0 h 5718629"/>
              <a:gd name="connsiteX0" fmla="*/ 1538514 w 1594939"/>
              <a:gd name="connsiteY0" fmla="*/ 5718629 h 5718629"/>
              <a:gd name="connsiteX1" fmla="*/ 1422398 w 1594939"/>
              <a:gd name="connsiteY1" fmla="*/ 812800 h 5718629"/>
              <a:gd name="connsiteX2" fmla="*/ 0 w 1594939"/>
              <a:gd name="connsiteY2" fmla="*/ 0 h 5718629"/>
              <a:gd name="connsiteX0" fmla="*/ 1538514 w 1573399"/>
              <a:gd name="connsiteY0" fmla="*/ 5718629 h 5718629"/>
              <a:gd name="connsiteX1" fmla="*/ 1422398 w 1573399"/>
              <a:gd name="connsiteY1" fmla="*/ 812800 h 5718629"/>
              <a:gd name="connsiteX2" fmla="*/ 0 w 1573399"/>
              <a:gd name="connsiteY2" fmla="*/ 0 h 5718629"/>
              <a:gd name="connsiteX0" fmla="*/ 3902015 w 3936900"/>
              <a:gd name="connsiteY0" fmla="*/ 5553532 h 5553532"/>
              <a:gd name="connsiteX1" fmla="*/ 3785899 w 3936900"/>
              <a:gd name="connsiteY1" fmla="*/ 647703 h 5553532"/>
              <a:gd name="connsiteX2" fmla="*/ 0 w 3936900"/>
              <a:gd name="connsiteY2" fmla="*/ 7665 h 5553532"/>
              <a:gd name="connsiteX0" fmla="*/ 4189349 w 4224234"/>
              <a:gd name="connsiteY0" fmla="*/ 5616692 h 5616692"/>
              <a:gd name="connsiteX1" fmla="*/ 4073233 w 4224234"/>
              <a:gd name="connsiteY1" fmla="*/ 710863 h 5616692"/>
              <a:gd name="connsiteX2" fmla="*/ 287334 w 4224234"/>
              <a:gd name="connsiteY2" fmla="*/ 70825 h 5616692"/>
              <a:gd name="connsiteX3" fmla="*/ 263633 w 4224234"/>
              <a:gd name="connsiteY3" fmla="*/ 7210 h 5616692"/>
              <a:gd name="connsiteX0" fmla="*/ 5162009 w 5196894"/>
              <a:gd name="connsiteY0" fmla="*/ 7077960 h 7077960"/>
              <a:gd name="connsiteX1" fmla="*/ 5045893 w 5196894"/>
              <a:gd name="connsiteY1" fmla="*/ 2172131 h 7077960"/>
              <a:gd name="connsiteX2" fmla="*/ 1259994 w 5196894"/>
              <a:gd name="connsiteY2" fmla="*/ 1532093 h 7077960"/>
              <a:gd name="connsiteX3" fmla="*/ 0 w 5196894"/>
              <a:gd name="connsiteY3" fmla="*/ 0 h 7077960"/>
              <a:gd name="connsiteX0" fmla="*/ 5416540 w 5451425"/>
              <a:gd name="connsiteY0" fmla="*/ 8978343 h 8978343"/>
              <a:gd name="connsiteX1" fmla="*/ 5300424 w 5451425"/>
              <a:gd name="connsiteY1" fmla="*/ 4072514 h 8978343"/>
              <a:gd name="connsiteX2" fmla="*/ 1514525 w 5451425"/>
              <a:gd name="connsiteY2" fmla="*/ 3432476 h 8978343"/>
              <a:gd name="connsiteX3" fmla="*/ 0 w 5451425"/>
              <a:gd name="connsiteY3" fmla="*/ 0 h 8978343"/>
              <a:gd name="connsiteX0" fmla="*/ 5416540 w 5416541"/>
              <a:gd name="connsiteY0" fmla="*/ 8978343 h 8978343"/>
              <a:gd name="connsiteX1" fmla="*/ 5154978 w 5416541"/>
              <a:gd name="connsiteY1" fmla="*/ 3726988 h 8978343"/>
              <a:gd name="connsiteX2" fmla="*/ 1514525 w 5416541"/>
              <a:gd name="connsiteY2" fmla="*/ 3432476 h 8978343"/>
              <a:gd name="connsiteX3" fmla="*/ 0 w 5416541"/>
              <a:gd name="connsiteY3" fmla="*/ 0 h 8978343"/>
              <a:gd name="connsiteX0" fmla="*/ 5416540 w 5416541"/>
              <a:gd name="connsiteY0" fmla="*/ 8978343 h 8978343"/>
              <a:gd name="connsiteX1" fmla="*/ 5154978 w 5416541"/>
              <a:gd name="connsiteY1" fmla="*/ 3813369 h 8978343"/>
              <a:gd name="connsiteX2" fmla="*/ 1514525 w 5416541"/>
              <a:gd name="connsiteY2" fmla="*/ 3432476 h 8978343"/>
              <a:gd name="connsiteX3" fmla="*/ 0 w 5416541"/>
              <a:gd name="connsiteY3" fmla="*/ 0 h 8978343"/>
              <a:gd name="connsiteX0" fmla="*/ 5416540 w 5473737"/>
              <a:gd name="connsiteY0" fmla="*/ 8978343 h 8978343"/>
              <a:gd name="connsiteX1" fmla="*/ 5154978 w 5473737"/>
              <a:gd name="connsiteY1" fmla="*/ 3813369 h 8978343"/>
              <a:gd name="connsiteX2" fmla="*/ 1514525 w 5473737"/>
              <a:gd name="connsiteY2" fmla="*/ 3432476 h 8978343"/>
              <a:gd name="connsiteX3" fmla="*/ 0 w 5473737"/>
              <a:gd name="connsiteY3" fmla="*/ 0 h 8978343"/>
              <a:gd name="connsiteX0" fmla="*/ 5416540 w 5473737"/>
              <a:gd name="connsiteY0" fmla="*/ 8978343 h 8978343"/>
              <a:gd name="connsiteX1" fmla="*/ 5154978 w 5473737"/>
              <a:gd name="connsiteY1" fmla="*/ 3813369 h 8978343"/>
              <a:gd name="connsiteX2" fmla="*/ 1514525 w 5473737"/>
              <a:gd name="connsiteY2" fmla="*/ 3432476 h 8978343"/>
              <a:gd name="connsiteX3" fmla="*/ 0 w 5473737"/>
              <a:gd name="connsiteY3" fmla="*/ 0 h 8978343"/>
              <a:gd name="connsiteX0" fmla="*/ 5416540 w 5416541"/>
              <a:gd name="connsiteY0" fmla="*/ 8978343 h 8978343"/>
              <a:gd name="connsiteX1" fmla="*/ 4718639 w 5416541"/>
              <a:gd name="connsiteY1" fmla="*/ 4158893 h 8978343"/>
              <a:gd name="connsiteX2" fmla="*/ 1514525 w 5416541"/>
              <a:gd name="connsiteY2" fmla="*/ 3432476 h 8978343"/>
              <a:gd name="connsiteX3" fmla="*/ 0 w 5416541"/>
              <a:gd name="connsiteY3" fmla="*/ 0 h 8978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16541" h="8978343">
                <a:moveTo>
                  <a:pt x="5416540" y="8978343"/>
                </a:moveTo>
                <a:cubicBezTo>
                  <a:pt x="5406864" y="7183410"/>
                  <a:pt x="5229588" y="5111996"/>
                  <a:pt x="4718639" y="4158893"/>
                </a:cubicBezTo>
                <a:cubicBezTo>
                  <a:pt x="4098606" y="3205791"/>
                  <a:pt x="2177344" y="3529238"/>
                  <a:pt x="1514525" y="3432476"/>
                </a:cubicBezTo>
                <a:cubicBezTo>
                  <a:pt x="879592" y="3315200"/>
                  <a:pt x="4938" y="13253"/>
                  <a:pt x="0" y="0"/>
                </a:cubicBezTo>
              </a:path>
            </a:pathLst>
          </a:custGeom>
          <a:noFill/>
          <a:ln w="31750">
            <a:solidFill>
              <a:schemeClr val="bg2">
                <a:lumMod val="5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CB1F5F-50A0-D566-2C9A-DF82C9C49F73}"/>
              </a:ext>
            </a:extLst>
          </p:cNvPr>
          <p:cNvSpPr txBox="1"/>
          <p:nvPr/>
        </p:nvSpPr>
        <p:spPr>
          <a:xfrm>
            <a:off x="9851476" y="14795914"/>
            <a:ext cx="1001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MGB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3AD6E34-D691-9355-1FB1-FD07DEF9CB24}"/>
                  </a:ext>
                </a:extLst>
              </p14:cNvPr>
              <p14:cNvContentPartPr/>
              <p14:nvPr/>
            </p14:nvContentPartPr>
            <p14:xfrm>
              <a:off x="10201705" y="11284172"/>
              <a:ext cx="360" cy="36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3AD6E34-D691-9355-1FB1-FD07DEF9CB2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92705" y="112751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981FE257-80F5-EBF7-A544-ADD67DEB545B}"/>
                  </a:ext>
                </a:extLst>
              </p14:cNvPr>
              <p14:cNvContentPartPr/>
              <p14:nvPr/>
            </p14:nvContentPartPr>
            <p14:xfrm>
              <a:off x="9404044" y="11644634"/>
              <a:ext cx="360" cy="3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981FE257-80F5-EBF7-A544-ADD67DEB54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95044" y="11635634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4041500A-A177-4738-69D6-460367860FEB}"/>
              </a:ext>
            </a:extLst>
          </p:cNvPr>
          <p:cNvGrpSpPr/>
          <p:nvPr/>
        </p:nvGrpSpPr>
        <p:grpSpPr>
          <a:xfrm>
            <a:off x="9413404" y="11663354"/>
            <a:ext cx="16920" cy="12960"/>
            <a:chOff x="11699404" y="9377354"/>
            <a:chExt cx="16920" cy="1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ED40716-47F2-0497-44C3-8C6E7D208F9E}"/>
                    </a:ext>
                  </a:extLst>
                </p14:cNvPr>
                <p14:cNvContentPartPr/>
                <p14:nvPr/>
              </p14:nvContentPartPr>
              <p14:xfrm>
                <a:off x="11706244" y="9382754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ED40716-47F2-0497-44C3-8C6E7D208F9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97244" y="937375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A86771-3166-5C07-6780-0EA3AC072C23}"/>
                    </a:ext>
                  </a:extLst>
                </p14:cNvPr>
                <p14:cNvContentPartPr/>
                <p14:nvPr/>
              </p14:nvContentPartPr>
              <p14:xfrm>
                <a:off x="11706244" y="9382754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A86771-3166-5C07-6780-0EA3AC072C2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97244" y="937375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0980CB7-0129-66CD-9987-E586C3B631A5}"/>
                    </a:ext>
                  </a:extLst>
                </p14:cNvPr>
                <p14:cNvContentPartPr/>
                <p14:nvPr/>
              </p14:nvContentPartPr>
              <p14:xfrm>
                <a:off x="11715964" y="9389954"/>
                <a:ext cx="360" cy="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0980CB7-0129-66CD-9987-E586C3B631A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706964" y="938095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B22363A-7324-4759-E1BD-B921CAB7C7E5}"/>
                    </a:ext>
                  </a:extLst>
                </p14:cNvPr>
                <p14:cNvContentPartPr/>
                <p14:nvPr/>
              </p14:nvContentPartPr>
              <p14:xfrm>
                <a:off x="11699404" y="9377354"/>
                <a:ext cx="360" cy="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B22363A-7324-4759-E1BD-B921CAB7C7E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90404" y="936835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E39E802B-4F53-ED52-DB15-0E2407716951}"/>
                  </a:ext>
                </a:extLst>
              </p14:cNvPr>
              <p14:cNvContentPartPr/>
              <p14:nvPr/>
            </p14:nvContentPartPr>
            <p14:xfrm>
              <a:off x="9396124" y="11637434"/>
              <a:ext cx="360" cy="3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E39E802B-4F53-ED52-DB15-0E240771695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87124" y="11628434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FA37DC8B-5EAD-168A-A425-829CE3E54E13}"/>
              </a:ext>
            </a:extLst>
          </p:cNvPr>
          <p:cNvGrpSpPr/>
          <p:nvPr/>
        </p:nvGrpSpPr>
        <p:grpSpPr>
          <a:xfrm>
            <a:off x="9615364" y="12025514"/>
            <a:ext cx="19800" cy="44280"/>
            <a:chOff x="11901364" y="9739514"/>
            <a:chExt cx="19800" cy="4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70F5B54-64E0-DED5-2818-1D3BE66BD05F}"/>
                    </a:ext>
                  </a:extLst>
                </p14:cNvPr>
                <p14:cNvContentPartPr/>
                <p14:nvPr/>
              </p14:nvContentPartPr>
              <p14:xfrm>
                <a:off x="11901364" y="9739514"/>
                <a:ext cx="36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70F5B54-64E0-DED5-2818-1D3BE66BD05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892364" y="97305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5889966-ECEC-A07F-A377-895EF200D36C}"/>
                    </a:ext>
                  </a:extLst>
                </p14:cNvPr>
                <p14:cNvContentPartPr/>
                <p14:nvPr/>
              </p14:nvContentPartPr>
              <p14:xfrm>
                <a:off x="11908564" y="9754274"/>
                <a:ext cx="12600" cy="2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5889966-ECEC-A07F-A377-895EF200D36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899564" y="9745274"/>
                  <a:ext cx="30240" cy="4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249AE615-9008-54CE-E0AD-6F3C8679AFA1}"/>
                  </a:ext>
                </a:extLst>
              </p14:cNvPr>
              <p14:cNvContentPartPr/>
              <p14:nvPr/>
            </p14:nvContentPartPr>
            <p14:xfrm>
              <a:off x="9668284" y="12004274"/>
              <a:ext cx="24480" cy="5004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249AE615-9008-54CE-E0AD-6F3C8679AFA1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659414" y="11995274"/>
                <a:ext cx="41864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B8513948-B1B0-6621-F2D8-C3F187AB66AC}"/>
                  </a:ext>
                </a:extLst>
              </p14:cNvPr>
              <p14:cNvContentPartPr/>
              <p14:nvPr/>
            </p14:nvContentPartPr>
            <p14:xfrm>
              <a:off x="9674404" y="12002834"/>
              <a:ext cx="360" cy="36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B8513948-B1B0-6621-F2D8-C3F187AB66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65404" y="11993834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60" name="TextBox 59">
            <a:extLst>
              <a:ext uri="{FF2B5EF4-FFF2-40B4-BE49-F238E27FC236}">
                <a16:creationId xmlns:a16="http://schemas.microsoft.com/office/drawing/2014/main" id="{5963EB81-1D52-9CE4-1F98-6C2FADE8A137}"/>
              </a:ext>
            </a:extLst>
          </p:cNvPr>
          <p:cNvSpPr txBox="1"/>
          <p:nvPr/>
        </p:nvSpPr>
        <p:spPr>
          <a:xfrm>
            <a:off x="5438185" y="12571010"/>
            <a:ext cx="12243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*non-CT-PN?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A50F036B-846C-D745-23F5-B6ABC5E86467}"/>
                  </a:ext>
                </a:extLst>
              </p14:cNvPr>
              <p14:cNvContentPartPr/>
              <p14:nvPr/>
            </p14:nvContentPartPr>
            <p14:xfrm>
              <a:off x="7466486" y="9735910"/>
              <a:ext cx="46440" cy="3996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A50F036B-846C-D745-23F5-B6ABC5E8646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457416" y="9726910"/>
                <a:ext cx="64218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B3824ECB-CC9B-8E97-4186-60492A4CC2A8}"/>
                  </a:ext>
                </a:extLst>
              </p14:cNvPr>
              <p14:cNvContentPartPr/>
              <p14:nvPr/>
            </p14:nvContentPartPr>
            <p14:xfrm>
              <a:off x="7481851" y="9804475"/>
              <a:ext cx="47520" cy="3492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B3824ECB-CC9B-8E97-4186-60492A4CC2A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472851" y="9795567"/>
                <a:ext cx="65160" cy="52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612BF494-2AFF-0F2E-BF6A-4EF5A2CD356F}"/>
                  </a:ext>
                </a:extLst>
              </p14:cNvPr>
              <p14:cNvContentPartPr/>
              <p14:nvPr/>
            </p14:nvContentPartPr>
            <p14:xfrm>
              <a:off x="9492451" y="9585235"/>
              <a:ext cx="45360" cy="3420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612BF494-2AFF-0F2E-BF6A-4EF5A2CD356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9483451" y="9576329"/>
                <a:ext cx="63000" cy="51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D0F561FE-4505-60A0-80A4-257B3EA4019B}"/>
                  </a:ext>
                </a:extLst>
              </p14:cNvPr>
              <p14:cNvContentPartPr/>
              <p14:nvPr/>
            </p14:nvContentPartPr>
            <p14:xfrm>
              <a:off x="9550360" y="9624775"/>
              <a:ext cx="29160" cy="2376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D0F561FE-4505-60A0-80A4-257B3EA4019B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541360" y="9615775"/>
                <a:ext cx="4680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4A54B3C2-7751-4E30-CB3D-0C10F1E23942}"/>
                  </a:ext>
                </a:extLst>
              </p14:cNvPr>
              <p14:cNvContentPartPr/>
              <p14:nvPr/>
            </p14:nvContentPartPr>
            <p14:xfrm>
              <a:off x="7292440" y="11688960"/>
              <a:ext cx="39960" cy="396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4A54B3C2-7751-4E30-CB3D-0C10F1E23942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283440" y="11679960"/>
                <a:ext cx="57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72D9176C-1863-A943-E6E3-09C41824AF07}"/>
                  </a:ext>
                </a:extLst>
              </p14:cNvPr>
              <p14:cNvContentPartPr/>
              <p14:nvPr/>
            </p14:nvContentPartPr>
            <p14:xfrm>
              <a:off x="7294240" y="11749080"/>
              <a:ext cx="26280" cy="108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72D9176C-1863-A943-E6E3-09C41824AF0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285240" y="11740080"/>
                <a:ext cx="4392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56348744-4CEE-5164-D1DA-7D17DEB879FA}"/>
                  </a:ext>
                </a:extLst>
              </p14:cNvPr>
              <p14:cNvContentPartPr/>
              <p14:nvPr/>
            </p14:nvContentPartPr>
            <p14:xfrm>
              <a:off x="301920" y="12885615"/>
              <a:ext cx="5400" cy="1764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56348744-4CEE-5164-D1DA-7D17DEB879FA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92920" y="12876615"/>
                <a:ext cx="2304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D541E5C7-416F-F099-3E31-1F3AA7301625}"/>
                  </a:ext>
                </a:extLst>
              </p14:cNvPr>
              <p14:cNvContentPartPr/>
              <p14:nvPr/>
            </p14:nvContentPartPr>
            <p14:xfrm>
              <a:off x="361320" y="12890295"/>
              <a:ext cx="4680" cy="3852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D541E5C7-416F-F099-3E31-1F3AA7301625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351570" y="12881295"/>
                <a:ext cx="23790" cy="56160"/>
              </a:xfrm>
              <a:prstGeom prst="rect">
                <a:avLst/>
              </a:prstGeom>
            </p:spPr>
          </p:pic>
        </mc:Fallback>
      </mc:AlternateContent>
      <p:sp>
        <p:nvSpPr>
          <p:cNvPr id="162" name="Rectangle 161">
            <a:extLst>
              <a:ext uri="{FF2B5EF4-FFF2-40B4-BE49-F238E27FC236}">
                <a16:creationId xmlns:a16="http://schemas.microsoft.com/office/drawing/2014/main" id="{0BC0BD55-DD44-A8FD-5D5C-9AD4D0968633}"/>
              </a:ext>
            </a:extLst>
          </p:cNvPr>
          <p:cNvSpPr/>
          <p:nvPr/>
        </p:nvSpPr>
        <p:spPr>
          <a:xfrm>
            <a:off x="3481594" y="5504912"/>
            <a:ext cx="6674241" cy="8476903"/>
          </a:xfrm>
          <a:prstGeom prst="rect">
            <a:avLst/>
          </a:prstGeom>
          <a:solidFill>
            <a:schemeClr val="accent2">
              <a:lumMod val="60000"/>
              <a:lumOff val="4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0031FA3B-26B7-008C-C6B4-CDFC72BA14C3}"/>
              </a:ext>
            </a:extLst>
          </p:cNvPr>
          <p:cNvSpPr/>
          <p:nvPr/>
        </p:nvSpPr>
        <p:spPr>
          <a:xfrm>
            <a:off x="-184568" y="5504913"/>
            <a:ext cx="3485561" cy="8476900"/>
          </a:xfrm>
          <a:prstGeom prst="rect">
            <a:avLst/>
          </a:prstGeom>
          <a:solidFill>
            <a:schemeClr val="accent6">
              <a:lumMod val="60000"/>
              <a:lumOff val="4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Left Arrow 165">
            <a:extLst>
              <a:ext uri="{FF2B5EF4-FFF2-40B4-BE49-F238E27FC236}">
                <a16:creationId xmlns:a16="http://schemas.microsoft.com/office/drawing/2014/main" id="{66B90DAE-7B18-74A1-73CF-FC8972A2A416}"/>
              </a:ext>
            </a:extLst>
          </p:cNvPr>
          <p:cNvSpPr/>
          <p:nvPr/>
        </p:nvSpPr>
        <p:spPr>
          <a:xfrm>
            <a:off x="4107906" y="14999265"/>
            <a:ext cx="5026027" cy="731520"/>
          </a:xfrm>
          <a:prstGeom prst="leftArrow">
            <a:avLst/>
          </a:prstGeom>
          <a:solidFill>
            <a:schemeClr val="bg2">
              <a:lumMod val="50000"/>
              <a:alpha val="3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E6C4DB9-445E-EA3B-9418-396590B3BC56}"/>
              </a:ext>
            </a:extLst>
          </p:cNvPr>
          <p:cNvSpPr txBox="1"/>
          <p:nvPr/>
        </p:nvSpPr>
        <p:spPr>
          <a:xfrm>
            <a:off x="4769144" y="15198694"/>
            <a:ext cx="4340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Repeats across all columns</a:t>
            </a:r>
          </a:p>
        </p:txBody>
      </p:sp>
      <p:sp>
        <p:nvSpPr>
          <p:cNvPr id="171" name="Left Arrow 170">
            <a:extLst>
              <a:ext uri="{FF2B5EF4-FFF2-40B4-BE49-F238E27FC236}">
                <a16:creationId xmlns:a16="http://schemas.microsoft.com/office/drawing/2014/main" id="{C36C719D-911D-1D20-7400-F68E2321BADE}"/>
              </a:ext>
            </a:extLst>
          </p:cNvPr>
          <p:cNvSpPr/>
          <p:nvPr/>
        </p:nvSpPr>
        <p:spPr>
          <a:xfrm rot="10800000">
            <a:off x="-184568" y="14057724"/>
            <a:ext cx="6069377" cy="731520"/>
          </a:xfrm>
          <a:prstGeom prst="leftArrow">
            <a:avLst/>
          </a:prstGeom>
          <a:solidFill>
            <a:schemeClr val="accent6">
              <a:lumMod val="60000"/>
              <a:lumOff val="40000"/>
              <a:alpha val="3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D89EA1EC-A6BE-ED70-4F72-1F51577B3935}"/>
              </a:ext>
            </a:extLst>
          </p:cNvPr>
          <p:cNvSpPr txBox="1"/>
          <p:nvPr/>
        </p:nvSpPr>
        <p:spPr>
          <a:xfrm>
            <a:off x="-185525" y="14244811"/>
            <a:ext cx="4993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Repeats across all columns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59632800-B359-F492-F287-53BB065A4CE3}"/>
              </a:ext>
            </a:extLst>
          </p:cNvPr>
          <p:cNvSpPr txBox="1"/>
          <p:nvPr/>
        </p:nvSpPr>
        <p:spPr>
          <a:xfrm>
            <a:off x="-2011679" y="123444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L6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19A7074-3F4F-90DC-B27F-082FA717AFCD}"/>
              </a:ext>
            </a:extLst>
          </p:cNvPr>
          <p:cNvSpPr txBox="1"/>
          <p:nvPr/>
        </p:nvSpPr>
        <p:spPr>
          <a:xfrm>
            <a:off x="-2011679" y="102870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L5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8D6EF7D5-E5FE-67EA-6B8B-BFE36ECC44F7}"/>
              </a:ext>
            </a:extLst>
          </p:cNvPr>
          <p:cNvSpPr txBox="1"/>
          <p:nvPr/>
        </p:nvSpPr>
        <p:spPr>
          <a:xfrm>
            <a:off x="-2011679" y="82296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L4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425202A7-C149-C815-7299-2D4E24D830BA}"/>
              </a:ext>
            </a:extLst>
          </p:cNvPr>
          <p:cNvSpPr txBox="1"/>
          <p:nvPr/>
        </p:nvSpPr>
        <p:spPr>
          <a:xfrm>
            <a:off x="-2011679" y="61722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L2/3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BC904CB0-1FF1-FA68-BBF4-299DEAB8EECA}"/>
              </a:ext>
            </a:extLst>
          </p:cNvPr>
          <p:cNvCxnSpPr/>
          <p:nvPr/>
        </p:nvCxnSpPr>
        <p:spPr>
          <a:xfrm>
            <a:off x="1564121" y="5153547"/>
            <a:ext cx="7083570" cy="0"/>
          </a:xfrm>
          <a:prstGeom prst="straightConnector1">
            <a:avLst/>
          </a:prstGeom>
          <a:ln w="825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7694FDDE-E0CD-35BD-7D9C-72B54C24A07C}"/>
              </a:ext>
            </a:extLst>
          </p:cNvPr>
          <p:cNvSpPr txBox="1"/>
          <p:nvPr/>
        </p:nvSpPr>
        <p:spPr>
          <a:xfrm>
            <a:off x="-178776" y="4851959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Hi Freq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76DA40B6-E14B-87AD-8298-EA63EBCB1446}"/>
              </a:ext>
            </a:extLst>
          </p:cNvPr>
          <p:cNvSpPr txBox="1"/>
          <p:nvPr/>
        </p:nvSpPr>
        <p:spPr>
          <a:xfrm>
            <a:off x="8719028" y="4849287"/>
            <a:ext cx="19135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Low Freq</a:t>
            </a:r>
          </a:p>
        </p:txBody>
      </p:sp>
      <p:sp>
        <p:nvSpPr>
          <p:cNvPr id="659" name="TextBox 658">
            <a:extLst>
              <a:ext uri="{FF2B5EF4-FFF2-40B4-BE49-F238E27FC236}">
                <a16:creationId xmlns:a16="http://schemas.microsoft.com/office/drawing/2014/main" id="{C51CFA13-C7E2-384B-A457-B85A8AB36CF7}"/>
              </a:ext>
            </a:extLst>
          </p:cNvPr>
          <p:cNvSpPr txBox="1"/>
          <p:nvPr/>
        </p:nvSpPr>
        <p:spPr>
          <a:xfrm>
            <a:off x="1871114" y="4578611"/>
            <a:ext cx="1720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Anterior</a:t>
            </a:r>
          </a:p>
        </p:txBody>
      </p:sp>
      <p:sp>
        <p:nvSpPr>
          <p:cNvPr id="660" name="TextBox 659">
            <a:extLst>
              <a:ext uri="{FF2B5EF4-FFF2-40B4-BE49-F238E27FC236}">
                <a16:creationId xmlns:a16="http://schemas.microsoft.com/office/drawing/2014/main" id="{2954ADF3-AC85-4EC9-4347-010EAE428D90}"/>
              </a:ext>
            </a:extLst>
          </p:cNvPr>
          <p:cNvSpPr txBox="1"/>
          <p:nvPr/>
        </p:nvSpPr>
        <p:spPr>
          <a:xfrm>
            <a:off x="6652434" y="4623595"/>
            <a:ext cx="1720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Posterior</a:t>
            </a:r>
          </a:p>
        </p:txBody>
      </p:sp>
      <p:sp>
        <p:nvSpPr>
          <p:cNvPr id="661" name="TextBox 660">
            <a:extLst>
              <a:ext uri="{FF2B5EF4-FFF2-40B4-BE49-F238E27FC236}">
                <a16:creationId xmlns:a16="http://schemas.microsoft.com/office/drawing/2014/main" id="{CBA47115-31EF-0256-84C7-C74FB9BD74C1}"/>
              </a:ext>
            </a:extLst>
          </p:cNvPr>
          <p:cNvSpPr txBox="1"/>
          <p:nvPr/>
        </p:nvSpPr>
        <p:spPr>
          <a:xfrm>
            <a:off x="-1727491" y="3367424"/>
            <a:ext cx="12982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Left ACx Circuit Motifs</a:t>
            </a:r>
          </a:p>
        </p:txBody>
      </p:sp>
      <p:sp>
        <p:nvSpPr>
          <p:cNvPr id="662" name="TextBox 661">
            <a:extLst>
              <a:ext uri="{FF2B5EF4-FFF2-40B4-BE49-F238E27FC236}">
                <a16:creationId xmlns:a16="http://schemas.microsoft.com/office/drawing/2014/main" id="{EC26C707-3F66-8436-F0D3-9274032AC60C}"/>
              </a:ext>
            </a:extLst>
          </p:cNvPr>
          <p:cNvSpPr txBox="1"/>
          <p:nvPr/>
        </p:nvSpPr>
        <p:spPr>
          <a:xfrm>
            <a:off x="11013027" y="6309362"/>
            <a:ext cx="4627263" cy="646331"/>
          </a:xfrm>
          <a:prstGeom prst="rect">
            <a:avLst/>
          </a:prstGeom>
          <a:solidFill>
            <a:schemeClr val="accent2">
              <a:lumMod val="60000"/>
              <a:lumOff val="40000"/>
              <a:alpha val="21321"/>
            </a:schemeClr>
          </a:solidFill>
          <a:ln w="31750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Hi→Low-L6PN and similar pathways. </a:t>
            </a:r>
            <a:r>
              <a:rPr lang="en-US" dirty="0"/>
              <a:t>(Levy et al. 2019, Oviedo et al. 2010)</a:t>
            </a:r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8DADA228-BDB1-F4F6-92AD-149FCF6D2971}"/>
              </a:ext>
            </a:extLst>
          </p:cNvPr>
          <p:cNvSpPr txBox="1"/>
          <p:nvPr/>
        </p:nvSpPr>
        <p:spPr>
          <a:xfrm>
            <a:off x="11018720" y="7132322"/>
            <a:ext cx="4627263" cy="646331"/>
          </a:xfrm>
          <a:prstGeom prst="rect">
            <a:avLst/>
          </a:prstGeom>
          <a:solidFill>
            <a:schemeClr val="accent6">
              <a:lumMod val="60000"/>
              <a:lumOff val="40000"/>
              <a:alpha val="21321"/>
            </a:schemeClr>
          </a:solidFill>
          <a:ln w="317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Loops and recurrent pathways unique to the left </a:t>
            </a:r>
            <a:r>
              <a:rPr lang="en-US" b="1" dirty="0" err="1"/>
              <a:t>Acx</a:t>
            </a:r>
            <a:r>
              <a:rPr lang="en-US" b="1" dirty="0"/>
              <a:t>. </a:t>
            </a:r>
            <a:r>
              <a:rPr lang="en-US" dirty="0"/>
              <a:t>(Oviedo et al. 2010)</a:t>
            </a:r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85CA46F8-B295-9323-7775-182BDF17F612}"/>
              </a:ext>
            </a:extLst>
          </p:cNvPr>
          <p:cNvSpPr txBox="1"/>
          <p:nvPr/>
        </p:nvSpPr>
        <p:spPr>
          <a:xfrm>
            <a:off x="11013025" y="5486402"/>
            <a:ext cx="4618368" cy="646331"/>
          </a:xfrm>
          <a:prstGeom prst="rect">
            <a:avLst/>
          </a:prstGeom>
          <a:solidFill>
            <a:schemeClr val="bg2">
              <a:lumMod val="50000"/>
              <a:alpha val="21321"/>
            </a:schemeClr>
          </a:solidFill>
          <a:ln w="31750"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Hypothesized TC→L6PV, Low→Hi-L6PV pathway. </a:t>
            </a:r>
            <a:r>
              <a:rPr lang="en-US" dirty="0"/>
              <a:t>(Prelim data)</a:t>
            </a:r>
          </a:p>
        </p:txBody>
      </p:sp>
      <p:cxnSp>
        <p:nvCxnSpPr>
          <p:cNvPr id="666" name="Straight Connector 665">
            <a:extLst>
              <a:ext uri="{FF2B5EF4-FFF2-40B4-BE49-F238E27FC236}">
                <a16:creationId xmlns:a16="http://schemas.microsoft.com/office/drawing/2014/main" id="{703CFCD2-B11B-4BF1-0D55-DED7641ADF58}"/>
              </a:ext>
            </a:extLst>
          </p:cNvPr>
          <p:cNvCxnSpPr>
            <a:cxnSpLocks/>
          </p:cNvCxnSpPr>
          <p:nvPr/>
        </p:nvCxnSpPr>
        <p:spPr>
          <a:xfrm>
            <a:off x="-1858487" y="4198419"/>
            <a:ext cx="174898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reeform 13">
            <a:extLst>
              <a:ext uri="{FF2B5EF4-FFF2-40B4-BE49-F238E27FC236}">
                <a16:creationId xmlns:a16="http://schemas.microsoft.com/office/drawing/2014/main" id="{F45DF2F5-19FD-5C77-8AB7-DA03401F3178}"/>
              </a:ext>
            </a:extLst>
          </p:cNvPr>
          <p:cNvSpPr/>
          <p:nvPr/>
        </p:nvSpPr>
        <p:spPr>
          <a:xfrm>
            <a:off x="5689600" y="12954000"/>
            <a:ext cx="2425700" cy="12700"/>
          </a:xfrm>
          <a:custGeom>
            <a:avLst/>
            <a:gdLst>
              <a:gd name="connsiteX0" fmla="*/ 2425700 w 2425700"/>
              <a:gd name="connsiteY0" fmla="*/ 0 h 12700"/>
              <a:gd name="connsiteX1" fmla="*/ 0 w 2425700"/>
              <a:gd name="connsiteY1" fmla="*/ 12700 h 1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425700" h="12700">
                <a:moveTo>
                  <a:pt x="2425700" y="0"/>
                </a:moveTo>
                <a:lnTo>
                  <a:pt x="0" y="12700"/>
                </a:ln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84185C-BC84-5434-B3D8-AFB151994870}"/>
              </a:ext>
            </a:extLst>
          </p:cNvPr>
          <p:cNvSpPr txBox="1"/>
          <p:nvPr/>
        </p:nvSpPr>
        <p:spPr>
          <a:xfrm>
            <a:off x="10350034" y="14192554"/>
            <a:ext cx="970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*TC-PN</a:t>
            </a: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96D60BEB-A9EE-E3D2-C1B0-7560D4BAF358}"/>
              </a:ext>
            </a:extLst>
          </p:cNvPr>
          <p:cNvSpPr/>
          <p:nvPr/>
        </p:nvSpPr>
        <p:spPr>
          <a:xfrm>
            <a:off x="4178300" y="7391400"/>
            <a:ext cx="5575300" cy="5041900"/>
          </a:xfrm>
          <a:custGeom>
            <a:avLst/>
            <a:gdLst>
              <a:gd name="connsiteX0" fmla="*/ 109754 w 5579652"/>
              <a:gd name="connsiteY0" fmla="*/ 5130800 h 5130800"/>
              <a:gd name="connsiteX1" fmla="*/ 8154 w 5579652"/>
              <a:gd name="connsiteY1" fmla="*/ 4673600 h 5130800"/>
              <a:gd name="connsiteX2" fmla="*/ 300254 w 5579652"/>
              <a:gd name="connsiteY2" fmla="*/ 4356100 h 5130800"/>
              <a:gd name="connsiteX3" fmla="*/ 2243354 w 5579652"/>
              <a:gd name="connsiteY3" fmla="*/ 4406900 h 5130800"/>
              <a:gd name="connsiteX4" fmla="*/ 3589554 w 5579652"/>
              <a:gd name="connsiteY4" fmla="*/ 406400 h 5130800"/>
              <a:gd name="connsiteX5" fmla="*/ 5278654 w 5579652"/>
              <a:gd name="connsiteY5" fmla="*/ 393700 h 5130800"/>
              <a:gd name="connsiteX6" fmla="*/ 5570754 w 5579652"/>
              <a:gd name="connsiteY6" fmla="*/ 0 h 5130800"/>
              <a:gd name="connsiteX0" fmla="*/ 23277 w 5493175"/>
              <a:gd name="connsiteY0" fmla="*/ 5130800 h 5130800"/>
              <a:gd name="connsiteX1" fmla="*/ 213777 w 5493175"/>
              <a:gd name="connsiteY1" fmla="*/ 4356100 h 5130800"/>
              <a:gd name="connsiteX2" fmla="*/ 2156877 w 5493175"/>
              <a:gd name="connsiteY2" fmla="*/ 4406900 h 5130800"/>
              <a:gd name="connsiteX3" fmla="*/ 3503077 w 5493175"/>
              <a:gd name="connsiteY3" fmla="*/ 406400 h 5130800"/>
              <a:gd name="connsiteX4" fmla="*/ 5192177 w 5493175"/>
              <a:gd name="connsiteY4" fmla="*/ 393700 h 5130800"/>
              <a:gd name="connsiteX5" fmla="*/ 5484277 w 5493175"/>
              <a:gd name="connsiteY5" fmla="*/ 0 h 5130800"/>
              <a:gd name="connsiteX0" fmla="*/ 38190 w 5508088"/>
              <a:gd name="connsiteY0" fmla="*/ 5130800 h 5130800"/>
              <a:gd name="connsiteX1" fmla="*/ 228690 w 5508088"/>
              <a:gd name="connsiteY1" fmla="*/ 4356100 h 5130800"/>
              <a:gd name="connsiteX2" fmla="*/ 2400390 w 5508088"/>
              <a:gd name="connsiteY2" fmla="*/ 4114800 h 5130800"/>
              <a:gd name="connsiteX3" fmla="*/ 3517990 w 5508088"/>
              <a:gd name="connsiteY3" fmla="*/ 406400 h 5130800"/>
              <a:gd name="connsiteX4" fmla="*/ 5207090 w 5508088"/>
              <a:gd name="connsiteY4" fmla="*/ 393700 h 5130800"/>
              <a:gd name="connsiteX5" fmla="*/ 5499190 w 5508088"/>
              <a:gd name="connsiteY5" fmla="*/ 0 h 5130800"/>
              <a:gd name="connsiteX0" fmla="*/ 45327 w 5515225"/>
              <a:gd name="connsiteY0" fmla="*/ 5130800 h 5130800"/>
              <a:gd name="connsiteX1" fmla="*/ 223127 w 5515225"/>
              <a:gd name="connsiteY1" fmla="*/ 4470400 h 5130800"/>
              <a:gd name="connsiteX2" fmla="*/ 2407527 w 5515225"/>
              <a:gd name="connsiteY2" fmla="*/ 4114800 h 5130800"/>
              <a:gd name="connsiteX3" fmla="*/ 3525127 w 5515225"/>
              <a:gd name="connsiteY3" fmla="*/ 406400 h 5130800"/>
              <a:gd name="connsiteX4" fmla="*/ 5214227 w 5515225"/>
              <a:gd name="connsiteY4" fmla="*/ 393700 h 5130800"/>
              <a:gd name="connsiteX5" fmla="*/ 5506327 w 5515225"/>
              <a:gd name="connsiteY5" fmla="*/ 0 h 5130800"/>
              <a:gd name="connsiteX0" fmla="*/ 0 w 5469898"/>
              <a:gd name="connsiteY0" fmla="*/ 5130800 h 5130800"/>
              <a:gd name="connsiteX1" fmla="*/ 317500 w 5469898"/>
              <a:gd name="connsiteY1" fmla="*/ 4381500 h 5130800"/>
              <a:gd name="connsiteX2" fmla="*/ 2362200 w 5469898"/>
              <a:gd name="connsiteY2" fmla="*/ 4114800 h 5130800"/>
              <a:gd name="connsiteX3" fmla="*/ 3479800 w 5469898"/>
              <a:gd name="connsiteY3" fmla="*/ 406400 h 5130800"/>
              <a:gd name="connsiteX4" fmla="*/ 5168900 w 5469898"/>
              <a:gd name="connsiteY4" fmla="*/ 393700 h 5130800"/>
              <a:gd name="connsiteX5" fmla="*/ 5461000 w 5469898"/>
              <a:gd name="connsiteY5" fmla="*/ 0 h 5130800"/>
              <a:gd name="connsiteX0" fmla="*/ 0 w 5469898"/>
              <a:gd name="connsiteY0" fmla="*/ 5130800 h 5130800"/>
              <a:gd name="connsiteX1" fmla="*/ 317500 w 5469898"/>
              <a:gd name="connsiteY1" fmla="*/ 4381500 h 5130800"/>
              <a:gd name="connsiteX2" fmla="*/ 2362200 w 5469898"/>
              <a:gd name="connsiteY2" fmla="*/ 4114800 h 5130800"/>
              <a:gd name="connsiteX3" fmla="*/ 3352800 w 5469898"/>
              <a:gd name="connsiteY3" fmla="*/ 698500 h 5130800"/>
              <a:gd name="connsiteX4" fmla="*/ 5168900 w 5469898"/>
              <a:gd name="connsiteY4" fmla="*/ 393700 h 5130800"/>
              <a:gd name="connsiteX5" fmla="*/ 5461000 w 5469898"/>
              <a:gd name="connsiteY5" fmla="*/ 0 h 5130800"/>
              <a:gd name="connsiteX0" fmla="*/ 0 w 5678167"/>
              <a:gd name="connsiteY0" fmla="*/ 5105400 h 5105400"/>
              <a:gd name="connsiteX1" fmla="*/ 317500 w 5678167"/>
              <a:gd name="connsiteY1" fmla="*/ 4356100 h 5105400"/>
              <a:gd name="connsiteX2" fmla="*/ 2362200 w 5678167"/>
              <a:gd name="connsiteY2" fmla="*/ 4089400 h 5105400"/>
              <a:gd name="connsiteX3" fmla="*/ 3352800 w 5678167"/>
              <a:gd name="connsiteY3" fmla="*/ 673100 h 5105400"/>
              <a:gd name="connsiteX4" fmla="*/ 5168900 w 5678167"/>
              <a:gd name="connsiteY4" fmla="*/ 368300 h 5105400"/>
              <a:gd name="connsiteX5" fmla="*/ 5676900 w 5678167"/>
              <a:gd name="connsiteY5" fmla="*/ 0 h 5105400"/>
              <a:gd name="connsiteX0" fmla="*/ 0 w 5577615"/>
              <a:gd name="connsiteY0" fmla="*/ 5041900 h 5041900"/>
              <a:gd name="connsiteX1" fmla="*/ 317500 w 5577615"/>
              <a:gd name="connsiteY1" fmla="*/ 4292600 h 5041900"/>
              <a:gd name="connsiteX2" fmla="*/ 2362200 w 5577615"/>
              <a:gd name="connsiteY2" fmla="*/ 4025900 h 5041900"/>
              <a:gd name="connsiteX3" fmla="*/ 3352800 w 5577615"/>
              <a:gd name="connsiteY3" fmla="*/ 609600 h 5041900"/>
              <a:gd name="connsiteX4" fmla="*/ 5168900 w 5577615"/>
              <a:gd name="connsiteY4" fmla="*/ 304800 h 5041900"/>
              <a:gd name="connsiteX5" fmla="*/ 5575300 w 5577615"/>
              <a:gd name="connsiteY5" fmla="*/ 0 h 5041900"/>
              <a:gd name="connsiteX0" fmla="*/ 0 w 5575300"/>
              <a:gd name="connsiteY0" fmla="*/ 5041900 h 5041900"/>
              <a:gd name="connsiteX1" fmla="*/ 317500 w 5575300"/>
              <a:gd name="connsiteY1" fmla="*/ 4292600 h 5041900"/>
              <a:gd name="connsiteX2" fmla="*/ 2362200 w 5575300"/>
              <a:gd name="connsiteY2" fmla="*/ 4025900 h 5041900"/>
              <a:gd name="connsiteX3" fmla="*/ 3352800 w 5575300"/>
              <a:gd name="connsiteY3" fmla="*/ 609600 h 5041900"/>
              <a:gd name="connsiteX4" fmla="*/ 5168900 w 5575300"/>
              <a:gd name="connsiteY4" fmla="*/ 304800 h 5041900"/>
              <a:gd name="connsiteX5" fmla="*/ 5575300 w 5575300"/>
              <a:gd name="connsiteY5" fmla="*/ 0 h 5041900"/>
              <a:gd name="connsiteX0" fmla="*/ 0 w 5575300"/>
              <a:gd name="connsiteY0" fmla="*/ 5041900 h 5041900"/>
              <a:gd name="connsiteX1" fmla="*/ 317500 w 5575300"/>
              <a:gd name="connsiteY1" fmla="*/ 4292600 h 5041900"/>
              <a:gd name="connsiteX2" fmla="*/ 2362200 w 5575300"/>
              <a:gd name="connsiteY2" fmla="*/ 4025900 h 5041900"/>
              <a:gd name="connsiteX3" fmla="*/ 3352800 w 5575300"/>
              <a:gd name="connsiteY3" fmla="*/ 609600 h 5041900"/>
              <a:gd name="connsiteX4" fmla="*/ 4978400 w 5575300"/>
              <a:gd name="connsiteY4" fmla="*/ 279400 h 5041900"/>
              <a:gd name="connsiteX5" fmla="*/ 5575300 w 5575300"/>
              <a:gd name="connsiteY5" fmla="*/ 0 h 5041900"/>
              <a:gd name="connsiteX0" fmla="*/ 0 w 5575300"/>
              <a:gd name="connsiteY0" fmla="*/ 5041900 h 5041900"/>
              <a:gd name="connsiteX1" fmla="*/ 317500 w 5575300"/>
              <a:gd name="connsiteY1" fmla="*/ 4292600 h 5041900"/>
              <a:gd name="connsiteX2" fmla="*/ 2362200 w 5575300"/>
              <a:gd name="connsiteY2" fmla="*/ 4025900 h 5041900"/>
              <a:gd name="connsiteX3" fmla="*/ 3352800 w 5575300"/>
              <a:gd name="connsiteY3" fmla="*/ 609600 h 5041900"/>
              <a:gd name="connsiteX4" fmla="*/ 4978400 w 5575300"/>
              <a:gd name="connsiteY4" fmla="*/ 279400 h 5041900"/>
              <a:gd name="connsiteX5" fmla="*/ 5575300 w 5575300"/>
              <a:gd name="connsiteY5" fmla="*/ 0 h 5041900"/>
              <a:gd name="connsiteX0" fmla="*/ 0 w 5575300"/>
              <a:gd name="connsiteY0" fmla="*/ 5041900 h 5041900"/>
              <a:gd name="connsiteX1" fmla="*/ 317500 w 5575300"/>
              <a:gd name="connsiteY1" fmla="*/ 4292600 h 5041900"/>
              <a:gd name="connsiteX2" fmla="*/ 2362200 w 5575300"/>
              <a:gd name="connsiteY2" fmla="*/ 4025900 h 5041900"/>
              <a:gd name="connsiteX3" fmla="*/ 3352800 w 5575300"/>
              <a:gd name="connsiteY3" fmla="*/ 609600 h 5041900"/>
              <a:gd name="connsiteX4" fmla="*/ 4978400 w 5575300"/>
              <a:gd name="connsiteY4" fmla="*/ 279400 h 5041900"/>
              <a:gd name="connsiteX5" fmla="*/ 5575300 w 5575300"/>
              <a:gd name="connsiteY5" fmla="*/ 0 h 5041900"/>
              <a:gd name="connsiteX0" fmla="*/ 0 w 5575300"/>
              <a:gd name="connsiteY0" fmla="*/ 5041900 h 5041900"/>
              <a:gd name="connsiteX1" fmla="*/ 317500 w 5575300"/>
              <a:gd name="connsiteY1" fmla="*/ 4292600 h 5041900"/>
              <a:gd name="connsiteX2" fmla="*/ 2362200 w 5575300"/>
              <a:gd name="connsiteY2" fmla="*/ 4025900 h 5041900"/>
              <a:gd name="connsiteX3" fmla="*/ 3352800 w 5575300"/>
              <a:gd name="connsiteY3" fmla="*/ 609600 h 5041900"/>
              <a:gd name="connsiteX4" fmla="*/ 4978400 w 5575300"/>
              <a:gd name="connsiteY4" fmla="*/ 279400 h 5041900"/>
              <a:gd name="connsiteX5" fmla="*/ 5575300 w 5575300"/>
              <a:gd name="connsiteY5" fmla="*/ 0 h 5041900"/>
              <a:gd name="connsiteX0" fmla="*/ 0 w 5575300"/>
              <a:gd name="connsiteY0" fmla="*/ 5041900 h 5041900"/>
              <a:gd name="connsiteX1" fmla="*/ 317500 w 5575300"/>
              <a:gd name="connsiteY1" fmla="*/ 4292600 h 5041900"/>
              <a:gd name="connsiteX2" fmla="*/ 2362200 w 5575300"/>
              <a:gd name="connsiteY2" fmla="*/ 4025900 h 5041900"/>
              <a:gd name="connsiteX3" fmla="*/ 3352800 w 5575300"/>
              <a:gd name="connsiteY3" fmla="*/ 609600 h 5041900"/>
              <a:gd name="connsiteX4" fmla="*/ 5575300 w 5575300"/>
              <a:gd name="connsiteY4" fmla="*/ 0 h 5041900"/>
              <a:gd name="connsiteX0" fmla="*/ 0 w 5575300"/>
              <a:gd name="connsiteY0" fmla="*/ 5041900 h 5041900"/>
              <a:gd name="connsiteX1" fmla="*/ 317500 w 5575300"/>
              <a:gd name="connsiteY1" fmla="*/ 4292600 h 5041900"/>
              <a:gd name="connsiteX2" fmla="*/ 2362200 w 5575300"/>
              <a:gd name="connsiteY2" fmla="*/ 4025900 h 5041900"/>
              <a:gd name="connsiteX3" fmla="*/ 3352800 w 5575300"/>
              <a:gd name="connsiteY3" fmla="*/ 609600 h 5041900"/>
              <a:gd name="connsiteX4" fmla="*/ 5575300 w 5575300"/>
              <a:gd name="connsiteY4" fmla="*/ 0 h 504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75300" h="5041900">
                <a:moveTo>
                  <a:pt x="0" y="5041900"/>
                </a:moveTo>
                <a:cubicBezTo>
                  <a:pt x="39687" y="4880504"/>
                  <a:pt x="-76200" y="4461933"/>
                  <a:pt x="317500" y="4292600"/>
                </a:cubicBezTo>
                <a:cubicBezTo>
                  <a:pt x="711200" y="4123267"/>
                  <a:pt x="1856317" y="4639733"/>
                  <a:pt x="2362200" y="4025900"/>
                </a:cubicBezTo>
                <a:cubicBezTo>
                  <a:pt x="2868083" y="3412067"/>
                  <a:pt x="2817283" y="1280583"/>
                  <a:pt x="3352800" y="609600"/>
                </a:cubicBezTo>
                <a:cubicBezTo>
                  <a:pt x="3888317" y="-61383"/>
                  <a:pt x="5023379" y="596900"/>
                  <a:pt x="5575300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ED57AA1E-BF87-5033-9C26-EAB1C09F20B9}"/>
              </a:ext>
            </a:extLst>
          </p:cNvPr>
          <p:cNvSpPr/>
          <p:nvPr/>
        </p:nvSpPr>
        <p:spPr>
          <a:xfrm>
            <a:off x="4178300" y="7315200"/>
            <a:ext cx="5397500" cy="3098800"/>
          </a:xfrm>
          <a:custGeom>
            <a:avLst/>
            <a:gdLst>
              <a:gd name="connsiteX0" fmla="*/ 0 w 5312098"/>
              <a:gd name="connsiteY0" fmla="*/ 3162300 h 3162300"/>
              <a:gd name="connsiteX1" fmla="*/ 406400 w 5312098"/>
              <a:gd name="connsiteY1" fmla="*/ 2349500 h 3162300"/>
              <a:gd name="connsiteX2" fmla="*/ 2324100 w 5312098"/>
              <a:gd name="connsiteY2" fmla="*/ 2463800 h 3162300"/>
              <a:gd name="connsiteX3" fmla="*/ 3048000 w 5312098"/>
              <a:gd name="connsiteY3" fmla="*/ 304800 h 3162300"/>
              <a:gd name="connsiteX4" fmla="*/ 4953000 w 5312098"/>
              <a:gd name="connsiteY4" fmla="*/ 292100 h 3162300"/>
              <a:gd name="connsiteX5" fmla="*/ 5308600 w 5312098"/>
              <a:gd name="connsiteY5" fmla="*/ 0 h 3162300"/>
              <a:gd name="connsiteX0" fmla="*/ 0 w 5398404"/>
              <a:gd name="connsiteY0" fmla="*/ 3098800 h 3098800"/>
              <a:gd name="connsiteX1" fmla="*/ 406400 w 5398404"/>
              <a:gd name="connsiteY1" fmla="*/ 2286000 h 3098800"/>
              <a:gd name="connsiteX2" fmla="*/ 2324100 w 5398404"/>
              <a:gd name="connsiteY2" fmla="*/ 2400300 h 3098800"/>
              <a:gd name="connsiteX3" fmla="*/ 3048000 w 5398404"/>
              <a:gd name="connsiteY3" fmla="*/ 241300 h 3098800"/>
              <a:gd name="connsiteX4" fmla="*/ 4953000 w 5398404"/>
              <a:gd name="connsiteY4" fmla="*/ 228600 h 3098800"/>
              <a:gd name="connsiteX5" fmla="*/ 5397500 w 5398404"/>
              <a:gd name="connsiteY5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048000 w 5397500"/>
              <a:gd name="connsiteY3" fmla="*/ 241300 h 3098800"/>
              <a:gd name="connsiteX4" fmla="*/ 4953000 w 5397500"/>
              <a:gd name="connsiteY4" fmla="*/ 228600 h 3098800"/>
              <a:gd name="connsiteX5" fmla="*/ 5397500 w 5397500"/>
              <a:gd name="connsiteY5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048000 w 5397500"/>
              <a:gd name="connsiteY3" fmla="*/ 241300 h 3098800"/>
              <a:gd name="connsiteX4" fmla="*/ 4813300 w 5397500"/>
              <a:gd name="connsiteY4" fmla="*/ 203200 h 3098800"/>
              <a:gd name="connsiteX5" fmla="*/ 5397500 w 5397500"/>
              <a:gd name="connsiteY5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124200 w 5397500"/>
              <a:gd name="connsiteY3" fmla="*/ 330200 h 3098800"/>
              <a:gd name="connsiteX4" fmla="*/ 4813300 w 5397500"/>
              <a:gd name="connsiteY4" fmla="*/ 203200 h 3098800"/>
              <a:gd name="connsiteX5" fmla="*/ 5397500 w 5397500"/>
              <a:gd name="connsiteY5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124200 w 5397500"/>
              <a:gd name="connsiteY3" fmla="*/ 330200 h 3098800"/>
              <a:gd name="connsiteX4" fmla="*/ 4813300 w 5397500"/>
              <a:gd name="connsiteY4" fmla="*/ 203200 h 3098800"/>
              <a:gd name="connsiteX5" fmla="*/ 5397500 w 5397500"/>
              <a:gd name="connsiteY5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111500 w 5397500"/>
              <a:gd name="connsiteY3" fmla="*/ 533400 h 3098800"/>
              <a:gd name="connsiteX4" fmla="*/ 4813300 w 5397500"/>
              <a:gd name="connsiteY4" fmla="*/ 203200 h 3098800"/>
              <a:gd name="connsiteX5" fmla="*/ 5397500 w 5397500"/>
              <a:gd name="connsiteY5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111500 w 5397500"/>
              <a:gd name="connsiteY3" fmla="*/ 533400 h 3098800"/>
              <a:gd name="connsiteX4" fmla="*/ 5397500 w 5397500"/>
              <a:gd name="connsiteY4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111500 w 5397500"/>
              <a:gd name="connsiteY3" fmla="*/ 533400 h 3098800"/>
              <a:gd name="connsiteX4" fmla="*/ 5397500 w 5397500"/>
              <a:gd name="connsiteY4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263900 w 5397500"/>
              <a:gd name="connsiteY3" fmla="*/ 292100 h 3098800"/>
              <a:gd name="connsiteX4" fmla="*/ 5397500 w 5397500"/>
              <a:gd name="connsiteY4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263900 w 5397500"/>
              <a:gd name="connsiteY3" fmla="*/ 292100 h 3098800"/>
              <a:gd name="connsiteX4" fmla="*/ 5397500 w 5397500"/>
              <a:gd name="connsiteY4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302000 w 5397500"/>
              <a:gd name="connsiteY3" fmla="*/ 419100 h 3098800"/>
              <a:gd name="connsiteX4" fmla="*/ 5397500 w 5397500"/>
              <a:gd name="connsiteY4" fmla="*/ 0 h 3098800"/>
              <a:gd name="connsiteX0" fmla="*/ 0 w 5397500"/>
              <a:gd name="connsiteY0" fmla="*/ 3098800 h 3098800"/>
              <a:gd name="connsiteX1" fmla="*/ 406400 w 5397500"/>
              <a:gd name="connsiteY1" fmla="*/ 2286000 h 3098800"/>
              <a:gd name="connsiteX2" fmla="*/ 2324100 w 5397500"/>
              <a:gd name="connsiteY2" fmla="*/ 2400300 h 3098800"/>
              <a:gd name="connsiteX3" fmla="*/ 3302000 w 5397500"/>
              <a:gd name="connsiteY3" fmla="*/ 419100 h 3098800"/>
              <a:gd name="connsiteX4" fmla="*/ 5397500 w 5397500"/>
              <a:gd name="connsiteY4" fmla="*/ 0 h 309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397500" h="3098800">
                <a:moveTo>
                  <a:pt x="0" y="3098800"/>
                </a:moveTo>
                <a:cubicBezTo>
                  <a:pt x="9525" y="2750608"/>
                  <a:pt x="19050" y="2402417"/>
                  <a:pt x="406400" y="2286000"/>
                </a:cubicBezTo>
                <a:cubicBezTo>
                  <a:pt x="793750" y="2169583"/>
                  <a:pt x="1841500" y="2711450"/>
                  <a:pt x="2324100" y="2400300"/>
                </a:cubicBezTo>
                <a:cubicBezTo>
                  <a:pt x="2806700" y="2089150"/>
                  <a:pt x="2789767" y="819150"/>
                  <a:pt x="3302000" y="419100"/>
                </a:cubicBezTo>
                <a:cubicBezTo>
                  <a:pt x="3814233" y="19050"/>
                  <a:pt x="5340350" y="403225"/>
                  <a:pt x="5397500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6091CE4A-308D-B14B-6DC9-44D3A45DE928}"/>
              </a:ext>
            </a:extLst>
          </p:cNvPr>
          <p:cNvSpPr/>
          <p:nvPr/>
        </p:nvSpPr>
        <p:spPr>
          <a:xfrm>
            <a:off x="3807815" y="11636763"/>
            <a:ext cx="7662827" cy="4089976"/>
          </a:xfrm>
          <a:prstGeom prst="rect">
            <a:avLst/>
          </a:prstGeom>
          <a:solidFill>
            <a:schemeClr val="bg2">
              <a:lumMod val="5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6E0C8076-1FC2-982A-8BCD-D67A65BA5294}"/>
              </a:ext>
            </a:extLst>
          </p:cNvPr>
          <p:cNvSpPr/>
          <p:nvPr/>
        </p:nvSpPr>
        <p:spPr>
          <a:xfrm>
            <a:off x="49297" y="5588285"/>
            <a:ext cx="1639802" cy="6833170"/>
          </a:xfrm>
          <a:custGeom>
            <a:avLst/>
            <a:gdLst>
              <a:gd name="connsiteX0" fmla="*/ 334129 w 1489829"/>
              <a:gd name="connsiteY0" fmla="*/ 6900568 h 6932575"/>
              <a:gd name="connsiteX1" fmla="*/ 29329 w 1489829"/>
              <a:gd name="connsiteY1" fmla="*/ 6265568 h 6932575"/>
              <a:gd name="connsiteX2" fmla="*/ 29329 w 1489829"/>
              <a:gd name="connsiteY2" fmla="*/ 2379368 h 6932575"/>
              <a:gd name="connsiteX3" fmla="*/ 181729 w 1489829"/>
              <a:gd name="connsiteY3" fmla="*/ 156868 h 6932575"/>
              <a:gd name="connsiteX4" fmla="*/ 1489829 w 1489829"/>
              <a:gd name="connsiteY4" fmla="*/ 360068 h 6932575"/>
              <a:gd name="connsiteX0" fmla="*/ 384949 w 1540649"/>
              <a:gd name="connsiteY0" fmla="*/ 6900568 h 6908439"/>
              <a:gd name="connsiteX1" fmla="*/ 16649 w 1540649"/>
              <a:gd name="connsiteY1" fmla="*/ 5935368 h 6908439"/>
              <a:gd name="connsiteX2" fmla="*/ 80149 w 1540649"/>
              <a:gd name="connsiteY2" fmla="*/ 2379368 h 6908439"/>
              <a:gd name="connsiteX3" fmla="*/ 232549 w 1540649"/>
              <a:gd name="connsiteY3" fmla="*/ 156868 h 6908439"/>
              <a:gd name="connsiteX4" fmla="*/ 1540649 w 1540649"/>
              <a:gd name="connsiteY4" fmla="*/ 360068 h 6908439"/>
              <a:gd name="connsiteX0" fmla="*/ 384949 w 1540649"/>
              <a:gd name="connsiteY0" fmla="*/ 6900568 h 6900568"/>
              <a:gd name="connsiteX1" fmla="*/ 16649 w 1540649"/>
              <a:gd name="connsiteY1" fmla="*/ 5935368 h 6900568"/>
              <a:gd name="connsiteX2" fmla="*/ 80149 w 1540649"/>
              <a:gd name="connsiteY2" fmla="*/ 2379368 h 6900568"/>
              <a:gd name="connsiteX3" fmla="*/ 232549 w 1540649"/>
              <a:gd name="connsiteY3" fmla="*/ 156868 h 6900568"/>
              <a:gd name="connsiteX4" fmla="*/ 1540649 w 1540649"/>
              <a:gd name="connsiteY4" fmla="*/ 360068 h 6900568"/>
              <a:gd name="connsiteX0" fmla="*/ 384949 w 1540649"/>
              <a:gd name="connsiteY0" fmla="*/ 6900568 h 6900568"/>
              <a:gd name="connsiteX1" fmla="*/ 16649 w 1540649"/>
              <a:gd name="connsiteY1" fmla="*/ 5935368 h 6900568"/>
              <a:gd name="connsiteX2" fmla="*/ 80149 w 1540649"/>
              <a:gd name="connsiteY2" fmla="*/ 2379368 h 6900568"/>
              <a:gd name="connsiteX3" fmla="*/ 232549 w 1540649"/>
              <a:gd name="connsiteY3" fmla="*/ 156868 h 6900568"/>
              <a:gd name="connsiteX4" fmla="*/ 1540649 w 1540649"/>
              <a:gd name="connsiteY4" fmla="*/ 360068 h 6900568"/>
              <a:gd name="connsiteX0" fmla="*/ 381098 w 1536798"/>
              <a:gd name="connsiteY0" fmla="*/ 6900568 h 6900568"/>
              <a:gd name="connsiteX1" fmla="*/ 12798 w 1536798"/>
              <a:gd name="connsiteY1" fmla="*/ 5935368 h 6900568"/>
              <a:gd name="connsiteX2" fmla="*/ 228698 w 1536798"/>
              <a:gd name="connsiteY2" fmla="*/ 156868 h 6900568"/>
              <a:gd name="connsiteX3" fmla="*/ 1536798 w 1536798"/>
              <a:gd name="connsiteY3" fmla="*/ 360068 h 6900568"/>
              <a:gd name="connsiteX0" fmla="*/ 524553 w 1680253"/>
              <a:gd name="connsiteY0" fmla="*/ 6929322 h 6929322"/>
              <a:gd name="connsiteX1" fmla="*/ 156253 w 1680253"/>
              <a:gd name="connsiteY1" fmla="*/ 5964122 h 6929322"/>
              <a:gd name="connsiteX2" fmla="*/ 118153 w 1680253"/>
              <a:gd name="connsiteY2" fmla="*/ 147522 h 6929322"/>
              <a:gd name="connsiteX3" fmla="*/ 1680253 w 1680253"/>
              <a:gd name="connsiteY3" fmla="*/ 388822 h 6929322"/>
              <a:gd name="connsiteX0" fmla="*/ 524553 w 1680253"/>
              <a:gd name="connsiteY0" fmla="*/ 6929322 h 6929322"/>
              <a:gd name="connsiteX1" fmla="*/ 156253 w 1680253"/>
              <a:gd name="connsiteY1" fmla="*/ 5964122 h 6929322"/>
              <a:gd name="connsiteX2" fmla="*/ 118153 w 1680253"/>
              <a:gd name="connsiteY2" fmla="*/ 147522 h 6929322"/>
              <a:gd name="connsiteX3" fmla="*/ 1680253 w 1680253"/>
              <a:gd name="connsiteY3" fmla="*/ 388822 h 6929322"/>
              <a:gd name="connsiteX0" fmla="*/ 559784 w 1715484"/>
              <a:gd name="connsiteY0" fmla="*/ 6929322 h 6929322"/>
              <a:gd name="connsiteX1" fmla="*/ 89884 w 1715484"/>
              <a:gd name="connsiteY1" fmla="*/ 5926022 h 6929322"/>
              <a:gd name="connsiteX2" fmla="*/ 153384 w 1715484"/>
              <a:gd name="connsiteY2" fmla="*/ 147522 h 6929322"/>
              <a:gd name="connsiteX3" fmla="*/ 1715484 w 1715484"/>
              <a:gd name="connsiteY3" fmla="*/ 388822 h 6929322"/>
              <a:gd name="connsiteX0" fmla="*/ 649299 w 1804999"/>
              <a:gd name="connsiteY0" fmla="*/ 6929322 h 6929322"/>
              <a:gd name="connsiteX1" fmla="*/ 179399 w 1804999"/>
              <a:gd name="connsiteY1" fmla="*/ 5926022 h 6929322"/>
              <a:gd name="connsiteX2" fmla="*/ 242899 w 1804999"/>
              <a:gd name="connsiteY2" fmla="*/ 147522 h 6929322"/>
              <a:gd name="connsiteX3" fmla="*/ 1804999 w 1804999"/>
              <a:gd name="connsiteY3" fmla="*/ 388822 h 6929322"/>
              <a:gd name="connsiteX0" fmla="*/ 649299 w 1804999"/>
              <a:gd name="connsiteY0" fmla="*/ 6929322 h 6929348"/>
              <a:gd name="connsiteX1" fmla="*/ 179399 w 1804999"/>
              <a:gd name="connsiteY1" fmla="*/ 5926022 h 6929348"/>
              <a:gd name="connsiteX2" fmla="*/ 242899 w 1804999"/>
              <a:gd name="connsiteY2" fmla="*/ 147522 h 6929348"/>
              <a:gd name="connsiteX3" fmla="*/ 1804999 w 1804999"/>
              <a:gd name="connsiteY3" fmla="*/ 388822 h 6929348"/>
              <a:gd name="connsiteX0" fmla="*/ 470637 w 1626337"/>
              <a:gd name="connsiteY0" fmla="*/ 6919628 h 6922203"/>
              <a:gd name="connsiteX1" fmla="*/ 737 w 1626337"/>
              <a:gd name="connsiteY1" fmla="*/ 5916328 h 6922203"/>
              <a:gd name="connsiteX2" fmla="*/ 394437 w 1626337"/>
              <a:gd name="connsiteY2" fmla="*/ 150528 h 6922203"/>
              <a:gd name="connsiteX3" fmla="*/ 1626337 w 1626337"/>
              <a:gd name="connsiteY3" fmla="*/ 379128 h 6922203"/>
              <a:gd name="connsiteX0" fmla="*/ 470637 w 1626337"/>
              <a:gd name="connsiteY0" fmla="*/ 6947817 h 6950392"/>
              <a:gd name="connsiteX1" fmla="*/ 737 w 1626337"/>
              <a:gd name="connsiteY1" fmla="*/ 5944517 h 6950392"/>
              <a:gd name="connsiteX2" fmla="*/ 394437 w 1626337"/>
              <a:gd name="connsiteY2" fmla="*/ 178717 h 6950392"/>
              <a:gd name="connsiteX3" fmla="*/ 1626337 w 1626337"/>
              <a:gd name="connsiteY3" fmla="*/ 407317 h 6950392"/>
              <a:gd name="connsiteX0" fmla="*/ 470955 w 1626655"/>
              <a:gd name="connsiteY0" fmla="*/ 6840430 h 6841392"/>
              <a:gd name="connsiteX1" fmla="*/ 1055 w 1626655"/>
              <a:gd name="connsiteY1" fmla="*/ 5837130 h 6841392"/>
              <a:gd name="connsiteX2" fmla="*/ 382055 w 1626655"/>
              <a:gd name="connsiteY2" fmla="*/ 223730 h 6841392"/>
              <a:gd name="connsiteX3" fmla="*/ 1626655 w 1626655"/>
              <a:gd name="connsiteY3" fmla="*/ 299930 h 6841392"/>
              <a:gd name="connsiteX0" fmla="*/ 484102 w 1639802"/>
              <a:gd name="connsiteY0" fmla="*/ 6832315 h 6833170"/>
              <a:gd name="connsiteX1" fmla="*/ 14202 w 1639802"/>
              <a:gd name="connsiteY1" fmla="*/ 5829015 h 6833170"/>
              <a:gd name="connsiteX2" fmla="*/ 255502 w 1639802"/>
              <a:gd name="connsiteY2" fmla="*/ 228315 h 6833170"/>
              <a:gd name="connsiteX3" fmla="*/ 1639802 w 1639802"/>
              <a:gd name="connsiteY3" fmla="*/ 291815 h 68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39802" h="6833170">
                <a:moveTo>
                  <a:pt x="484102" y="6832315"/>
                </a:moveTo>
                <a:cubicBezTo>
                  <a:pt x="407902" y="6828081"/>
                  <a:pt x="52302" y="6929682"/>
                  <a:pt x="14202" y="5829015"/>
                </a:cubicBezTo>
                <a:cubicBezTo>
                  <a:pt x="-23898" y="4728348"/>
                  <a:pt x="1502" y="1157532"/>
                  <a:pt x="255502" y="228315"/>
                </a:cubicBezTo>
                <a:cubicBezTo>
                  <a:pt x="397319" y="-171735"/>
                  <a:pt x="1107460" y="21940"/>
                  <a:pt x="1639802" y="291815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59BC11C3-B448-243A-355E-EA203D92558E}"/>
              </a:ext>
            </a:extLst>
          </p:cNvPr>
          <p:cNvSpPr/>
          <p:nvPr/>
        </p:nvSpPr>
        <p:spPr>
          <a:xfrm>
            <a:off x="113726" y="11442700"/>
            <a:ext cx="2197674" cy="457200"/>
          </a:xfrm>
          <a:custGeom>
            <a:avLst/>
            <a:gdLst>
              <a:gd name="connsiteX0" fmla="*/ 1712 w 2278494"/>
              <a:gd name="connsiteY0" fmla="*/ 457200 h 457200"/>
              <a:gd name="connsiteX1" fmla="*/ 331912 w 2278494"/>
              <a:gd name="connsiteY1" fmla="*/ 190500 h 457200"/>
              <a:gd name="connsiteX2" fmla="*/ 2059112 w 2278494"/>
              <a:gd name="connsiteY2" fmla="*/ 304800 h 457200"/>
              <a:gd name="connsiteX3" fmla="*/ 2198812 w 2278494"/>
              <a:gd name="connsiteY3" fmla="*/ 0 h 457200"/>
              <a:gd name="connsiteX0" fmla="*/ 574 w 2217180"/>
              <a:gd name="connsiteY0" fmla="*/ 457200 h 457200"/>
              <a:gd name="connsiteX1" fmla="*/ 330774 w 2217180"/>
              <a:gd name="connsiteY1" fmla="*/ 190500 h 457200"/>
              <a:gd name="connsiteX2" fmla="*/ 1765874 w 2217180"/>
              <a:gd name="connsiteY2" fmla="*/ 317500 h 457200"/>
              <a:gd name="connsiteX3" fmla="*/ 2197674 w 2217180"/>
              <a:gd name="connsiteY3" fmla="*/ 0 h 457200"/>
              <a:gd name="connsiteX0" fmla="*/ 574 w 2197674"/>
              <a:gd name="connsiteY0" fmla="*/ 457200 h 457200"/>
              <a:gd name="connsiteX1" fmla="*/ 330774 w 2197674"/>
              <a:gd name="connsiteY1" fmla="*/ 190500 h 457200"/>
              <a:gd name="connsiteX2" fmla="*/ 1765874 w 2197674"/>
              <a:gd name="connsiteY2" fmla="*/ 317500 h 457200"/>
              <a:gd name="connsiteX3" fmla="*/ 2197674 w 2197674"/>
              <a:gd name="connsiteY3" fmla="*/ 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97674" h="457200">
                <a:moveTo>
                  <a:pt x="574" y="457200"/>
                </a:moveTo>
                <a:cubicBezTo>
                  <a:pt x="-5776" y="336550"/>
                  <a:pt x="36557" y="213783"/>
                  <a:pt x="330774" y="190500"/>
                </a:cubicBezTo>
                <a:cubicBezTo>
                  <a:pt x="624991" y="167217"/>
                  <a:pt x="1454724" y="349250"/>
                  <a:pt x="1765874" y="317500"/>
                </a:cubicBezTo>
                <a:cubicBezTo>
                  <a:pt x="2077024" y="285750"/>
                  <a:pt x="2169099" y="238125"/>
                  <a:pt x="2197674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269F99EC-045A-A303-7FA3-2AFD8182C863}"/>
              </a:ext>
            </a:extLst>
          </p:cNvPr>
          <p:cNvSpPr/>
          <p:nvPr/>
        </p:nvSpPr>
        <p:spPr>
          <a:xfrm>
            <a:off x="1866899" y="7327902"/>
            <a:ext cx="900480" cy="5030623"/>
          </a:xfrm>
          <a:custGeom>
            <a:avLst/>
            <a:gdLst>
              <a:gd name="connsiteX0" fmla="*/ 139700 w 960630"/>
              <a:gd name="connsiteY0" fmla="*/ 0 h 5181285"/>
              <a:gd name="connsiteX1" fmla="*/ 698500 w 960630"/>
              <a:gd name="connsiteY1" fmla="*/ 863600 h 5181285"/>
              <a:gd name="connsiteX2" fmla="*/ 927100 w 960630"/>
              <a:gd name="connsiteY2" fmla="*/ 4686300 h 5181285"/>
              <a:gd name="connsiteX3" fmla="*/ 0 w 960630"/>
              <a:gd name="connsiteY3" fmla="*/ 5016500 h 5181285"/>
              <a:gd name="connsiteX0" fmla="*/ 139700 w 983898"/>
              <a:gd name="connsiteY0" fmla="*/ 0 h 5050476"/>
              <a:gd name="connsiteX1" fmla="*/ 698500 w 983898"/>
              <a:gd name="connsiteY1" fmla="*/ 863600 h 5050476"/>
              <a:gd name="connsiteX2" fmla="*/ 952500 w 983898"/>
              <a:gd name="connsiteY2" fmla="*/ 3937000 h 5050476"/>
              <a:gd name="connsiteX3" fmla="*/ 0 w 983898"/>
              <a:gd name="connsiteY3" fmla="*/ 5016500 h 5050476"/>
              <a:gd name="connsiteX0" fmla="*/ 139700 w 983898"/>
              <a:gd name="connsiteY0" fmla="*/ 0 h 5025280"/>
              <a:gd name="connsiteX1" fmla="*/ 698500 w 983898"/>
              <a:gd name="connsiteY1" fmla="*/ 863600 h 5025280"/>
              <a:gd name="connsiteX2" fmla="*/ 952500 w 983898"/>
              <a:gd name="connsiteY2" fmla="*/ 3937000 h 5025280"/>
              <a:gd name="connsiteX3" fmla="*/ 0 w 983898"/>
              <a:gd name="connsiteY3" fmla="*/ 5016500 h 5025280"/>
              <a:gd name="connsiteX0" fmla="*/ 139700 w 1054034"/>
              <a:gd name="connsiteY0" fmla="*/ 0 h 5025280"/>
              <a:gd name="connsiteX1" fmla="*/ 965200 w 1054034"/>
              <a:gd name="connsiteY1" fmla="*/ 1092200 h 5025280"/>
              <a:gd name="connsiteX2" fmla="*/ 952500 w 1054034"/>
              <a:gd name="connsiteY2" fmla="*/ 3937000 h 5025280"/>
              <a:gd name="connsiteX3" fmla="*/ 0 w 1054034"/>
              <a:gd name="connsiteY3" fmla="*/ 5016500 h 5025280"/>
              <a:gd name="connsiteX0" fmla="*/ 139700 w 999715"/>
              <a:gd name="connsiteY0" fmla="*/ 0 h 5030623"/>
              <a:gd name="connsiteX1" fmla="*/ 965200 w 999715"/>
              <a:gd name="connsiteY1" fmla="*/ 1092200 h 5030623"/>
              <a:gd name="connsiteX2" fmla="*/ 787400 w 999715"/>
              <a:gd name="connsiteY2" fmla="*/ 4152900 h 5030623"/>
              <a:gd name="connsiteX3" fmla="*/ 0 w 999715"/>
              <a:gd name="connsiteY3" fmla="*/ 5016500 h 5030623"/>
              <a:gd name="connsiteX0" fmla="*/ 139700 w 900480"/>
              <a:gd name="connsiteY0" fmla="*/ 0 h 5030623"/>
              <a:gd name="connsiteX1" fmla="*/ 838200 w 900480"/>
              <a:gd name="connsiteY1" fmla="*/ 863600 h 5030623"/>
              <a:gd name="connsiteX2" fmla="*/ 787400 w 900480"/>
              <a:gd name="connsiteY2" fmla="*/ 4152900 h 5030623"/>
              <a:gd name="connsiteX3" fmla="*/ 0 w 900480"/>
              <a:gd name="connsiteY3" fmla="*/ 5016500 h 5030623"/>
              <a:gd name="connsiteX0" fmla="*/ 139700 w 900480"/>
              <a:gd name="connsiteY0" fmla="*/ 0 h 5030623"/>
              <a:gd name="connsiteX1" fmla="*/ 838200 w 900480"/>
              <a:gd name="connsiteY1" fmla="*/ 863600 h 5030623"/>
              <a:gd name="connsiteX2" fmla="*/ 787400 w 900480"/>
              <a:gd name="connsiteY2" fmla="*/ 4152900 h 5030623"/>
              <a:gd name="connsiteX3" fmla="*/ 0 w 900480"/>
              <a:gd name="connsiteY3" fmla="*/ 5016500 h 5030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0480" h="5030623">
                <a:moveTo>
                  <a:pt x="139700" y="0"/>
                </a:moveTo>
                <a:cubicBezTo>
                  <a:pt x="340783" y="155575"/>
                  <a:pt x="730250" y="171450"/>
                  <a:pt x="838200" y="863600"/>
                </a:cubicBezTo>
                <a:cubicBezTo>
                  <a:pt x="946150" y="1555750"/>
                  <a:pt x="903817" y="3460750"/>
                  <a:pt x="787400" y="4152900"/>
                </a:cubicBezTo>
                <a:cubicBezTo>
                  <a:pt x="670983" y="4845050"/>
                  <a:pt x="494241" y="5095875"/>
                  <a:pt x="0" y="501650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Left Arrow 46">
            <a:extLst>
              <a:ext uri="{FF2B5EF4-FFF2-40B4-BE49-F238E27FC236}">
                <a16:creationId xmlns:a16="http://schemas.microsoft.com/office/drawing/2014/main" id="{1F4DFCED-5776-2023-4AD1-C6929D936EF0}"/>
              </a:ext>
            </a:extLst>
          </p:cNvPr>
          <p:cNvSpPr/>
          <p:nvPr/>
        </p:nvSpPr>
        <p:spPr>
          <a:xfrm>
            <a:off x="4330391" y="14502513"/>
            <a:ext cx="5026027" cy="731520"/>
          </a:xfrm>
          <a:prstGeom prst="leftArrow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D5D948B-0C71-20F0-F449-4F5D04969EBF}"/>
              </a:ext>
            </a:extLst>
          </p:cNvPr>
          <p:cNvSpPr txBox="1"/>
          <p:nvPr/>
        </p:nvSpPr>
        <p:spPr>
          <a:xfrm>
            <a:off x="4991629" y="14701942"/>
            <a:ext cx="4340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Repeats across all columns</a:t>
            </a:r>
          </a:p>
        </p:txBody>
      </p:sp>
    </p:spTree>
    <p:extLst>
      <p:ext uri="{BB962C8B-B14F-4D97-AF65-F5344CB8AC3E}">
        <p14:creationId xmlns:p14="http://schemas.microsoft.com/office/powerpoint/2010/main" val="505085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6DDD88D-71CF-F207-7FF7-59580A66B950}"/>
              </a:ext>
            </a:extLst>
          </p:cNvPr>
          <p:cNvGrpSpPr/>
          <p:nvPr/>
        </p:nvGrpSpPr>
        <p:grpSpPr>
          <a:xfrm>
            <a:off x="457200" y="5715002"/>
            <a:ext cx="9383996" cy="7797115"/>
            <a:chOff x="2743200" y="3429000"/>
            <a:chExt cx="9383996" cy="7797115"/>
          </a:xfrm>
          <a:noFill/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7499619-E650-3DFE-3AA4-8D5151B3C76B}"/>
                </a:ext>
              </a:extLst>
            </p:cNvPr>
            <p:cNvGrpSpPr/>
            <p:nvPr/>
          </p:nvGrpSpPr>
          <p:grpSpPr>
            <a:xfrm>
              <a:off x="27432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10" name="Triangle 9">
                <a:extLst>
                  <a:ext uri="{FF2B5EF4-FFF2-40B4-BE49-F238E27FC236}">
                    <a16:creationId xmlns:a16="http://schemas.microsoft.com/office/drawing/2014/main" id="{DEB6BC79-FDF8-C134-302C-7C372AD5016F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8E7E11D-51A5-CBCA-E51C-9CF85C539285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12FFCC0-B483-2813-315A-843AECBE0239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2B637600-055F-3252-FD6D-DF08F44914AB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A87000F-9C4B-61A4-8E79-4246CF7764DC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3EBEDCD-1709-23DB-DEEC-5C20305E384F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EADFDBF-17FA-8408-4DD4-9A02AA5A476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DD652B0B-6552-5DA7-6B98-7052F380C18C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0F97B70B-D51B-9908-ED99-9C63AF7E82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5458D82B-3871-DCF2-F098-BFFBFE061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C1D6DE59-255F-12FA-B8D6-E48B10857B70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6D2D55BA-81A1-6535-39EF-C9567CFED08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E1627805-2267-8627-6CCD-40FD6C55C7A9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16D6D286-C46E-6759-AD6C-8916385E63F1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89BA62BB-E7DF-BF92-72FD-E6644618421F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2FDA9F98-FBB4-66A8-1DC2-0B22D289922D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048EC0F6-6237-A54B-C5C4-C3A44366AC5A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0" name="Group 189">
                <a:extLst>
                  <a:ext uri="{FF2B5EF4-FFF2-40B4-BE49-F238E27FC236}">
                    <a16:creationId xmlns:a16="http://schemas.microsoft.com/office/drawing/2014/main" id="{8A9B2B16-51BF-185C-25AE-0FA8217BE1BF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C2F02766-4A87-9BC2-84F1-7E35F7F9034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56" name="Straight Connector 255">
                  <a:extLst>
                    <a:ext uri="{FF2B5EF4-FFF2-40B4-BE49-F238E27FC236}">
                      <a16:creationId xmlns:a16="http://schemas.microsoft.com/office/drawing/2014/main" id="{9DB73910-3F26-A92E-9F51-2DE12D32834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17FB01A5-4A84-9CA6-B7F1-7CA6F15A44A6}"/>
                </a:ext>
              </a:extLst>
            </p:cNvPr>
            <p:cNvGrpSpPr/>
            <p:nvPr/>
          </p:nvGrpSpPr>
          <p:grpSpPr>
            <a:xfrm>
              <a:off x="64008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258" name="Triangle 257">
                <a:extLst>
                  <a:ext uri="{FF2B5EF4-FFF2-40B4-BE49-F238E27FC236}">
                    <a16:creationId xmlns:a16="http://schemas.microsoft.com/office/drawing/2014/main" id="{4D097763-03DC-C6F4-E2A9-F4719CB6B4F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8948A74C-2A80-7FCD-2A69-4E4B863C9058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289F5C55-BAF9-8D37-0D90-BEB498A4DCA5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18750356-5135-2CAE-AE60-7A866F700184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E9C3F038-7595-8BA4-7E12-8AFE242A551A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61ECB071-88CB-3F14-71B8-CD2BB2279C8C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264" name="Oval 263">
                <a:extLst>
                  <a:ext uri="{FF2B5EF4-FFF2-40B4-BE49-F238E27FC236}">
                    <a16:creationId xmlns:a16="http://schemas.microsoft.com/office/drawing/2014/main" id="{4CB40F3E-EC63-9839-D25E-401E01561F1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5" name="TextBox 434">
                <a:extLst>
                  <a:ext uri="{FF2B5EF4-FFF2-40B4-BE49-F238E27FC236}">
                    <a16:creationId xmlns:a16="http://schemas.microsoft.com/office/drawing/2014/main" id="{4C214B60-4FA6-1C73-6545-FADFED2DC433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36" name="Straight Connector 435">
                <a:extLst>
                  <a:ext uri="{FF2B5EF4-FFF2-40B4-BE49-F238E27FC236}">
                    <a16:creationId xmlns:a16="http://schemas.microsoft.com/office/drawing/2014/main" id="{1C55B1A7-F5E0-3C72-BAFD-5FFBF3ED24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7" name="Straight Connector 436">
                <a:extLst>
                  <a:ext uri="{FF2B5EF4-FFF2-40B4-BE49-F238E27FC236}">
                    <a16:creationId xmlns:a16="http://schemas.microsoft.com/office/drawing/2014/main" id="{43BBF2C3-9342-4533-CD28-BA07139D67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8" name="Freeform 437">
                <a:extLst>
                  <a:ext uri="{FF2B5EF4-FFF2-40B4-BE49-F238E27FC236}">
                    <a16:creationId xmlns:a16="http://schemas.microsoft.com/office/drawing/2014/main" id="{EFD73D5E-8B63-A138-AD69-0AC3315EB2DE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9" name="Freeform 438">
                <a:extLst>
                  <a:ext uri="{FF2B5EF4-FFF2-40B4-BE49-F238E27FC236}">
                    <a16:creationId xmlns:a16="http://schemas.microsoft.com/office/drawing/2014/main" id="{77974EA6-E3FC-6C3B-72D8-19DA10C53244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0" name="Freeform 439">
                <a:extLst>
                  <a:ext uri="{FF2B5EF4-FFF2-40B4-BE49-F238E27FC236}">
                    <a16:creationId xmlns:a16="http://schemas.microsoft.com/office/drawing/2014/main" id="{05B53C4B-984F-8797-ADDE-A4F1B4471E3A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1" name="Freeform 440">
                <a:extLst>
                  <a:ext uri="{FF2B5EF4-FFF2-40B4-BE49-F238E27FC236}">
                    <a16:creationId xmlns:a16="http://schemas.microsoft.com/office/drawing/2014/main" id="{3D75AD6A-E030-DE23-7F40-117863A544B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2" name="Freeform 441">
                <a:extLst>
                  <a:ext uri="{FF2B5EF4-FFF2-40B4-BE49-F238E27FC236}">
                    <a16:creationId xmlns:a16="http://schemas.microsoft.com/office/drawing/2014/main" id="{AA17230F-6268-D1E4-1384-8C895EAB5549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3" name="Freeform 442">
                <a:extLst>
                  <a:ext uri="{FF2B5EF4-FFF2-40B4-BE49-F238E27FC236}">
                    <a16:creationId xmlns:a16="http://schemas.microsoft.com/office/drawing/2014/main" id="{E70AED85-43A8-EE23-7922-4FC513CD65CE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4" name="Freeform 443">
                <a:extLst>
                  <a:ext uri="{FF2B5EF4-FFF2-40B4-BE49-F238E27FC236}">
                    <a16:creationId xmlns:a16="http://schemas.microsoft.com/office/drawing/2014/main" id="{D13FC09F-39FF-77FC-8B64-9E35CFFB650E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45" name="Group 444">
                <a:extLst>
                  <a:ext uri="{FF2B5EF4-FFF2-40B4-BE49-F238E27FC236}">
                    <a16:creationId xmlns:a16="http://schemas.microsoft.com/office/drawing/2014/main" id="{FD0BBACD-68FE-7447-6137-B906FFFF9C39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46" name="Rectangle 445">
                  <a:extLst>
                    <a:ext uri="{FF2B5EF4-FFF2-40B4-BE49-F238E27FC236}">
                      <a16:creationId xmlns:a16="http://schemas.microsoft.com/office/drawing/2014/main" id="{ADC50DD7-E7D5-A7E2-5703-38D022FA7E0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47" name="Straight Connector 446">
                  <a:extLst>
                    <a:ext uri="{FF2B5EF4-FFF2-40B4-BE49-F238E27FC236}">
                      <a16:creationId xmlns:a16="http://schemas.microsoft.com/office/drawing/2014/main" id="{730F55F9-D0C1-EBF7-D9C0-6BE273B81E6A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48" name="Group 447">
              <a:extLst>
                <a:ext uri="{FF2B5EF4-FFF2-40B4-BE49-F238E27FC236}">
                  <a16:creationId xmlns:a16="http://schemas.microsoft.com/office/drawing/2014/main" id="{926B8A6B-312C-CCD0-BC1C-452A9FBDA228}"/>
                </a:ext>
              </a:extLst>
            </p:cNvPr>
            <p:cNvGrpSpPr/>
            <p:nvPr/>
          </p:nvGrpSpPr>
          <p:grpSpPr>
            <a:xfrm>
              <a:off x="10058400" y="96012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4B3E6D95-B790-C09B-197E-76F67208D2FB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0" name="TextBox 449">
                <a:extLst>
                  <a:ext uri="{FF2B5EF4-FFF2-40B4-BE49-F238E27FC236}">
                    <a16:creationId xmlns:a16="http://schemas.microsoft.com/office/drawing/2014/main" id="{DE1859FF-A1C6-2D31-AEE0-3AA87565FF63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51" name="Rectangle 450">
                <a:extLst>
                  <a:ext uri="{FF2B5EF4-FFF2-40B4-BE49-F238E27FC236}">
                    <a16:creationId xmlns:a16="http://schemas.microsoft.com/office/drawing/2014/main" id="{0FD60BE7-E4E4-BD30-FA96-07C62C638F61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52" name="Straight Connector 451">
                <a:extLst>
                  <a:ext uri="{FF2B5EF4-FFF2-40B4-BE49-F238E27FC236}">
                    <a16:creationId xmlns:a16="http://schemas.microsoft.com/office/drawing/2014/main" id="{265E0D5F-D738-F11F-EE9C-1964D55C5AEA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3" name="Oval 452">
                <a:extLst>
                  <a:ext uri="{FF2B5EF4-FFF2-40B4-BE49-F238E27FC236}">
                    <a16:creationId xmlns:a16="http://schemas.microsoft.com/office/drawing/2014/main" id="{F576E0B6-48FD-DB62-4126-AC0ECE3D3B6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4" name="TextBox 453">
                <a:extLst>
                  <a:ext uri="{FF2B5EF4-FFF2-40B4-BE49-F238E27FC236}">
                    <a16:creationId xmlns:a16="http://schemas.microsoft.com/office/drawing/2014/main" id="{5608D59B-CFD9-70ED-2ED3-DF9DA6ADFF0E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55" name="Oval 454">
                <a:extLst>
                  <a:ext uri="{FF2B5EF4-FFF2-40B4-BE49-F238E27FC236}">
                    <a16:creationId xmlns:a16="http://schemas.microsoft.com/office/drawing/2014/main" id="{13D51997-3038-9E1A-3260-A5622A34DC3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6" name="TextBox 455">
                <a:extLst>
                  <a:ext uri="{FF2B5EF4-FFF2-40B4-BE49-F238E27FC236}">
                    <a16:creationId xmlns:a16="http://schemas.microsoft.com/office/drawing/2014/main" id="{3BEE76BD-7AA6-F5AD-3084-C3E28AE946B1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57" name="Straight Connector 456">
                <a:extLst>
                  <a:ext uri="{FF2B5EF4-FFF2-40B4-BE49-F238E27FC236}">
                    <a16:creationId xmlns:a16="http://schemas.microsoft.com/office/drawing/2014/main" id="{3BF43651-77BF-14CD-70CA-D69E4BCC93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8" name="Straight Connector 457">
                <a:extLst>
                  <a:ext uri="{FF2B5EF4-FFF2-40B4-BE49-F238E27FC236}">
                    <a16:creationId xmlns:a16="http://schemas.microsoft.com/office/drawing/2014/main" id="{D3439B87-964F-27A5-C9A3-66460B3EE1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9" name="Freeform 458">
                <a:extLst>
                  <a:ext uri="{FF2B5EF4-FFF2-40B4-BE49-F238E27FC236}">
                    <a16:creationId xmlns:a16="http://schemas.microsoft.com/office/drawing/2014/main" id="{40EF43C1-AAE9-9958-F29B-AEE12C833D91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0" name="Freeform 459">
                <a:extLst>
                  <a:ext uri="{FF2B5EF4-FFF2-40B4-BE49-F238E27FC236}">
                    <a16:creationId xmlns:a16="http://schemas.microsoft.com/office/drawing/2014/main" id="{50FCF499-3CCC-3C61-64DA-F498760DEBB7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1" name="Freeform 460">
                <a:extLst>
                  <a:ext uri="{FF2B5EF4-FFF2-40B4-BE49-F238E27FC236}">
                    <a16:creationId xmlns:a16="http://schemas.microsoft.com/office/drawing/2014/main" id="{E8CB2331-6D60-60F2-FBB7-D72E4F91A137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2" name="Freeform 461">
                <a:extLst>
                  <a:ext uri="{FF2B5EF4-FFF2-40B4-BE49-F238E27FC236}">
                    <a16:creationId xmlns:a16="http://schemas.microsoft.com/office/drawing/2014/main" id="{2E286322-042B-270D-7877-B745E980AD03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3" name="Freeform 462">
                <a:extLst>
                  <a:ext uri="{FF2B5EF4-FFF2-40B4-BE49-F238E27FC236}">
                    <a16:creationId xmlns:a16="http://schemas.microsoft.com/office/drawing/2014/main" id="{E99C79CF-48E9-0807-80EB-BC9EB73706D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4" name="Freeform 463">
                <a:extLst>
                  <a:ext uri="{FF2B5EF4-FFF2-40B4-BE49-F238E27FC236}">
                    <a16:creationId xmlns:a16="http://schemas.microsoft.com/office/drawing/2014/main" id="{7D64281B-ACEF-19DF-C895-C4A0DAA111F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5" name="Freeform 464">
                <a:extLst>
                  <a:ext uri="{FF2B5EF4-FFF2-40B4-BE49-F238E27FC236}">
                    <a16:creationId xmlns:a16="http://schemas.microsoft.com/office/drawing/2014/main" id="{7BC3510A-1C11-4664-FE74-433A9862E61C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66" name="Group 465">
                <a:extLst>
                  <a:ext uri="{FF2B5EF4-FFF2-40B4-BE49-F238E27FC236}">
                    <a16:creationId xmlns:a16="http://schemas.microsoft.com/office/drawing/2014/main" id="{F8AFC8B2-C653-1147-88DD-536E60D7719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67" name="Rectangle 466">
                  <a:extLst>
                    <a:ext uri="{FF2B5EF4-FFF2-40B4-BE49-F238E27FC236}">
                      <a16:creationId xmlns:a16="http://schemas.microsoft.com/office/drawing/2014/main" id="{B3D9C780-F030-B650-BB97-357B3AE30644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68" name="Straight Connector 467">
                  <a:extLst>
                    <a:ext uri="{FF2B5EF4-FFF2-40B4-BE49-F238E27FC236}">
                      <a16:creationId xmlns:a16="http://schemas.microsoft.com/office/drawing/2014/main" id="{49D53C8B-664F-81AF-780D-133ABF05F2F4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69" name="Group 468">
              <a:extLst>
                <a:ext uri="{FF2B5EF4-FFF2-40B4-BE49-F238E27FC236}">
                  <a16:creationId xmlns:a16="http://schemas.microsoft.com/office/drawing/2014/main" id="{C5621C6B-FB5C-370F-9DE1-11B9FD52919B}"/>
                </a:ext>
              </a:extLst>
            </p:cNvPr>
            <p:cNvGrpSpPr/>
            <p:nvPr/>
          </p:nvGrpSpPr>
          <p:grpSpPr>
            <a:xfrm>
              <a:off x="27432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70" name="Triangle 469">
                <a:extLst>
                  <a:ext uri="{FF2B5EF4-FFF2-40B4-BE49-F238E27FC236}">
                    <a16:creationId xmlns:a16="http://schemas.microsoft.com/office/drawing/2014/main" id="{FCBAFAE0-FF12-0580-8C7E-207CC904C206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71" name="TextBox 470">
                <a:extLst>
                  <a:ext uri="{FF2B5EF4-FFF2-40B4-BE49-F238E27FC236}">
                    <a16:creationId xmlns:a16="http://schemas.microsoft.com/office/drawing/2014/main" id="{39CD35AC-2AC3-8797-8148-858F18B87BF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72" name="Rectangle 471">
                <a:extLst>
                  <a:ext uri="{FF2B5EF4-FFF2-40B4-BE49-F238E27FC236}">
                    <a16:creationId xmlns:a16="http://schemas.microsoft.com/office/drawing/2014/main" id="{23B1B696-B515-B204-4B3C-990A37CD6AC4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3" name="Straight Connector 472">
                <a:extLst>
                  <a:ext uri="{FF2B5EF4-FFF2-40B4-BE49-F238E27FC236}">
                    <a16:creationId xmlns:a16="http://schemas.microsoft.com/office/drawing/2014/main" id="{6E218357-B2D0-2CBE-C535-1DFCB66803CE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4" name="Oval 473">
                <a:extLst>
                  <a:ext uri="{FF2B5EF4-FFF2-40B4-BE49-F238E27FC236}">
                    <a16:creationId xmlns:a16="http://schemas.microsoft.com/office/drawing/2014/main" id="{F5B71747-A2E9-4D28-F87C-E46BAA0F972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xtBox 474">
                <a:extLst>
                  <a:ext uri="{FF2B5EF4-FFF2-40B4-BE49-F238E27FC236}">
                    <a16:creationId xmlns:a16="http://schemas.microsoft.com/office/drawing/2014/main" id="{C39AC84B-6A9D-4AB8-65DD-587E506371F7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76" name="Oval 475">
                <a:extLst>
                  <a:ext uri="{FF2B5EF4-FFF2-40B4-BE49-F238E27FC236}">
                    <a16:creationId xmlns:a16="http://schemas.microsoft.com/office/drawing/2014/main" id="{15954AD3-D0A6-A1C6-797A-271D2D176AE3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TextBox 476">
                <a:extLst>
                  <a:ext uri="{FF2B5EF4-FFF2-40B4-BE49-F238E27FC236}">
                    <a16:creationId xmlns:a16="http://schemas.microsoft.com/office/drawing/2014/main" id="{B149BA23-5034-A347-BF73-9EF0E8BE8A5A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78" name="Straight Connector 477">
                <a:extLst>
                  <a:ext uri="{FF2B5EF4-FFF2-40B4-BE49-F238E27FC236}">
                    <a16:creationId xmlns:a16="http://schemas.microsoft.com/office/drawing/2014/main" id="{35D5CA64-9867-CCCD-0A63-A6E59C090D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9" name="Straight Connector 478">
                <a:extLst>
                  <a:ext uri="{FF2B5EF4-FFF2-40B4-BE49-F238E27FC236}">
                    <a16:creationId xmlns:a16="http://schemas.microsoft.com/office/drawing/2014/main" id="{AFE4FE35-06C1-2C26-346F-5EB1C9A492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D6FBEE89-43AA-15F1-871C-FBF052E5301A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01D0DF39-6AEE-FB0C-BC83-5AC2BF0DE1B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40BF7B58-F828-BED1-12B0-825FA7E48379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040C86D8-8D75-E8B9-4EF3-3BD4905288AA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9B966521-E3CF-DAEA-BED1-EB48C2B5F6F4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F2501571-0828-2195-56BA-B6B6695A81F6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6" name="Freeform 485">
                <a:extLst>
                  <a:ext uri="{FF2B5EF4-FFF2-40B4-BE49-F238E27FC236}">
                    <a16:creationId xmlns:a16="http://schemas.microsoft.com/office/drawing/2014/main" id="{4200B56E-2566-A0A9-9FD1-910B2A209145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A403E80E-E58E-A42A-4F77-9F6009486FF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488" name="Rectangle 487">
                  <a:extLst>
                    <a:ext uri="{FF2B5EF4-FFF2-40B4-BE49-F238E27FC236}">
                      <a16:creationId xmlns:a16="http://schemas.microsoft.com/office/drawing/2014/main" id="{9C405AF4-E3C3-D8C5-4AA4-FFC87FA9F7C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89" name="Straight Connector 488">
                  <a:extLst>
                    <a:ext uri="{FF2B5EF4-FFF2-40B4-BE49-F238E27FC236}">
                      <a16:creationId xmlns:a16="http://schemas.microsoft.com/office/drawing/2014/main" id="{9CF1A435-3356-1660-74F1-8EB9698E03DF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90" name="Group 489">
              <a:extLst>
                <a:ext uri="{FF2B5EF4-FFF2-40B4-BE49-F238E27FC236}">
                  <a16:creationId xmlns:a16="http://schemas.microsoft.com/office/drawing/2014/main" id="{DCFA2083-BAD0-E2A0-93A0-9BCD96B800E9}"/>
                </a:ext>
              </a:extLst>
            </p:cNvPr>
            <p:cNvGrpSpPr/>
            <p:nvPr/>
          </p:nvGrpSpPr>
          <p:grpSpPr>
            <a:xfrm>
              <a:off x="27432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491" name="Triangle 490">
                <a:extLst>
                  <a:ext uri="{FF2B5EF4-FFF2-40B4-BE49-F238E27FC236}">
                    <a16:creationId xmlns:a16="http://schemas.microsoft.com/office/drawing/2014/main" id="{758F81A9-B86E-4C39-BCA4-2389DB55B07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2" name="TextBox 491">
                <a:extLst>
                  <a:ext uri="{FF2B5EF4-FFF2-40B4-BE49-F238E27FC236}">
                    <a16:creationId xmlns:a16="http://schemas.microsoft.com/office/drawing/2014/main" id="{5F29209F-FEE8-2790-033E-49588558FAFE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493" name="Rectangle 492">
                <a:extLst>
                  <a:ext uri="{FF2B5EF4-FFF2-40B4-BE49-F238E27FC236}">
                    <a16:creationId xmlns:a16="http://schemas.microsoft.com/office/drawing/2014/main" id="{C9BA885B-6631-A4EF-8746-FFC6F614DD66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94" name="Straight Connector 493">
                <a:extLst>
                  <a:ext uri="{FF2B5EF4-FFF2-40B4-BE49-F238E27FC236}">
                    <a16:creationId xmlns:a16="http://schemas.microsoft.com/office/drawing/2014/main" id="{6A2897D4-12DA-8575-65B4-B12DB3AB05B5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5" name="Oval 494">
                <a:extLst>
                  <a:ext uri="{FF2B5EF4-FFF2-40B4-BE49-F238E27FC236}">
                    <a16:creationId xmlns:a16="http://schemas.microsoft.com/office/drawing/2014/main" id="{9D66EE99-B1EB-2E64-C533-A4526BAC0215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6" name="TextBox 495">
                <a:extLst>
                  <a:ext uri="{FF2B5EF4-FFF2-40B4-BE49-F238E27FC236}">
                    <a16:creationId xmlns:a16="http://schemas.microsoft.com/office/drawing/2014/main" id="{9092D04D-70BD-F4C4-3514-8E99300AC4AA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497" name="Oval 496">
                <a:extLst>
                  <a:ext uri="{FF2B5EF4-FFF2-40B4-BE49-F238E27FC236}">
                    <a16:creationId xmlns:a16="http://schemas.microsoft.com/office/drawing/2014/main" id="{6B15F41D-6DA9-B1BE-E905-A5087C70E846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TextBox 497">
                <a:extLst>
                  <a:ext uri="{FF2B5EF4-FFF2-40B4-BE49-F238E27FC236}">
                    <a16:creationId xmlns:a16="http://schemas.microsoft.com/office/drawing/2014/main" id="{BEF07A68-172C-BBDB-6645-C68E99EED8BB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499" name="Straight Connector 498">
                <a:extLst>
                  <a:ext uri="{FF2B5EF4-FFF2-40B4-BE49-F238E27FC236}">
                    <a16:creationId xmlns:a16="http://schemas.microsoft.com/office/drawing/2014/main" id="{0793DE4F-3DD7-6F56-F56F-73EDEE0BC0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0" name="Straight Connector 499">
                <a:extLst>
                  <a:ext uri="{FF2B5EF4-FFF2-40B4-BE49-F238E27FC236}">
                    <a16:creationId xmlns:a16="http://schemas.microsoft.com/office/drawing/2014/main" id="{772C6884-06AA-8325-2666-B654EFA7B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9A69CBFE-8ED4-A472-86D6-9ADFDA6566E6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78FB09EE-6537-B081-00A0-91720154D16C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761B269-FD55-43E5-794F-624D4C5DABD5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FCC8C052-63C1-EE9C-8657-0C855C555FF5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41BA4276-D8DE-9278-8D8F-6B7B309CF035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D0ACE6EB-D61E-81CA-B30D-4B5633A5570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7" name="Freeform 506">
                <a:extLst>
                  <a:ext uri="{FF2B5EF4-FFF2-40B4-BE49-F238E27FC236}">
                    <a16:creationId xmlns:a16="http://schemas.microsoft.com/office/drawing/2014/main" id="{4442352B-23C1-42F8-E08F-DE8E2BD3F08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08" name="Group 507">
                <a:extLst>
                  <a:ext uri="{FF2B5EF4-FFF2-40B4-BE49-F238E27FC236}">
                    <a16:creationId xmlns:a16="http://schemas.microsoft.com/office/drawing/2014/main" id="{EC76F939-8014-6E47-CCA7-3B1CBEC1FB8A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09" name="Rectangle 508">
                  <a:extLst>
                    <a:ext uri="{FF2B5EF4-FFF2-40B4-BE49-F238E27FC236}">
                      <a16:creationId xmlns:a16="http://schemas.microsoft.com/office/drawing/2014/main" id="{CED492DA-2157-D7A9-DC6A-0D1589945C50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10" name="Straight Connector 509">
                  <a:extLst>
                    <a:ext uri="{FF2B5EF4-FFF2-40B4-BE49-F238E27FC236}">
                      <a16:creationId xmlns:a16="http://schemas.microsoft.com/office/drawing/2014/main" id="{B2BCED1B-B852-C863-6ABD-AF11E2DE65AE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11" name="Group 510">
              <a:extLst>
                <a:ext uri="{FF2B5EF4-FFF2-40B4-BE49-F238E27FC236}">
                  <a16:creationId xmlns:a16="http://schemas.microsoft.com/office/drawing/2014/main" id="{56D9E480-9F4D-E226-6D2A-603E6FA11950}"/>
                </a:ext>
              </a:extLst>
            </p:cNvPr>
            <p:cNvGrpSpPr/>
            <p:nvPr/>
          </p:nvGrpSpPr>
          <p:grpSpPr>
            <a:xfrm>
              <a:off x="27432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12" name="Triangle 511">
                <a:extLst>
                  <a:ext uri="{FF2B5EF4-FFF2-40B4-BE49-F238E27FC236}">
                    <a16:creationId xmlns:a16="http://schemas.microsoft.com/office/drawing/2014/main" id="{2D7D1652-1142-01F0-575E-E7FE2C2E8BCE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3" name="TextBox 512">
                <a:extLst>
                  <a:ext uri="{FF2B5EF4-FFF2-40B4-BE49-F238E27FC236}">
                    <a16:creationId xmlns:a16="http://schemas.microsoft.com/office/drawing/2014/main" id="{00F8D079-C36F-595E-A475-C3EE4CA7722C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14" name="Rectangle 513">
                <a:extLst>
                  <a:ext uri="{FF2B5EF4-FFF2-40B4-BE49-F238E27FC236}">
                    <a16:creationId xmlns:a16="http://schemas.microsoft.com/office/drawing/2014/main" id="{C897F7A2-2D36-22CD-75AB-A7D2B25C8AE2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15" name="Straight Connector 514">
                <a:extLst>
                  <a:ext uri="{FF2B5EF4-FFF2-40B4-BE49-F238E27FC236}">
                    <a16:creationId xmlns:a16="http://schemas.microsoft.com/office/drawing/2014/main" id="{80419952-A121-5495-89B9-AB46A4D8EDDA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6" name="Oval 515">
                <a:extLst>
                  <a:ext uri="{FF2B5EF4-FFF2-40B4-BE49-F238E27FC236}">
                    <a16:creationId xmlns:a16="http://schemas.microsoft.com/office/drawing/2014/main" id="{E8653B6F-3454-F94A-A558-9D75AF7AC68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7" name="TextBox 516">
                <a:extLst>
                  <a:ext uri="{FF2B5EF4-FFF2-40B4-BE49-F238E27FC236}">
                    <a16:creationId xmlns:a16="http://schemas.microsoft.com/office/drawing/2014/main" id="{90F3904D-94B4-7E48-0FD6-B563B31E3EA4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18" name="Oval 517">
                <a:extLst>
                  <a:ext uri="{FF2B5EF4-FFF2-40B4-BE49-F238E27FC236}">
                    <a16:creationId xmlns:a16="http://schemas.microsoft.com/office/drawing/2014/main" id="{8759BB97-387C-18C6-4219-1A7743CF649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19" name="TextBox 518">
                <a:extLst>
                  <a:ext uri="{FF2B5EF4-FFF2-40B4-BE49-F238E27FC236}">
                    <a16:creationId xmlns:a16="http://schemas.microsoft.com/office/drawing/2014/main" id="{A33B942C-EE4B-7FD9-A3E5-8E9491B6955F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20" name="Straight Connector 519">
                <a:extLst>
                  <a:ext uri="{FF2B5EF4-FFF2-40B4-BE49-F238E27FC236}">
                    <a16:creationId xmlns:a16="http://schemas.microsoft.com/office/drawing/2014/main" id="{2DE2D755-1DD7-36E1-889C-CE51276038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" name="Straight Connector 520">
                <a:extLst>
                  <a:ext uri="{FF2B5EF4-FFF2-40B4-BE49-F238E27FC236}">
                    <a16:creationId xmlns:a16="http://schemas.microsoft.com/office/drawing/2014/main" id="{DB7D6EF9-5FC5-759E-1E04-49EA48AD5D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2" name="Freeform 521">
                <a:extLst>
                  <a:ext uri="{FF2B5EF4-FFF2-40B4-BE49-F238E27FC236}">
                    <a16:creationId xmlns:a16="http://schemas.microsoft.com/office/drawing/2014/main" id="{C7B15200-333D-3620-3BC1-9A82302552CE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3" name="Freeform 522">
                <a:extLst>
                  <a:ext uri="{FF2B5EF4-FFF2-40B4-BE49-F238E27FC236}">
                    <a16:creationId xmlns:a16="http://schemas.microsoft.com/office/drawing/2014/main" id="{0C3CFBA4-D9FC-EC9E-D361-14DD3C1EB34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4" name="Freeform 523">
                <a:extLst>
                  <a:ext uri="{FF2B5EF4-FFF2-40B4-BE49-F238E27FC236}">
                    <a16:creationId xmlns:a16="http://schemas.microsoft.com/office/drawing/2014/main" id="{D26A3F7E-DD6F-5E8B-DDE6-FB8CAB419CA0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Freeform 524">
                <a:extLst>
                  <a:ext uri="{FF2B5EF4-FFF2-40B4-BE49-F238E27FC236}">
                    <a16:creationId xmlns:a16="http://schemas.microsoft.com/office/drawing/2014/main" id="{214546EA-1EF9-9E2E-7E7B-BAAEF33CDD7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6" name="Freeform 525">
                <a:extLst>
                  <a:ext uri="{FF2B5EF4-FFF2-40B4-BE49-F238E27FC236}">
                    <a16:creationId xmlns:a16="http://schemas.microsoft.com/office/drawing/2014/main" id="{3D4D350F-010E-40CE-652E-024A01B25156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Freeform 526">
                <a:extLst>
                  <a:ext uri="{FF2B5EF4-FFF2-40B4-BE49-F238E27FC236}">
                    <a16:creationId xmlns:a16="http://schemas.microsoft.com/office/drawing/2014/main" id="{4F9B4D45-5319-9FEE-7BA6-BF85CF2B4752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8" name="Freeform 527">
                <a:extLst>
                  <a:ext uri="{FF2B5EF4-FFF2-40B4-BE49-F238E27FC236}">
                    <a16:creationId xmlns:a16="http://schemas.microsoft.com/office/drawing/2014/main" id="{D9F45C23-074E-84E4-2BAB-889A31701BA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9" name="Group 528">
                <a:extLst>
                  <a:ext uri="{FF2B5EF4-FFF2-40B4-BE49-F238E27FC236}">
                    <a16:creationId xmlns:a16="http://schemas.microsoft.com/office/drawing/2014/main" id="{06FF1D83-BA34-8956-051B-FDE90567B583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30" name="Rectangle 529">
                  <a:extLst>
                    <a:ext uri="{FF2B5EF4-FFF2-40B4-BE49-F238E27FC236}">
                      <a16:creationId xmlns:a16="http://schemas.microsoft.com/office/drawing/2014/main" id="{F2696592-0F59-DFB4-E3B3-8C3116A9F5F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1" name="Straight Connector 530">
                  <a:extLst>
                    <a:ext uri="{FF2B5EF4-FFF2-40B4-BE49-F238E27FC236}">
                      <a16:creationId xmlns:a16="http://schemas.microsoft.com/office/drawing/2014/main" id="{812FAEBD-9E55-71B9-F7DB-7CFF00470E53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32" name="Group 531">
              <a:extLst>
                <a:ext uri="{FF2B5EF4-FFF2-40B4-BE49-F238E27FC236}">
                  <a16:creationId xmlns:a16="http://schemas.microsoft.com/office/drawing/2014/main" id="{FD6D0CB0-8198-FA22-C25C-A04FAD81F933}"/>
                </a:ext>
              </a:extLst>
            </p:cNvPr>
            <p:cNvGrpSpPr/>
            <p:nvPr/>
          </p:nvGrpSpPr>
          <p:grpSpPr>
            <a:xfrm>
              <a:off x="64008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33" name="Triangle 532">
                <a:extLst>
                  <a:ext uri="{FF2B5EF4-FFF2-40B4-BE49-F238E27FC236}">
                    <a16:creationId xmlns:a16="http://schemas.microsoft.com/office/drawing/2014/main" id="{947AE19D-B16A-8055-BFBD-859E6FCC7506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E0C3D9B0-D1AC-13EC-2B77-95A4FA8E2F3D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35" name="Rectangle 534">
                <a:extLst>
                  <a:ext uri="{FF2B5EF4-FFF2-40B4-BE49-F238E27FC236}">
                    <a16:creationId xmlns:a16="http://schemas.microsoft.com/office/drawing/2014/main" id="{01F27FAB-37B2-C127-3CED-4F6B077D7DFC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36" name="Straight Connector 535">
                <a:extLst>
                  <a:ext uri="{FF2B5EF4-FFF2-40B4-BE49-F238E27FC236}">
                    <a16:creationId xmlns:a16="http://schemas.microsoft.com/office/drawing/2014/main" id="{DB8F5DC5-B9BB-0AC9-9E3F-19FE5949E8D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C4C5B33A-A601-9643-6515-472279D0605C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68FC48ED-2694-68D8-CFB8-B26AA0C685B1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39" name="Oval 538">
                <a:extLst>
                  <a:ext uri="{FF2B5EF4-FFF2-40B4-BE49-F238E27FC236}">
                    <a16:creationId xmlns:a16="http://schemas.microsoft.com/office/drawing/2014/main" id="{019ECA4D-EC3B-A558-0768-DE1333643F1A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0" name="TextBox 539">
                <a:extLst>
                  <a:ext uri="{FF2B5EF4-FFF2-40B4-BE49-F238E27FC236}">
                    <a16:creationId xmlns:a16="http://schemas.microsoft.com/office/drawing/2014/main" id="{6F2E88D3-9108-0561-B53A-92165C4BC3C6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41" name="Straight Connector 540">
                <a:extLst>
                  <a:ext uri="{FF2B5EF4-FFF2-40B4-BE49-F238E27FC236}">
                    <a16:creationId xmlns:a16="http://schemas.microsoft.com/office/drawing/2014/main" id="{A7B302AE-F064-85FC-A658-E2AACC1EF5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Straight Connector 541">
                <a:extLst>
                  <a:ext uri="{FF2B5EF4-FFF2-40B4-BE49-F238E27FC236}">
                    <a16:creationId xmlns:a16="http://schemas.microsoft.com/office/drawing/2014/main" id="{1D01FD62-5478-E69F-3654-326D6172FB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D9519BCE-15B8-C2C4-6610-2A56D5CE9916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4" name="Freeform 543">
                <a:extLst>
                  <a:ext uri="{FF2B5EF4-FFF2-40B4-BE49-F238E27FC236}">
                    <a16:creationId xmlns:a16="http://schemas.microsoft.com/office/drawing/2014/main" id="{E4176B25-A4FC-B4EC-B49B-223C9206E494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5" name="Freeform 544">
                <a:extLst>
                  <a:ext uri="{FF2B5EF4-FFF2-40B4-BE49-F238E27FC236}">
                    <a16:creationId xmlns:a16="http://schemas.microsoft.com/office/drawing/2014/main" id="{BD710CD7-D843-6497-89B7-09C84C84847F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6" name="Freeform 545">
                <a:extLst>
                  <a:ext uri="{FF2B5EF4-FFF2-40B4-BE49-F238E27FC236}">
                    <a16:creationId xmlns:a16="http://schemas.microsoft.com/office/drawing/2014/main" id="{3B2302C9-8D9B-8E08-CB45-586574AC8B9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7" name="Freeform 546">
                <a:extLst>
                  <a:ext uri="{FF2B5EF4-FFF2-40B4-BE49-F238E27FC236}">
                    <a16:creationId xmlns:a16="http://schemas.microsoft.com/office/drawing/2014/main" id="{A5DAF01E-3286-E6CF-F4BD-D8B3FFFA3514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8" name="Freeform 547">
                <a:extLst>
                  <a:ext uri="{FF2B5EF4-FFF2-40B4-BE49-F238E27FC236}">
                    <a16:creationId xmlns:a16="http://schemas.microsoft.com/office/drawing/2014/main" id="{3CE62898-77BA-6CAC-F718-7B4DFEEDFBCD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9" name="Freeform 548">
                <a:extLst>
                  <a:ext uri="{FF2B5EF4-FFF2-40B4-BE49-F238E27FC236}">
                    <a16:creationId xmlns:a16="http://schemas.microsoft.com/office/drawing/2014/main" id="{F8F6223E-0ABC-CF07-6B60-66906AE122BA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50" name="Group 549">
                <a:extLst>
                  <a:ext uri="{FF2B5EF4-FFF2-40B4-BE49-F238E27FC236}">
                    <a16:creationId xmlns:a16="http://schemas.microsoft.com/office/drawing/2014/main" id="{75347893-5B01-D7A3-F332-AAD570E71037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51" name="Rectangle 550">
                  <a:extLst>
                    <a:ext uri="{FF2B5EF4-FFF2-40B4-BE49-F238E27FC236}">
                      <a16:creationId xmlns:a16="http://schemas.microsoft.com/office/drawing/2014/main" id="{A431719D-A231-8B00-6FBE-F8D78841BC8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52" name="Straight Connector 551">
                  <a:extLst>
                    <a:ext uri="{FF2B5EF4-FFF2-40B4-BE49-F238E27FC236}">
                      <a16:creationId xmlns:a16="http://schemas.microsoft.com/office/drawing/2014/main" id="{1B624131-D8BE-4003-FBB2-23AD67C6BADC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53" name="Group 552">
              <a:extLst>
                <a:ext uri="{FF2B5EF4-FFF2-40B4-BE49-F238E27FC236}">
                  <a16:creationId xmlns:a16="http://schemas.microsoft.com/office/drawing/2014/main" id="{80F2EF03-F1B4-2F92-E489-FEB5641FA03E}"/>
                </a:ext>
              </a:extLst>
            </p:cNvPr>
            <p:cNvGrpSpPr/>
            <p:nvPr/>
          </p:nvGrpSpPr>
          <p:grpSpPr>
            <a:xfrm>
              <a:off x="64008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54" name="Triangle 553">
                <a:extLst>
                  <a:ext uri="{FF2B5EF4-FFF2-40B4-BE49-F238E27FC236}">
                    <a16:creationId xmlns:a16="http://schemas.microsoft.com/office/drawing/2014/main" id="{666CA0AE-7913-E690-5246-A92ACB791199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5" name="TextBox 554">
                <a:extLst>
                  <a:ext uri="{FF2B5EF4-FFF2-40B4-BE49-F238E27FC236}">
                    <a16:creationId xmlns:a16="http://schemas.microsoft.com/office/drawing/2014/main" id="{CA34D5B9-D50F-2F25-A561-3C34FDED1AC7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56" name="Rectangle 555">
                <a:extLst>
                  <a:ext uri="{FF2B5EF4-FFF2-40B4-BE49-F238E27FC236}">
                    <a16:creationId xmlns:a16="http://schemas.microsoft.com/office/drawing/2014/main" id="{3BF4B023-676A-A489-0F9F-BF6B158EF804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57" name="Straight Connector 556">
                <a:extLst>
                  <a:ext uri="{FF2B5EF4-FFF2-40B4-BE49-F238E27FC236}">
                    <a16:creationId xmlns:a16="http://schemas.microsoft.com/office/drawing/2014/main" id="{AF730C85-8BBC-F62C-3721-405AAC85A9F7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58" name="Oval 557">
                <a:extLst>
                  <a:ext uri="{FF2B5EF4-FFF2-40B4-BE49-F238E27FC236}">
                    <a16:creationId xmlns:a16="http://schemas.microsoft.com/office/drawing/2014/main" id="{6F42A048-957A-4656-0CDC-31D6C3D7DC3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9" name="TextBox 558">
                <a:extLst>
                  <a:ext uri="{FF2B5EF4-FFF2-40B4-BE49-F238E27FC236}">
                    <a16:creationId xmlns:a16="http://schemas.microsoft.com/office/drawing/2014/main" id="{703B5025-FBB2-9A2E-9295-F49BC012C5A2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60" name="Oval 559">
                <a:extLst>
                  <a:ext uri="{FF2B5EF4-FFF2-40B4-BE49-F238E27FC236}">
                    <a16:creationId xmlns:a16="http://schemas.microsoft.com/office/drawing/2014/main" id="{16D6297E-9B28-BBD3-185D-EE23E0AC8A02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1" name="TextBox 560">
                <a:extLst>
                  <a:ext uri="{FF2B5EF4-FFF2-40B4-BE49-F238E27FC236}">
                    <a16:creationId xmlns:a16="http://schemas.microsoft.com/office/drawing/2014/main" id="{54180EEA-A512-096F-F023-CDE697DBA77C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62" name="Straight Connector 561">
                <a:extLst>
                  <a:ext uri="{FF2B5EF4-FFF2-40B4-BE49-F238E27FC236}">
                    <a16:creationId xmlns:a16="http://schemas.microsoft.com/office/drawing/2014/main" id="{1226732F-C30C-0613-B55B-90A1BCB185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3" name="Straight Connector 562">
                <a:extLst>
                  <a:ext uri="{FF2B5EF4-FFF2-40B4-BE49-F238E27FC236}">
                    <a16:creationId xmlns:a16="http://schemas.microsoft.com/office/drawing/2014/main" id="{B164E22B-E5B8-88A4-28D5-0B11BBAAC8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4" name="Freeform 563">
                <a:extLst>
                  <a:ext uri="{FF2B5EF4-FFF2-40B4-BE49-F238E27FC236}">
                    <a16:creationId xmlns:a16="http://schemas.microsoft.com/office/drawing/2014/main" id="{38F6C02C-3EE1-CA94-EF83-34E94FA4AFDF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Freeform 564">
                <a:extLst>
                  <a:ext uri="{FF2B5EF4-FFF2-40B4-BE49-F238E27FC236}">
                    <a16:creationId xmlns:a16="http://schemas.microsoft.com/office/drawing/2014/main" id="{A139D13D-9838-01CA-E281-EA3C2C170A2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Freeform 565">
                <a:extLst>
                  <a:ext uri="{FF2B5EF4-FFF2-40B4-BE49-F238E27FC236}">
                    <a16:creationId xmlns:a16="http://schemas.microsoft.com/office/drawing/2014/main" id="{62D8C5A5-8C4D-63BD-7AE8-49C90A7B0A16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Freeform 566">
                <a:extLst>
                  <a:ext uri="{FF2B5EF4-FFF2-40B4-BE49-F238E27FC236}">
                    <a16:creationId xmlns:a16="http://schemas.microsoft.com/office/drawing/2014/main" id="{D1203557-790F-A47E-5CA0-6AADB43105CB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Freeform 567">
                <a:extLst>
                  <a:ext uri="{FF2B5EF4-FFF2-40B4-BE49-F238E27FC236}">
                    <a16:creationId xmlns:a16="http://schemas.microsoft.com/office/drawing/2014/main" id="{06C0F9C3-8287-D933-9CAC-E4B2EBC1B00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9" name="Freeform 568">
                <a:extLst>
                  <a:ext uri="{FF2B5EF4-FFF2-40B4-BE49-F238E27FC236}">
                    <a16:creationId xmlns:a16="http://schemas.microsoft.com/office/drawing/2014/main" id="{02AB72F4-D28E-3BFD-08F4-08C99EA987D9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0" name="Freeform 569">
                <a:extLst>
                  <a:ext uri="{FF2B5EF4-FFF2-40B4-BE49-F238E27FC236}">
                    <a16:creationId xmlns:a16="http://schemas.microsoft.com/office/drawing/2014/main" id="{E197A348-DA75-0D77-2167-5C03D6655F7B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71" name="Group 570">
                <a:extLst>
                  <a:ext uri="{FF2B5EF4-FFF2-40B4-BE49-F238E27FC236}">
                    <a16:creationId xmlns:a16="http://schemas.microsoft.com/office/drawing/2014/main" id="{BBF71660-DFD1-AAE3-692C-AE189BB61CAE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72" name="Rectangle 571">
                  <a:extLst>
                    <a:ext uri="{FF2B5EF4-FFF2-40B4-BE49-F238E27FC236}">
                      <a16:creationId xmlns:a16="http://schemas.microsoft.com/office/drawing/2014/main" id="{6F86A639-A806-917A-913C-DC35ED96C26E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73" name="Straight Connector 572">
                  <a:extLst>
                    <a:ext uri="{FF2B5EF4-FFF2-40B4-BE49-F238E27FC236}">
                      <a16:creationId xmlns:a16="http://schemas.microsoft.com/office/drawing/2014/main" id="{CEDCFD17-3576-DB8E-7153-D4A13F843D21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74" name="Group 573">
              <a:extLst>
                <a:ext uri="{FF2B5EF4-FFF2-40B4-BE49-F238E27FC236}">
                  <a16:creationId xmlns:a16="http://schemas.microsoft.com/office/drawing/2014/main" id="{2692955D-39B9-FC40-AC9F-FE86CD39FBFA}"/>
                </a:ext>
              </a:extLst>
            </p:cNvPr>
            <p:cNvGrpSpPr/>
            <p:nvPr/>
          </p:nvGrpSpPr>
          <p:grpSpPr>
            <a:xfrm>
              <a:off x="64008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75" name="Triangle 574">
                <a:extLst>
                  <a:ext uri="{FF2B5EF4-FFF2-40B4-BE49-F238E27FC236}">
                    <a16:creationId xmlns:a16="http://schemas.microsoft.com/office/drawing/2014/main" id="{5E849A73-08FA-D8C6-0BFA-01040FF91ED4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6" name="TextBox 575">
                <a:extLst>
                  <a:ext uri="{FF2B5EF4-FFF2-40B4-BE49-F238E27FC236}">
                    <a16:creationId xmlns:a16="http://schemas.microsoft.com/office/drawing/2014/main" id="{03B233FF-6EC0-B3AA-FC63-67CC44A2738C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77" name="Rectangle 576">
                <a:extLst>
                  <a:ext uri="{FF2B5EF4-FFF2-40B4-BE49-F238E27FC236}">
                    <a16:creationId xmlns:a16="http://schemas.microsoft.com/office/drawing/2014/main" id="{EDF7BCFB-9D34-F912-E076-E7450CDB229D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78" name="Straight Connector 577">
                <a:extLst>
                  <a:ext uri="{FF2B5EF4-FFF2-40B4-BE49-F238E27FC236}">
                    <a16:creationId xmlns:a16="http://schemas.microsoft.com/office/drawing/2014/main" id="{22DF3CEC-524F-14C3-5352-A9A6659C3983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9" name="Oval 578">
                <a:extLst>
                  <a:ext uri="{FF2B5EF4-FFF2-40B4-BE49-F238E27FC236}">
                    <a16:creationId xmlns:a16="http://schemas.microsoft.com/office/drawing/2014/main" id="{40D61C72-491C-C397-82A7-0C0714E98B6B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0" name="TextBox 579">
                <a:extLst>
                  <a:ext uri="{FF2B5EF4-FFF2-40B4-BE49-F238E27FC236}">
                    <a16:creationId xmlns:a16="http://schemas.microsoft.com/office/drawing/2014/main" id="{180FA19E-DAE0-55D9-61E6-7DB67B4218A7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581" name="Oval 580">
                <a:extLst>
                  <a:ext uri="{FF2B5EF4-FFF2-40B4-BE49-F238E27FC236}">
                    <a16:creationId xmlns:a16="http://schemas.microsoft.com/office/drawing/2014/main" id="{73E285C8-14F8-1249-41AE-8BF7C1DD18D9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2" name="TextBox 581">
                <a:extLst>
                  <a:ext uri="{FF2B5EF4-FFF2-40B4-BE49-F238E27FC236}">
                    <a16:creationId xmlns:a16="http://schemas.microsoft.com/office/drawing/2014/main" id="{8F8FA64A-CBA9-07A6-62FE-FC7B4036F2E7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583" name="Straight Connector 582">
                <a:extLst>
                  <a:ext uri="{FF2B5EF4-FFF2-40B4-BE49-F238E27FC236}">
                    <a16:creationId xmlns:a16="http://schemas.microsoft.com/office/drawing/2014/main" id="{D09C2A56-8613-A5FB-5EDE-01B264A815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4" name="Straight Connector 583">
                <a:extLst>
                  <a:ext uri="{FF2B5EF4-FFF2-40B4-BE49-F238E27FC236}">
                    <a16:creationId xmlns:a16="http://schemas.microsoft.com/office/drawing/2014/main" id="{4C41AA67-EC02-FE90-110A-761D54B2B2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5" name="Freeform 584">
                <a:extLst>
                  <a:ext uri="{FF2B5EF4-FFF2-40B4-BE49-F238E27FC236}">
                    <a16:creationId xmlns:a16="http://schemas.microsoft.com/office/drawing/2014/main" id="{D026F78C-99DD-ECAD-F8A6-770270490370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6" name="Freeform 585">
                <a:extLst>
                  <a:ext uri="{FF2B5EF4-FFF2-40B4-BE49-F238E27FC236}">
                    <a16:creationId xmlns:a16="http://schemas.microsoft.com/office/drawing/2014/main" id="{B5EB2ED5-084D-9864-74D2-F57BE5B02CD2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7" name="Freeform 586">
                <a:extLst>
                  <a:ext uri="{FF2B5EF4-FFF2-40B4-BE49-F238E27FC236}">
                    <a16:creationId xmlns:a16="http://schemas.microsoft.com/office/drawing/2014/main" id="{4D2290EE-4720-B706-A5B7-33EE6819D320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8" name="Freeform 587">
                <a:extLst>
                  <a:ext uri="{FF2B5EF4-FFF2-40B4-BE49-F238E27FC236}">
                    <a16:creationId xmlns:a16="http://schemas.microsoft.com/office/drawing/2014/main" id="{FC9F5621-BC8D-0A30-06AB-98F6D44B63FF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9" name="Freeform 588">
                <a:extLst>
                  <a:ext uri="{FF2B5EF4-FFF2-40B4-BE49-F238E27FC236}">
                    <a16:creationId xmlns:a16="http://schemas.microsoft.com/office/drawing/2014/main" id="{A3AA9405-22BE-B7F5-32A3-1D611546F1B8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0" name="Freeform 589">
                <a:extLst>
                  <a:ext uri="{FF2B5EF4-FFF2-40B4-BE49-F238E27FC236}">
                    <a16:creationId xmlns:a16="http://schemas.microsoft.com/office/drawing/2014/main" id="{D17360A4-8DC3-A7E6-DAA1-EAB668CAF724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1" name="Freeform 590">
                <a:extLst>
                  <a:ext uri="{FF2B5EF4-FFF2-40B4-BE49-F238E27FC236}">
                    <a16:creationId xmlns:a16="http://schemas.microsoft.com/office/drawing/2014/main" id="{B753ACFA-DFE7-B5FC-4D4A-95D2151DE030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92" name="Group 591">
                <a:extLst>
                  <a:ext uri="{FF2B5EF4-FFF2-40B4-BE49-F238E27FC236}">
                    <a16:creationId xmlns:a16="http://schemas.microsoft.com/office/drawing/2014/main" id="{9967B13E-E80C-170D-363E-F3C61E5C4A85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593" name="Rectangle 592">
                  <a:extLst>
                    <a:ext uri="{FF2B5EF4-FFF2-40B4-BE49-F238E27FC236}">
                      <a16:creationId xmlns:a16="http://schemas.microsoft.com/office/drawing/2014/main" id="{ECA35ECB-C245-136F-A892-74E26B915C55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C35F4453-DD01-22B1-FF7B-81D592A21715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95" name="Group 594">
              <a:extLst>
                <a:ext uri="{FF2B5EF4-FFF2-40B4-BE49-F238E27FC236}">
                  <a16:creationId xmlns:a16="http://schemas.microsoft.com/office/drawing/2014/main" id="{1006DF2F-7F83-85AF-01A8-282C75D16D56}"/>
                </a:ext>
              </a:extLst>
            </p:cNvPr>
            <p:cNvGrpSpPr/>
            <p:nvPr/>
          </p:nvGrpSpPr>
          <p:grpSpPr>
            <a:xfrm>
              <a:off x="10058400" y="75438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596" name="Triangle 595">
                <a:extLst>
                  <a:ext uri="{FF2B5EF4-FFF2-40B4-BE49-F238E27FC236}">
                    <a16:creationId xmlns:a16="http://schemas.microsoft.com/office/drawing/2014/main" id="{DE7123C7-2D6B-C088-E0B2-A15C3178B0EA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E5D9CBA8-CE1C-81B3-E619-42C51CCD5478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598" name="Rectangle 597">
                <a:extLst>
                  <a:ext uri="{FF2B5EF4-FFF2-40B4-BE49-F238E27FC236}">
                    <a16:creationId xmlns:a16="http://schemas.microsoft.com/office/drawing/2014/main" id="{7270CCE3-D813-4C20-6EA3-62248DF556A2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9" name="Straight Connector 598">
                <a:extLst>
                  <a:ext uri="{FF2B5EF4-FFF2-40B4-BE49-F238E27FC236}">
                    <a16:creationId xmlns:a16="http://schemas.microsoft.com/office/drawing/2014/main" id="{E4F6C767-CC19-0D56-3864-8EAD0D9BCBD6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0" name="Oval 599">
                <a:extLst>
                  <a:ext uri="{FF2B5EF4-FFF2-40B4-BE49-F238E27FC236}">
                    <a16:creationId xmlns:a16="http://schemas.microsoft.com/office/drawing/2014/main" id="{162BD8AE-63FA-8E9D-2109-B498405D910D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0BD2764-D59E-92B8-8826-21AD6B101698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02" name="Oval 601">
                <a:extLst>
                  <a:ext uri="{FF2B5EF4-FFF2-40B4-BE49-F238E27FC236}">
                    <a16:creationId xmlns:a16="http://schemas.microsoft.com/office/drawing/2014/main" id="{F9A1E189-0340-4C0E-6F38-90876A7EF4EC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C144A24F-877A-BD02-990D-0F373CF565A3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04" name="Straight Connector 603">
                <a:extLst>
                  <a:ext uri="{FF2B5EF4-FFF2-40B4-BE49-F238E27FC236}">
                    <a16:creationId xmlns:a16="http://schemas.microsoft.com/office/drawing/2014/main" id="{9803B7B6-404A-F382-A541-AEC1087F6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5" name="Straight Connector 604">
                <a:extLst>
                  <a:ext uri="{FF2B5EF4-FFF2-40B4-BE49-F238E27FC236}">
                    <a16:creationId xmlns:a16="http://schemas.microsoft.com/office/drawing/2014/main" id="{978982E3-BDEC-C985-A312-FA38DDB3B4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6" name="Freeform 605">
                <a:extLst>
                  <a:ext uri="{FF2B5EF4-FFF2-40B4-BE49-F238E27FC236}">
                    <a16:creationId xmlns:a16="http://schemas.microsoft.com/office/drawing/2014/main" id="{53A7D0E6-2327-57D5-6110-33FB763A2D3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Freeform 606">
                <a:extLst>
                  <a:ext uri="{FF2B5EF4-FFF2-40B4-BE49-F238E27FC236}">
                    <a16:creationId xmlns:a16="http://schemas.microsoft.com/office/drawing/2014/main" id="{EE01E5F1-75F6-31EA-0E39-3F543B70C578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Freeform 607">
                <a:extLst>
                  <a:ext uri="{FF2B5EF4-FFF2-40B4-BE49-F238E27FC236}">
                    <a16:creationId xmlns:a16="http://schemas.microsoft.com/office/drawing/2014/main" id="{724C59FA-7C2F-02E4-86EA-EAE11EE99874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9" name="Freeform 608">
                <a:extLst>
                  <a:ext uri="{FF2B5EF4-FFF2-40B4-BE49-F238E27FC236}">
                    <a16:creationId xmlns:a16="http://schemas.microsoft.com/office/drawing/2014/main" id="{DD82FD16-0CF7-AF23-73F5-053BADC1C39D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0" name="Freeform 609">
                <a:extLst>
                  <a:ext uri="{FF2B5EF4-FFF2-40B4-BE49-F238E27FC236}">
                    <a16:creationId xmlns:a16="http://schemas.microsoft.com/office/drawing/2014/main" id="{DBFFF180-553B-867F-6E22-20F03E5E46D0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Freeform 610">
                <a:extLst>
                  <a:ext uri="{FF2B5EF4-FFF2-40B4-BE49-F238E27FC236}">
                    <a16:creationId xmlns:a16="http://schemas.microsoft.com/office/drawing/2014/main" id="{494DAC13-5740-6563-45F6-8FFAF35074E7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2" name="Freeform 611">
                <a:extLst>
                  <a:ext uri="{FF2B5EF4-FFF2-40B4-BE49-F238E27FC236}">
                    <a16:creationId xmlns:a16="http://schemas.microsoft.com/office/drawing/2014/main" id="{88F7DA7D-0095-1979-E1FF-5073ED08FD06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13" name="Group 612">
                <a:extLst>
                  <a:ext uri="{FF2B5EF4-FFF2-40B4-BE49-F238E27FC236}">
                    <a16:creationId xmlns:a16="http://schemas.microsoft.com/office/drawing/2014/main" id="{800ECF99-F218-FC12-D86E-B223FEA01571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14" name="Rectangle 613">
                  <a:extLst>
                    <a:ext uri="{FF2B5EF4-FFF2-40B4-BE49-F238E27FC236}">
                      <a16:creationId xmlns:a16="http://schemas.microsoft.com/office/drawing/2014/main" id="{19A1D679-D881-67D5-0737-57123CE04D85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5" name="Straight Connector 614">
                  <a:extLst>
                    <a:ext uri="{FF2B5EF4-FFF2-40B4-BE49-F238E27FC236}">
                      <a16:creationId xmlns:a16="http://schemas.microsoft.com/office/drawing/2014/main" id="{CC0BDAFB-3707-A848-D4C1-F1046B504F16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16" name="Group 615">
              <a:extLst>
                <a:ext uri="{FF2B5EF4-FFF2-40B4-BE49-F238E27FC236}">
                  <a16:creationId xmlns:a16="http://schemas.microsoft.com/office/drawing/2014/main" id="{91967647-157E-E154-21D7-BDA8F9418B9F}"/>
                </a:ext>
              </a:extLst>
            </p:cNvPr>
            <p:cNvGrpSpPr/>
            <p:nvPr/>
          </p:nvGrpSpPr>
          <p:grpSpPr>
            <a:xfrm>
              <a:off x="10058400" y="54864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617" name="Triangle 616">
                <a:extLst>
                  <a:ext uri="{FF2B5EF4-FFF2-40B4-BE49-F238E27FC236}">
                    <a16:creationId xmlns:a16="http://schemas.microsoft.com/office/drawing/2014/main" id="{0650B695-FBFB-41DF-00C0-B56607F6DED0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8" name="TextBox 617">
                <a:extLst>
                  <a:ext uri="{FF2B5EF4-FFF2-40B4-BE49-F238E27FC236}">
                    <a16:creationId xmlns:a16="http://schemas.microsoft.com/office/drawing/2014/main" id="{D3609B41-D119-5512-C55F-F3CDB32401F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619" name="Rectangle 618">
                <a:extLst>
                  <a:ext uri="{FF2B5EF4-FFF2-40B4-BE49-F238E27FC236}">
                    <a16:creationId xmlns:a16="http://schemas.microsoft.com/office/drawing/2014/main" id="{A9035F46-41CF-62AF-3896-91A88A894E1A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20" name="Straight Connector 619">
                <a:extLst>
                  <a:ext uri="{FF2B5EF4-FFF2-40B4-BE49-F238E27FC236}">
                    <a16:creationId xmlns:a16="http://schemas.microsoft.com/office/drawing/2014/main" id="{7076FCAB-8C77-57B9-ED88-C90A0C851721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1" name="Oval 620">
                <a:extLst>
                  <a:ext uri="{FF2B5EF4-FFF2-40B4-BE49-F238E27FC236}">
                    <a16:creationId xmlns:a16="http://schemas.microsoft.com/office/drawing/2014/main" id="{B2E0DF6F-8047-45E4-78DF-14C6C6BBE756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2" name="TextBox 621">
                <a:extLst>
                  <a:ext uri="{FF2B5EF4-FFF2-40B4-BE49-F238E27FC236}">
                    <a16:creationId xmlns:a16="http://schemas.microsoft.com/office/drawing/2014/main" id="{0E06EC5B-F667-440C-7522-FB848BDAD7B0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23" name="Oval 622">
                <a:extLst>
                  <a:ext uri="{FF2B5EF4-FFF2-40B4-BE49-F238E27FC236}">
                    <a16:creationId xmlns:a16="http://schemas.microsoft.com/office/drawing/2014/main" id="{6E276D74-308A-CFC4-BBD6-5C318066944E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4577F6EB-7D23-CC71-624E-56936440D3D5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25" name="Straight Connector 624">
                <a:extLst>
                  <a:ext uri="{FF2B5EF4-FFF2-40B4-BE49-F238E27FC236}">
                    <a16:creationId xmlns:a16="http://schemas.microsoft.com/office/drawing/2014/main" id="{D53C018A-8713-26FB-5092-9552547DDF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6" name="Straight Connector 625">
                <a:extLst>
                  <a:ext uri="{FF2B5EF4-FFF2-40B4-BE49-F238E27FC236}">
                    <a16:creationId xmlns:a16="http://schemas.microsoft.com/office/drawing/2014/main" id="{4D300173-DD1B-127C-C948-A6EADE316B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7" name="Freeform 626">
                <a:extLst>
                  <a:ext uri="{FF2B5EF4-FFF2-40B4-BE49-F238E27FC236}">
                    <a16:creationId xmlns:a16="http://schemas.microsoft.com/office/drawing/2014/main" id="{8F8699BE-C996-A000-074E-FDD100646A1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8" name="Freeform 627">
                <a:extLst>
                  <a:ext uri="{FF2B5EF4-FFF2-40B4-BE49-F238E27FC236}">
                    <a16:creationId xmlns:a16="http://schemas.microsoft.com/office/drawing/2014/main" id="{8C9D7DA4-E9C9-1E0F-3EF9-F46BD14E802B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9" name="Freeform 628">
                <a:extLst>
                  <a:ext uri="{FF2B5EF4-FFF2-40B4-BE49-F238E27FC236}">
                    <a16:creationId xmlns:a16="http://schemas.microsoft.com/office/drawing/2014/main" id="{2E8D92B8-4409-554E-01E1-F9022EE1BB8B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0" name="Freeform 629">
                <a:extLst>
                  <a:ext uri="{FF2B5EF4-FFF2-40B4-BE49-F238E27FC236}">
                    <a16:creationId xmlns:a16="http://schemas.microsoft.com/office/drawing/2014/main" id="{B9E50CD3-68DA-70B3-54B1-D7A05FF623E6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1" name="Freeform 630">
                <a:extLst>
                  <a:ext uri="{FF2B5EF4-FFF2-40B4-BE49-F238E27FC236}">
                    <a16:creationId xmlns:a16="http://schemas.microsoft.com/office/drawing/2014/main" id="{A6B5D895-6F8A-5001-9221-C1DAE891E10B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2" name="Freeform 631">
                <a:extLst>
                  <a:ext uri="{FF2B5EF4-FFF2-40B4-BE49-F238E27FC236}">
                    <a16:creationId xmlns:a16="http://schemas.microsoft.com/office/drawing/2014/main" id="{895D4C0D-4E07-6AC9-383F-CB05D755D445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3" name="Freeform 632">
                <a:extLst>
                  <a:ext uri="{FF2B5EF4-FFF2-40B4-BE49-F238E27FC236}">
                    <a16:creationId xmlns:a16="http://schemas.microsoft.com/office/drawing/2014/main" id="{707F3AED-FA8C-8DB2-A231-F6633929CD48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34" name="Group 633">
                <a:extLst>
                  <a:ext uri="{FF2B5EF4-FFF2-40B4-BE49-F238E27FC236}">
                    <a16:creationId xmlns:a16="http://schemas.microsoft.com/office/drawing/2014/main" id="{5F5F422E-06B4-385F-B75F-691AEBB88CC0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35" name="Rectangle 634">
                  <a:extLst>
                    <a:ext uri="{FF2B5EF4-FFF2-40B4-BE49-F238E27FC236}">
                      <a16:creationId xmlns:a16="http://schemas.microsoft.com/office/drawing/2014/main" id="{F149F5D2-729B-82E6-D775-1538FF9E0941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36" name="Straight Connector 635">
                  <a:extLst>
                    <a:ext uri="{FF2B5EF4-FFF2-40B4-BE49-F238E27FC236}">
                      <a16:creationId xmlns:a16="http://schemas.microsoft.com/office/drawing/2014/main" id="{CE8634FC-4CC3-4CFC-8BE9-20839F85A650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37" name="Group 636">
              <a:extLst>
                <a:ext uri="{FF2B5EF4-FFF2-40B4-BE49-F238E27FC236}">
                  <a16:creationId xmlns:a16="http://schemas.microsoft.com/office/drawing/2014/main" id="{B76E2D46-5FC9-98DB-8D68-2FA34BC724B7}"/>
                </a:ext>
              </a:extLst>
            </p:cNvPr>
            <p:cNvGrpSpPr/>
            <p:nvPr/>
          </p:nvGrpSpPr>
          <p:grpSpPr>
            <a:xfrm>
              <a:off x="10058400" y="3429000"/>
              <a:ext cx="2068796" cy="1624915"/>
              <a:chOff x="7864386" y="7120352"/>
              <a:chExt cx="2068796" cy="1624915"/>
            </a:xfrm>
            <a:grpFill/>
          </p:grpSpPr>
          <p:sp>
            <p:nvSpPr>
              <p:cNvPr id="638" name="Triangle 637">
                <a:extLst>
                  <a:ext uri="{FF2B5EF4-FFF2-40B4-BE49-F238E27FC236}">
                    <a16:creationId xmlns:a16="http://schemas.microsoft.com/office/drawing/2014/main" id="{70241310-111D-DB43-4169-C48272F6D27A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9" name="TextBox 638">
                <a:extLst>
                  <a:ext uri="{FF2B5EF4-FFF2-40B4-BE49-F238E27FC236}">
                    <a16:creationId xmlns:a16="http://schemas.microsoft.com/office/drawing/2014/main" id="{33335EEA-504E-F8CD-8447-DE748C344080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640" name="Rectangle 639">
                <a:extLst>
                  <a:ext uri="{FF2B5EF4-FFF2-40B4-BE49-F238E27FC236}">
                    <a16:creationId xmlns:a16="http://schemas.microsoft.com/office/drawing/2014/main" id="{8A3FDDA4-6DFF-D59C-5F29-96B89FCA52CC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1" name="Straight Connector 640">
                <a:extLst>
                  <a:ext uri="{FF2B5EF4-FFF2-40B4-BE49-F238E27FC236}">
                    <a16:creationId xmlns:a16="http://schemas.microsoft.com/office/drawing/2014/main" id="{E35CCA65-A398-4D45-AD15-A696D1517FBB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2" name="Oval 641">
                <a:extLst>
                  <a:ext uri="{FF2B5EF4-FFF2-40B4-BE49-F238E27FC236}">
                    <a16:creationId xmlns:a16="http://schemas.microsoft.com/office/drawing/2014/main" id="{BF80F913-894D-13BF-4FDA-B58E79D8FA38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3" name="TextBox 642">
                <a:extLst>
                  <a:ext uri="{FF2B5EF4-FFF2-40B4-BE49-F238E27FC236}">
                    <a16:creationId xmlns:a16="http://schemas.microsoft.com/office/drawing/2014/main" id="{EBCF8622-A5F1-98CA-C419-D00DE394ADA5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644" name="Oval 643">
                <a:extLst>
                  <a:ext uri="{FF2B5EF4-FFF2-40B4-BE49-F238E27FC236}">
                    <a16:creationId xmlns:a16="http://schemas.microsoft.com/office/drawing/2014/main" id="{5A6937E6-4AE5-100C-F45A-66CD1B0662EC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5" name="TextBox 644">
                <a:extLst>
                  <a:ext uri="{FF2B5EF4-FFF2-40B4-BE49-F238E27FC236}">
                    <a16:creationId xmlns:a16="http://schemas.microsoft.com/office/drawing/2014/main" id="{992A8DC3-7D57-0D72-5C27-5DDF1112B5D4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646" name="Straight Connector 645">
                <a:extLst>
                  <a:ext uri="{FF2B5EF4-FFF2-40B4-BE49-F238E27FC236}">
                    <a16:creationId xmlns:a16="http://schemas.microsoft.com/office/drawing/2014/main" id="{41452C1C-13DF-09C9-C7BC-FE0AFD3413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Straight Connector 646">
                <a:extLst>
                  <a:ext uri="{FF2B5EF4-FFF2-40B4-BE49-F238E27FC236}">
                    <a16:creationId xmlns:a16="http://schemas.microsoft.com/office/drawing/2014/main" id="{EBA8DEEA-E245-0305-2C23-9F44972FE8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48" name="Freeform 647">
                <a:extLst>
                  <a:ext uri="{FF2B5EF4-FFF2-40B4-BE49-F238E27FC236}">
                    <a16:creationId xmlns:a16="http://schemas.microsoft.com/office/drawing/2014/main" id="{2C438DDF-3983-EF8C-0E45-275E235AD121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9" name="Freeform 648">
                <a:extLst>
                  <a:ext uri="{FF2B5EF4-FFF2-40B4-BE49-F238E27FC236}">
                    <a16:creationId xmlns:a16="http://schemas.microsoft.com/office/drawing/2014/main" id="{3DFEB53F-B64B-8203-065B-2FEFA1AE1C98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grp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0" name="Freeform 649">
                <a:extLst>
                  <a:ext uri="{FF2B5EF4-FFF2-40B4-BE49-F238E27FC236}">
                    <a16:creationId xmlns:a16="http://schemas.microsoft.com/office/drawing/2014/main" id="{D1E7EB62-F47B-CDAF-1799-FB0EFD9482E5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1" name="Freeform 650">
                <a:extLst>
                  <a:ext uri="{FF2B5EF4-FFF2-40B4-BE49-F238E27FC236}">
                    <a16:creationId xmlns:a16="http://schemas.microsoft.com/office/drawing/2014/main" id="{E2079FAB-FB69-F719-AD46-3E42DEF3AE1E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grp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2" name="Freeform 651">
                <a:extLst>
                  <a:ext uri="{FF2B5EF4-FFF2-40B4-BE49-F238E27FC236}">
                    <a16:creationId xmlns:a16="http://schemas.microsoft.com/office/drawing/2014/main" id="{409906DC-3949-B648-CB18-EDE72EB633CE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3" name="Freeform 652">
                <a:extLst>
                  <a:ext uri="{FF2B5EF4-FFF2-40B4-BE49-F238E27FC236}">
                    <a16:creationId xmlns:a16="http://schemas.microsoft.com/office/drawing/2014/main" id="{B2A0301F-666E-CEB9-4929-283C97A430BB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4" name="Freeform 653">
                <a:extLst>
                  <a:ext uri="{FF2B5EF4-FFF2-40B4-BE49-F238E27FC236}">
                    <a16:creationId xmlns:a16="http://schemas.microsoft.com/office/drawing/2014/main" id="{4FDCE814-C13C-99E9-8493-9E889C25DB28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grp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55" name="Group 654">
                <a:extLst>
                  <a:ext uri="{FF2B5EF4-FFF2-40B4-BE49-F238E27FC236}">
                    <a16:creationId xmlns:a16="http://schemas.microsoft.com/office/drawing/2014/main" id="{82BEC77A-09C8-7E1A-0381-0BF011FAD314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  <a:grpFill/>
            </p:grpSpPr>
            <p:sp>
              <p:nvSpPr>
                <p:cNvPr id="656" name="Rectangle 655">
                  <a:extLst>
                    <a:ext uri="{FF2B5EF4-FFF2-40B4-BE49-F238E27FC236}">
                      <a16:creationId xmlns:a16="http://schemas.microsoft.com/office/drawing/2014/main" id="{3CA471DF-F30C-9A53-CE12-0F526A1641C8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57" name="Straight Connector 656">
                  <a:extLst>
                    <a:ext uri="{FF2B5EF4-FFF2-40B4-BE49-F238E27FC236}">
                      <a16:creationId xmlns:a16="http://schemas.microsoft.com/office/drawing/2014/main" id="{18C56A90-01D5-DB4B-2D4B-7C584EFD992A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grpFill/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94E03C21-2CBB-1B83-8F42-ED5EC7A3DAD2}"/>
              </a:ext>
            </a:extLst>
          </p:cNvPr>
          <p:cNvSpPr/>
          <p:nvPr/>
        </p:nvSpPr>
        <p:spPr>
          <a:xfrm>
            <a:off x="207937" y="5616343"/>
            <a:ext cx="9751983" cy="8066646"/>
          </a:xfrm>
          <a:prstGeom prst="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3AD6E34-D691-9355-1FB1-FD07DEF9CB24}"/>
                  </a:ext>
                </a:extLst>
              </p14:cNvPr>
              <p14:cNvContentPartPr/>
              <p14:nvPr/>
            </p14:nvContentPartPr>
            <p14:xfrm>
              <a:off x="10201705" y="11284172"/>
              <a:ext cx="360" cy="36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3AD6E34-D691-9355-1FB1-FD07DEF9CB2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192705" y="11275172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981FE257-80F5-EBF7-A544-ADD67DEB545B}"/>
                  </a:ext>
                </a:extLst>
              </p14:cNvPr>
              <p14:cNvContentPartPr/>
              <p14:nvPr/>
            </p14:nvContentPartPr>
            <p14:xfrm>
              <a:off x="9404044" y="11644634"/>
              <a:ext cx="360" cy="3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981FE257-80F5-EBF7-A544-ADD67DEB54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95044" y="11635634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4041500A-A177-4738-69D6-460367860FEB}"/>
              </a:ext>
            </a:extLst>
          </p:cNvPr>
          <p:cNvGrpSpPr/>
          <p:nvPr/>
        </p:nvGrpSpPr>
        <p:grpSpPr>
          <a:xfrm>
            <a:off x="9413404" y="11663354"/>
            <a:ext cx="16920" cy="12960"/>
            <a:chOff x="11699404" y="9377354"/>
            <a:chExt cx="16920" cy="1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ED40716-47F2-0497-44C3-8C6E7D208F9E}"/>
                    </a:ext>
                  </a:extLst>
                </p14:cNvPr>
                <p14:cNvContentPartPr/>
                <p14:nvPr/>
              </p14:nvContentPartPr>
              <p14:xfrm>
                <a:off x="11706244" y="9382754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ED40716-47F2-0497-44C3-8C6E7D208F9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97244" y="937375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5A86771-3166-5C07-6780-0EA3AC072C23}"/>
                    </a:ext>
                  </a:extLst>
                </p14:cNvPr>
                <p14:cNvContentPartPr/>
                <p14:nvPr/>
              </p14:nvContentPartPr>
              <p14:xfrm>
                <a:off x="11706244" y="9382754"/>
                <a:ext cx="360" cy="3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5A86771-3166-5C07-6780-0EA3AC072C2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97244" y="937375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0980CB7-0129-66CD-9987-E586C3B631A5}"/>
                    </a:ext>
                  </a:extLst>
                </p14:cNvPr>
                <p14:cNvContentPartPr/>
                <p14:nvPr/>
              </p14:nvContentPartPr>
              <p14:xfrm>
                <a:off x="11715964" y="9389954"/>
                <a:ext cx="360" cy="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0980CB7-0129-66CD-9987-E586C3B631A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706964" y="938095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B22363A-7324-4759-E1BD-B921CAB7C7E5}"/>
                    </a:ext>
                  </a:extLst>
                </p14:cNvPr>
                <p14:cNvContentPartPr/>
                <p14:nvPr/>
              </p14:nvContentPartPr>
              <p14:xfrm>
                <a:off x="11699404" y="9377354"/>
                <a:ext cx="360" cy="3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B22363A-7324-4759-E1BD-B921CAB7C7E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690404" y="936835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E39E802B-4F53-ED52-DB15-0E2407716951}"/>
                  </a:ext>
                </a:extLst>
              </p14:cNvPr>
              <p14:cNvContentPartPr/>
              <p14:nvPr/>
            </p14:nvContentPartPr>
            <p14:xfrm>
              <a:off x="9396124" y="11637434"/>
              <a:ext cx="360" cy="36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E39E802B-4F53-ED52-DB15-0E240771695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387124" y="11628434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57" name="Group 56">
            <a:extLst>
              <a:ext uri="{FF2B5EF4-FFF2-40B4-BE49-F238E27FC236}">
                <a16:creationId xmlns:a16="http://schemas.microsoft.com/office/drawing/2014/main" id="{FA37DC8B-5EAD-168A-A425-829CE3E54E13}"/>
              </a:ext>
            </a:extLst>
          </p:cNvPr>
          <p:cNvGrpSpPr/>
          <p:nvPr/>
        </p:nvGrpSpPr>
        <p:grpSpPr>
          <a:xfrm>
            <a:off x="9615364" y="12025514"/>
            <a:ext cx="19800" cy="44280"/>
            <a:chOff x="11901364" y="9739514"/>
            <a:chExt cx="19800" cy="4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70F5B54-64E0-DED5-2818-1D3BE66BD05F}"/>
                    </a:ext>
                  </a:extLst>
                </p14:cNvPr>
                <p14:cNvContentPartPr/>
                <p14:nvPr/>
              </p14:nvContentPartPr>
              <p14:xfrm>
                <a:off x="11901364" y="9739514"/>
                <a:ext cx="360" cy="3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70F5B54-64E0-DED5-2818-1D3BE66BD05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1892364" y="9730514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5889966-ECEC-A07F-A377-895EF200D36C}"/>
                    </a:ext>
                  </a:extLst>
                </p14:cNvPr>
                <p14:cNvContentPartPr/>
                <p14:nvPr/>
              </p14:nvContentPartPr>
              <p14:xfrm>
                <a:off x="11908564" y="9754274"/>
                <a:ext cx="12600" cy="2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5889966-ECEC-A07F-A377-895EF200D36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899564" y="9745274"/>
                  <a:ext cx="30240" cy="4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249AE615-9008-54CE-E0AD-6F3C8679AFA1}"/>
                  </a:ext>
                </a:extLst>
              </p14:cNvPr>
              <p14:cNvContentPartPr/>
              <p14:nvPr/>
            </p14:nvContentPartPr>
            <p14:xfrm>
              <a:off x="9668284" y="12004274"/>
              <a:ext cx="24480" cy="5004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249AE615-9008-54CE-E0AD-6F3C8679AFA1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659414" y="11995274"/>
                <a:ext cx="41864" cy="6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B8513948-B1B0-6621-F2D8-C3F187AB66AC}"/>
                  </a:ext>
                </a:extLst>
              </p14:cNvPr>
              <p14:cNvContentPartPr/>
              <p14:nvPr/>
            </p14:nvContentPartPr>
            <p14:xfrm>
              <a:off x="9674404" y="12002834"/>
              <a:ext cx="360" cy="36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B8513948-B1B0-6621-F2D8-C3F187AB66A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65404" y="11993834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A50F036B-846C-D745-23F5-B6ABC5E86467}"/>
                  </a:ext>
                </a:extLst>
              </p14:cNvPr>
              <p14:cNvContentPartPr/>
              <p14:nvPr/>
            </p14:nvContentPartPr>
            <p14:xfrm>
              <a:off x="7466486" y="9735910"/>
              <a:ext cx="46440" cy="39960"/>
            </p14:xfrm>
          </p:contentPart>
        </mc:Choice>
        <mc:Fallback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A50F036B-846C-D745-23F5-B6ABC5E86467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7457416" y="9726910"/>
                <a:ext cx="64218" cy="5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B3824ECB-CC9B-8E97-4186-60492A4CC2A8}"/>
                  </a:ext>
                </a:extLst>
              </p14:cNvPr>
              <p14:cNvContentPartPr/>
              <p14:nvPr/>
            </p14:nvContentPartPr>
            <p14:xfrm>
              <a:off x="7481851" y="9804475"/>
              <a:ext cx="47520" cy="3492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B3824ECB-CC9B-8E97-4186-60492A4CC2A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7472851" y="9795567"/>
                <a:ext cx="65160" cy="52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612BF494-2AFF-0F2E-BF6A-4EF5A2CD356F}"/>
                  </a:ext>
                </a:extLst>
              </p14:cNvPr>
              <p14:cNvContentPartPr/>
              <p14:nvPr/>
            </p14:nvContentPartPr>
            <p14:xfrm>
              <a:off x="9492451" y="9585235"/>
              <a:ext cx="45360" cy="3420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612BF494-2AFF-0F2E-BF6A-4EF5A2CD356F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9483451" y="9576329"/>
                <a:ext cx="63000" cy="51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D0F561FE-4505-60A0-80A4-257B3EA4019B}"/>
                  </a:ext>
                </a:extLst>
              </p14:cNvPr>
              <p14:cNvContentPartPr/>
              <p14:nvPr/>
            </p14:nvContentPartPr>
            <p14:xfrm>
              <a:off x="9550360" y="9624775"/>
              <a:ext cx="29160" cy="23760"/>
            </p14:xfrm>
          </p:contentPart>
        </mc:Choice>
        <mc:Fallback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D0F561FE-4505-60A0-80A4-257B3EA4019B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541360" y="9615775"/>
                <a:ext cx="4680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4A54B3C2-7751-4E30-CB3D-0C10F1E23942}"/>
                  </a:ext>
                </a:extLst>
              </p14:cNvPr>
              <p14:cNvContentPartPr/>
              <p14:nvPr/>
            </p14:nvContentPartPr>
            <p14:xfrm>
              <a:off x="7292440" y="11688960"/>
              <a:ext cx="39960" cy="3960"/>
            </p14:xfrm>
          </p:contentPart>
        </mc:Choice>
        <mc:Fallback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4A54B3C2-7751-4E30-CB3D-0C10F1E23942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283440" y="11679960"/>
                <a:ext cx="57600" cy="2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72D9176C-1863-A943-E6E3-09C41824AF07}"/>
                  </a:ext>
                </a:extLst>
              </p14:cNvPr>
              <p14:cNvContentPartPr/>
              <p14:nvPr/>
            </p14:nvContentPartPr>
            <p14:xfrm>
              <a:off x="7294240" y="11749080"/>
              <a:ext cx="26280" cy="1080"/>
            </p14:xfrm>
          </p:contentPart>
        </mc:Choice>
        <mc:Fallback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72D9176C-1863-A943-E6E3-09C41824AF0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7285240" y="11740080"/>
                <a:ext cx="4392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56348744-4CEE-5164-D1DA-7D17DEB879FA}"/>
                  </a:ext>
                </a:extLst>
              </p14:cNvPr>
              <p14:cNvContentPartPr/>
              <p14:nvPr/>
            </p14:nvContentPartPr>
            <p14:xfrm>
              <a:off x="301920" y="12885615"/>
              <a:ext cx="5400" cy="17640"/>
            </p14:xfrm>
          </p:contentPart>
        </mc:Choice>
        <mc:Fallback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56348744-4CEE-5164-D1DA-7D17DEB879FA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292920" y="12876615"/>
                <a:ext cx="23040" cy="3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D541E5C7-416F-F099-3E31-1F3AA7301625}"/>
                  </a:ext>
                </a:extLst>
              </p14:cNvPr>
              <p14:cNvContentPartPr/>
              <p14:nvPr/>
            </p14:nvContentPartPr>
            <p14:xfrm>
              <a:off x="361320" y="12890295"/>
              <a:ext cx="4680" cy="3852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D541E5C7-416F-F099-3E31-1F3AA7301625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351570" y="12881295"/>
                <a:ext cx="23790" cy="56160"/>
              </a:xfrm>
              <a:prstGeom prst="rect">
                <a:avLst/>
              </a:prstGeom>
            </p:spPr>
          </p:pic>
        </mc:Fallback>
      </mc:AlternateContent>
      <p:sp>
        <p:nvSpPr>
          <p:cNvPr id="163" name="Rectangle 162">
            <a:extLst>
              <a:ext uri="{FF2B5EF4-FFF2-40B4-BE49-F238E27FC236}">
                <a16:creationId xmlns:a16="http://schemas.microsoft.com/office/drawing/2014/main" id="{0031FA3B-26B7-008C-C6B4-CDFC72BA14C3}"/>
              </a:ext>
            </a:extLst>
          </p:cNvPr>
          <p:cNvSpPr/>
          <p:nvPr/>
        </p:nvSpPr>
        <p:spPr>
          <a:xfrm>
            <a:off x="-184568" y="5504914"/>
            <a:ext cx="3182009" cy="8342789"/>
          </a:xfrm>
          <a:prstGeom prst="rect">
            <a:avLst/>
          </a:prstGeom>
          <a:solidFill>
            <a:schemeClr val="accent6">
              <a:lumMod val="60000"/>
              <a:lumOff val="4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Left Arrow 165">
            <a:extLst>
              <a:ext uri="{FF2B5EF4-FFF2-40B4-BE49-F238E27FC236}">
                <a16:creationId xmlns:a16="http://schemas.microsoft.com/office/drawing/2014/main" id="{66B90DAE-7B18-74A1-73CF-FC8972A2A416}"/>
              </a:ext>
            </a:extLst>
          </p:cNvPr>
          <p:cNvSpPr/>
          <p:nvPr/>
        </p:nvSpPr>
        <p:spPr>
          <a:xfrm>
            <a:off x="4506535" y="14525318"/>
            <a:ext cx="5592372" cy="731520"/>
          </a:xfrm>
          <a:prstGeom prst="leftArrow">
            <a:avLst/>
          </a:prstGeom>
          <a:solidFill>
            <a:schemeClr val="bg2">
              <a:lumMod val="50000"/>
              <a:alpha val="3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E6C4DB9-445E-EA3B-9418-396590B3BC56}"/>
              </a:ext>
            </a:extLst>
          </p:cNvPr>
          <p:cNvSpPr txBox="1"/>
          <p:nvPr/>
        </p:nvSpPr>
        <p:spPr>
          <a:xfrm>
            <a:off x="5734119" y="14724747"/>
            <a:ext cx="4340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/>
              <a:t>Repeats across all columns</a:t>
            </a:r>
          </a:p>
        </p:txBody>
      </p:sp>
      <p:sp>
        <p:nvSpPr>
          <p:cNvPr id="171" name="Left Arrow 170">
            <a:extLst>
              <a:ext uri="{FF2B5EF4-FFF2-40B4-BE49-F238E27FC236}">
                <a16:creationId xmlns:a16="http://schemas.microsoft.com/office/drawing/2014/main" id="{C36C719D-911D-1D20-7400-F68E2321BADE}"/>
              </a:ext>
            </a:extLst>
          </p:cNvPr>
          <p:cNvSpPr/>
          <p:nvPr/>
        </p:nvSpPr>
        <p:spPr>
          <a:xfrm rot="10800000">
            <a:off x="-184568" y="14057724"/>
            <a:ext cx="6069377" cy="731520"/>
          </a:xfrm>
          <a:prstGeom prst="leftArrow">
            <a:avLst/>
          </a:prstGeom>
          <a:solidFill>
            <a:schemeClr val="accent6">
              <a:lumMod val="60000"/>
              <a:lumOff val="40000"/>
              <a:alpha val="3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59632800-B359-F492-F287-53BB065A4CE3}"/>
              </a:ext>
            </a:extLst>
          </p:cNvPr>
          <p:cNvSpPr txBox="1"/>
          <p:nvPr/>
        </p:nvSpPr>
        <p:spPr>
          <a:xfrm>
            <a:off x="-2011679" y="123444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L6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19A7074-3F4F-90DC-B27F-082FA717AFCD}"/>
              </a:ext>
            </a:extLst>
          </p:cNvPr>
          <p:cNvSpPr txBox="1"/>
          <p:nvPr/>
        </p:nvSpPr>
        <p:spPr>
          <a:xfrm>
            <a:off x="-2011679" y="102870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L5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8D6EF7D5-E5FE-67EA-6B8B-BFE36ECC44F7}"/>
              </a:ext>
            </a:extLst>
          </p:cNvPr>
          <p:cNvSpPr txBox="1"/>
          <p:nvPr/>
        </p:nvSpPr>
        <p:spPr>
          <a:xfrm>
            <a:off x="-2011679" y="82296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L4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425202A7-C149-C815-7299-2D4E24D830BA}"/>
              </a:ext>
            </a:extLst>
          </p:cNvPr>
          <p:cNvSpPr txBox="1"/>
          <p:nvPr/>
        </p:nvSpPr>
        <p:spPr>
          <a:xfrm>
            <a:off x="-2011679" y="6172202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L2/3</a:t>
            </a: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BC904CB0-1FF1-FA68-BBF4-299DEAB8EECA}"/>
              </a:ext>
            </a:extLst>
          </p:cNvPr>
          <p:cNvCxnSpPr/>
          <p:nvPr/>
        </p:nvCxnSpPr>
        <p:spPr>
          <a:xfrm>
            <a:off x="1564121" y="5153547"/>
            <a:ext cx="7083570" cy="0"/>
          </a:xfrm>
          <a:prstGeom prst="straightConnector1">
            <a:avLst/>
          </a:prstGeom>
          <a:ln w="8255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7694FDDE-E0CD-35BD-7D9C-72B54C24A07C}"/>
              </a:ext>
            </a:extLst>
          </p:cNvPr>
          <p:cNvSpPr txBox="1"/>
          <p:nvPr/>
        </p:nvSpPr>
        <p:spPr>
          <a:xfrm>
            <a:off x="-178776" y="4851959"/>
            <a:ext cx="17209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Hi Freq</a:t>
            </a:r>
          </a:p>
        </p:txBody>
      </p:sp>
      <p:sp>
        <p:nvSpPr>
          <p:cNvPr id="658" name="TextBox 657">
            <a:extLst>
              <a:ext uri="{FF2B5EF4-FFF2-40B4-BE49-F238E27FC236}">
                <a16:creationId xmlns:a16="http://schemas.microsoft.com/office/drawing/2014/main" id="{76DA40B6-E14B-87AD-8298-EA63EBCB1446}"/>
              </a:ext>
            </a:extLst>
          </p:cNvPr>
          <p:cNvSpPr txBox="1"/>
          <p:nvPr/>
        </p:nvSpPr>
        <p:spPr>
          <a:xfrm>
            <a:off x="8719028" y="4849287"/>
            <a:ext cx="19135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200" b="1" dirty="0"/>
              <a:t>Low Freq</a:t>
            </a:r>
          </a:p>
        </p:txBody>
      </p:sp>
      <p:sp>
        <p:nvSpPr>
          <p:cNvPr id="659" name="TextBox 658">
            <a:extLst>
              <a:ext uri="{FF2B5EF4-FFF2-40B4-BE49-F238E27FC236}">
                <a16:creationId xmlns:a16="http://schemas.microsoft.com/office/drawing/2014/main" id="{C51CFA13-C7E2-384B-A457-B85A8AB36CF7}"/>
              </a:ext>
            </a:extLst>
          </p:cNvPr>
          <p:cNvSpPr txBox="1"/>
          <p:nvPr/>
        </p:nvSpPr>
        <p:spPr>
          <a:xfrm>
            <a:off x="1871114" y="4578611"/>
            <a:ext cx="1720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Anterior</a:t>
            </a:r>
          </a:p>
        </p:txBody>
      </p:sp>
      <p:sp>
        <p:nvSpPr>
          <p:cNvPr id="660" name="TextBox 659">
            <a:extLst>
              <a:ext uri="{FF2B5EF4-FFF2-40B4-BE49-F238E27FC236}">
                <a16:creationId xmlns:a16="http://schemas.microsoft.com/office/drawing/2014/main" id="{2954ADF3-AC85-4EC9-4347-010EAE428D90}"/>
              </a:ext>
            </a:extLst>
          </p:cNvPr>
          <p:cNvSpPr txBox="1"/>
          <p:nvPr/>
        </p:nvSpPr>
        <p:spPr>
          <a:xfrm>
            <a:off x="6652434" y="4623595"/>
            <a:ext cx="1720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/>
              <a:t>Posterior</a:t>
            </a:r>
          </a:p>
        </p:txBody>
      </p:sp>
      <p:sp>
        <p:nvSpPr>
          <p:cNvPr id="661" name="TextBox 660">
            <a:extLst>
              <a:ext uri="{FF2B5EF4-FFF2-40B4-BE49-F238E27FC236}">
                <a16:creationId xmlns:a16="http://schemas.microsoft.com/office/drawing/2014/main" id="{CBA47115-31EF-0256-84C7-C74FB9BD74C1}"/>
              </a:ext>
            </a:extLst>
          </p:cNvPr>
          <p:cNvSpPr txBox="1"/>
          <p:nvPr/>
        </p:nvSpPr>
        <p:spPr>
          <a:xfrm>
            <a:off x="-1727491" y="3367424"/>
            <a:ext cx="12982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Right ACx Circuit Motifs</a:t>
            </a:r>
          </a:p>
        </p:txBody>
      </p:sp>
      <p:sp>
        <p:nvSpPr>
          <p:cNvPr id="662" name="TextBox 661">
            <a:extLst>
              <a:ext uri="{FF2B5EF4-FFF2-40B4-BE49-F238E27FC236}">
                <a16:creationId xmlns:a16="http://schemas.microsoft.com/office/drawing/2014/main" id="{EC26C707-3F66-8436-F0D3-9274032AC60C}"/>
              </a:ext>
            </a:extLst>
          </p:cNvPr>
          <p:cNvSpPr txBox="1"/>
          <p:nvPr/>
        </p:nvSpPr>
        <p:spPr>
          <a:xfrm>
            <a:off x="11013027" y="6858002"/>
            <a:ext cx="4627263" cy="646331"/>
          </a:xfrm>
          <a:prstGeom prst="rect">
            <a:avLst/>
          </a:prstGeom>
          <a:solidFill>
            <a:schemeClr val="accent2">
              <a:lumMod val="60000"/>
              <a:lumOff val="40000"/>
              <a:alpha val="21321"/>
            </a:schemeClr>
          </a:solidFill>
          <a:ln w="31750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Excitatory into excitatory </a:t>
            </a:r>
            <a:r>
              <a:rPr lang="en-US" b="1" dirty="0" err="1"/>
              <a:t>transcolumnar</a:t>
            </a:r>
            <a:r>
              <a:rPr lang="en-US" b="1" dirty="0"/>
              <a:t> pathways. </a:t>
            </a:r>
            <a:r>
              <a:rPr lang="en-US" dirty="0"/>
              <a:t>(Levy et al. 2019)</a:t>
            </a:r>
          </a:p>
        </p:txBody>
      </p:sp>
      <p:sp>
        <p:nvSpPr>
          <p:cNvPr id="663" name="TextBox 662">
            <a:extLst>
              <a:ext uri="{FF2B5EF4-FFF2-40B4-BE49-F238E27FC236}">
                <a16:creationId xmlns:a16="http://schemas.microsoft.com/office/drawing/2014/main" id="{8DADA228-BDB1-F4F6-92AD-149FCF6D2971}"/>
              </a:ext>
            </a:extLst>
          </p:cNvPr>
          <p:cNvSpPr txBox="1"/>
          <p:nvPr/>
        </p:nvSpPr>
        <p:spPr>
          <a:xfrm>
            <a:off x="11018720" y="7680962"/>
            <a:ext cx="4627263" cy="646331"/>
          </a:xfrm>
          <a:prstGeom prst="rect">
            <a:avLst/>
          </a:prstGeom>
          <a:solidFill>
            <a:schemeClr val="accent6">
              <a:lumMod val="60000"/>
              <a:lumOff val="40000"/>
              <a:alpha val="21321"/>
            </a:schemeClr>
          </a:solidFill>
          <a:ln w="31750"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Loops and recurrent pathways unique to the right ACx. </a:t>
            </a:r>
            <a:r>
              <a:rPr lang="en-US" dirty="0"/>
              <a:t>(Oviedo et al. 2010)</a:t>
            </a:r>
          </a:p>
        </p:txBody>
      </p:sp>
      <p:sp>
        <p:nvSpPr>
          <p:cNvPr id="664" name="TextBox 663">
            <a:extLst>
              <a:ext uri="{FF2B5EF4-FFF2-40B4-BE49-F238E27FC236}">
                <a16:creationId xmlns:a16="http://schemas.microsoft.com/office/drawing/2014/main" id="{85CA46F8-B295-9323-7775-182BDF17F612}"/>
              </a:ext>
            </a:extLst>
          </p:cNvPr>
          <p:cNvSpPr txBox="1"/>
          <p:nvPr/>
        </p:nvSpPr>
        <p:spPr>
          <a:xfrm>
            <a:off x="11013025" y="5486402"/>
            <a:ext cx="4618368" cy="1200329"/>
          </a:xfrm>
          <a:prstGeom prst="rect">
            <a:avLst/>
          </a:prstGeom>
          <a:solidFill>
            <a:schemeClr val="bg2">
              <a:lumMod val="50000"/>
              <a:alpha val="21321"/>
            </a:schemeClr>
          </a:solidFill>
          <a:ln w="31750">
            <a:solidFill>
              <a:schemeClr val="bg2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Excitatory into inhibitory pathways unique to the right ACx. </a:t>
            </a:r>
            <a:r>
              <a:rPr lang="en-US" dirty="0"/>
              <a:t>(Oviedo 2017)</a:t>
            </a:r>
          </a:p>
          <a:p>
            <a:pPr marL="285750" indent="-285750">
              <a:buFontTx/>
              <a:buChar char="-"/>
            </a:pPr>
            <a:r>
              <a:rPr lang="en-US" dirty="0"/>
              <a:t>The </a:t>
            </a:r>
            <a:r>
              <a:rPr lang="en-US" dirty="0" err="1"/>
              <a:t>transcolumnar</a:t>
            </a:r>
            <a:r>
              <a:rPr lang="en-US" dirty="0"/>
              <a:t> L6PN to L3SST projection is not always there.</a:t>
            </a:r>
          </a:p>
        </p:txBody>
      </p:sp>
      <p:cxnSp>
        <p:nvCxnSpPr>
          <p:cNvPr id="666" name="Straight Connector 665">
            <a:extLst>
              <a:ext uri="{FF2B5EF4-FFF2-40B4-BE49-F238E27FC236}">
                <a16:creationId xmlns:a16="http://schemas.microsoft.com/office/drawing/2014/main" id="{703CFCD2-B11B-4BF1-0D55-DED7641ADF58}"/>
              </a:ext>
            </a:extLst>
          </p:cNvPr>
          <p:cNvCxnSpPr>
            <a:cxnSpLocks/>
          </p:cNvCxnSpPr>
          <p:nvPr/>
        </p:nvCxnSpPr>
        <p:spPr>
          <a:xfrm>
            <a:off x="-1858487" y="4198419"/>
            <a:ext cx="174898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>
            <a:extLst>
              <a:ext uri="{FF2B5EF4-FFF2-40B4-BE49-F238E27FC236}">
                <a16:creationId xmlns:a16="http://schemas.microsoft.com/office/drawing/2014/main" id="{6E0C8076-1FC2-982A-8BCD-D67A65BA5294}"/>
              </a:ext>
            </a:extLst>
          </p:cNvPr>
          <p:cNvSpPr/>
          <p:nvPr/>
        </p:nvSpPr>
        <p:spPr>
          <a:xfrm>
            <a:off x="49297" y="5588285"/>
            <a:ext cx="1639802" cy="6833170"/>
          </a:xfrm>
          <a:custGeom>
            <a:avLst/>
            <a:gdLst>
              <a:gd name="connsiteX0" fmla="*/ 334129 w 1489829"/>
              <a:gd name="connsiteY0" fmla="*/ 6900568 h 6932575"/>
              <a:gd name="connsiteX1" fmla="*/ 29329 w 1489829"/>
              <a:gd name="connsiteY1" fmla="*/ 6265568 h 6932575"/>
              <a:gd name="connsiteX2" fmla="*/ 29329 w 1489829"/>
              <a:gd name="connsiteY2" fmla="*/ 2379368 h 6932575"/>
              <a:gd name="connsiteX3" fmla="*/ 181729 w 1489829"/>
              <a:gd name="connsiteY3" fmla="*/ 156868 h 6932575"/>
              <a:gd name="connsiteX4" fmla="*/ 1489829 w 1489829"/>
              <a:gd name="connsiteY4" fmla="*/ 360068 h 6932575"/>
              <a:gd name="connsiteX0" fmla="*/ 384949 w 1540649"/>
              <a:gd name="connsiteY0" fmla="*/ 6900568 h 6908439"/>
              <a:gd name="connsiteX1" fmla="*/ 16649 w 1540649"/>
              <a:gd name="connsiteY1" fmla="*/ 5935368 h 6908439"/>
              <a:gd name="connsiteX2" fmla="*/ 80149 w 1540649"/>
              <a:gd name="connsiteY2" fmla="*/ 2379368 h 6908439"/>
              <a:gd name="connsiteX3" fmla="*/ 232549 w 1540649"/>
              <a:gd name="connsiteY3" fmla="*/ 156868 h 6908439"/>
              <a:gd name="connsiteX4" fmla="*/ 1540649 w 1540649"/>
              <a:gd name="connsiteY4" fmla="*/ 360068 h 6908439"/>
              <a:gd name="connsiteX0" fmla="*/ 384949 w 1540649"/>
              <a:gd name="connsiteY0" fmla="*/ 6900568 h 6900568"/>
              <a:gd name="connsiteX1" fmla="*/ 16649 w 1540649"/>
              <a:gd name="connsiteY1" fmla="*/ 5935368 h 6900568"/>
              <a:gd name="connsiteX2" fmla="*/ 80149 w 1540649"/>
              <a:gd name="connsiteY2" fmla="*/ 2379368 h 6900568"/>
              <a:gd name="connsiteX3" fmla="*/ 232549 w 1540649"/>
              <a:gd name="connsiteY3" fmla="*/ 156868 h 6900568"/>
              <a:gd name="connsiteX4" fmla="*/ 1540649 w 1540649"/>
              <a:gd name="connsiteY4" fmla="*/ 360068 h 6900568"/>
              <a:gd name="connsiteX0" fmla="*/ 384949 w 1540649"/>
              <a:gd name="connsiteY0" fmla="*/ 6900568 h 6900568"/>
              <a:gd name="connsiteX1" fmla="*/ 16649 w 1540649"/>
              <a:gd name="connsiteY1" fmla="*/ 5935368 h 6900568"/>
              <a:gd name="connsiteX2" fmla="*/ 80149 w 1540649"/>
              <a:gd name="connsiteY2" fmla="*/ 2379368 h 6900568"/>
              <a:gd name="connsiteX3" fmla="*/ 232549 w 1540649"/>
              <a:gd name="connsiteY3" fmla="*/ 156868 h 6900568"/>
              <a:gd name="connsiteX4" fmla="*/ 1540649 w 1540649"/>
              <a:gd name="connsiteY4" fmla="*/ 360068 h 6900568"/>
              <a:gd name="connsiteX0" fmla="*/ 381098 w 1536798"/>
              <a:gd name="connsiteY0" fmla="*/ 6900568 h 6900568"/>
              <a:gd name="connsiteX1" fmla="*/ 12798 w 1536798"/>
              <a:gd name="connsiteY1" fmla="*/ 5935368 h 6900568"/>
              <a:gd name="connsiteX2" fmla="*/ 228698 w 1536798"/>
              <a:gd name="connsiteY2" fmla="*/ 156868 h 6900568"/>
              <a:gd name="connsiteX3" fmla="*/ 1536798 w 1536798"/>
              <a:gd name="connsiteY3" fmla="*/ 360068 h 6900568"/>
              <a:gd name="connsiteX0" fmla="*/ 524553 w 1680253"/>
              <a:gd name="connsiteY0" fmla="*/ 6929322 h 6929322"/>
              <a:gd name="connsiteX1" fmla="*/ 156253 w 1680253"/>
              <a:gd name="connsiteY1" fmla="*/ 5964122 h 6929322"/>
              <a:gd name="connsiteX2" fmla="*/ 118153 w 1680253"/>
              <a:gd name="connsiteY2" fmla="*/ 147522 h 6929322"/>
              <a:gd name="connsiteX3" fmla="*/ 1680253 w 1680253"/>
              <a:gd name="connsiteY3" fmla="*/ 388822 h 6929322"/>
              <a:gd name="connsiteX0" fmla="*/ 524553 w 1680253"/>
              <a:gd name="connsiteY0" fmla="*/ 6929322 h 6929322"/>
              <a:gd name="connsiteX1" fmla="*/ 156253 w 1680253"/>
              <a:gd name="connsiteY1" fmla="*/ 5964122 h 6929322"/>
              <a:gd name="connsiteX2" fmla="*/ 118153 w 1680253"/>
              <a:gd name="connsiteY2" fmla="*/ 147522 h 6929322"/>
              <a:gd name="connsiteX3" fmla="*/ 1680253 w 1680253"/>
              <a:gd name="connsiteY3" fmla="*/ 388822 h 6929322"/>
              <a:gd name="connsiteX0" fmla="*/ 559784 w 1715484"/>
              <a:gd name="connsiteY0" fmla="*/ 6929322 h 6929322"/>
              <a:gd name="connsiteX1" fmla="*/ 89884 w 1715484"/>
              <a:gd name="connsiteY1" fmla="*/ 5926022 h 6929322"/>
              <a:gd name="connsiteX2" fmla="*/ 153384 w 1715484"/>
              <a:gd name="connsiteY2" fmla="*/ 147522 h 6929322"/>
              <a:gd name="connsiteX3" fmla="*/ 1715484 w 1715484"/>
              <a:gd name="connsiteY3" fmla="*/ 388822 h 6929322"/>
              <a:gd name="connsiteX0" fmla="*/ 649299 w 1804999"/>
              <a:gd name="connsiteY0" fmla="*/ 6929322 h 6929322"/>
              <a:gd name="connsiteX1" fmla="*/ 179399 w 1804999"/>
              <a:gd name="connsiteY1" fmla="*/ 5926022 h 6929322"/>
              <a:gd name="connsiteX2" fmla="*/ 242899 w 1804999"/>
              <a:gd name="connsiteY2" fmla="*/ 147522 h 6929322"/>
              <a:gd name="connsiteX3" fmla="*/ 1804999 w 1804999"/>
              <a:gd name="connsiteY3" fmla="*/ 388822 h 6929322"/>
              <a:gd name="connsiteX0" fmla="*/ 649299 w 1804999"/>
              <a:gd name="connsiteY0" fmla="*/ 6929322 h 6929348"/>
              <a:gd name="connsiteX1" fmla="*/ 179399 w 1804999"/>
              <a:gd name="connsiteY1" fmla="*/ 5926022 h 6929348"/>
              <a:gd name="connsiteX2" fmla="*/ 242899 w 1804999"/>
              <a:gd name="connsiteY2" fmla="*/ 147522 h 6929348"/>
              <a:gd name="connsiteX3" fmla="*/ 1804999 w 1804999"/>
              <a:gd name="connsiteY3" fmla="*/ 388822 h 6929348"/>
              <a:gd name="connsiteX0" fmla="*/ 470637 w 1626337"/>
              <a:gd name="connsiteY0" fmla="*/ 6919628 h 6922203"/>
              <a:gd name="connsiteX1" fmla="*/ 737 w 1626337"/>
              <a:gd name="connsiteY1" fmla="*/ 5916328 h 6922203"/>
              <a:gd name="connsiteX2" fmla="*/ 394437 w 1626337"/>
              <a:gd name="connsiteY2" fmla="*/ 150528 h 6922203"/>
              <a:gd name="connsiteX3" fmla="*/ 1626337 w 1626337"/>
              <a:gd name="connsiteY3" fmla="*/ 379128 h 6922203"/>
              <a:gd name="connsiteX0" fmla="*/ 470637 w 1626337"/>
              <a:gd name="connsiteY0" fmla="*/ 6947817 h 6950392"/>
              <a:gd name="connsiteX1" fmla="*/ 737 w 1626337"/>
              <a:gd name="connsiteY1" fmla="*/ 5944517 h 6950392"/>
              <a:gd name="connsiteX2" fmla="*/ 394437 w 1626337"/>
              <a:gd name="connsiteY2" fmla="*/ 178717 h 6950392"/>
              <a:gd name="connsiteX3" fmla="*/ 1626337 w 1626337"/>
              <a:gd name="connsiteY3" fmla="*/ 407317 h 6950392"/>
              <a:gd name="connsiteX0" fmla="*/ 470955 w 1626655"/>
              <a:gd name="connsiteY0" fmla="*/ 6840430 h 6841392"/>
              <a:gd name="connsiteX1" fmla="*/ 1055 w 1626655"/>
              <a:gd name="connsiteY1" fmla="*/ 5837130 h 6841392"/>
              <a:gd name="connsiteX2" fmla="*/ 382055 w 1626655"/>
              <a:gd name="connsiteY2" fmla="*/ 223730 h 6841392"/>
              <a:gd name="connsiteX3" fmla="*/ 1626655 w 1626655"/>
              <a:gd name="connsiteY3" fmla="*/ 299930 h 6841392"/>
              <a:gd name="connsiteX0" fmla="*/ 484102 w 1639802"/>
              <a:gd name="connsiteY0" fmla="*/ 6832315 h 6833170"/>
              <a:gd name="connsiteX1" fmla="*/ 14202 w 1639802"/>
              <a:gd name="connsiteY1" fmla="*/ 5829015 h 6833170"/>
              <a:gd name="connsiteX2" fmla="*/ 255502 w 1639802"/>
              <a:gd name="connsiteY2" fmla="*/ 228315 h 6833170"/>
              <a:gd name="connsiteX3" fmla="*/ 1639802 w 1639802"/>
              <a:gd name="connsiteY3" fmla="*/ 291815 h 683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39802" h="6833170">
                <a:moveTo>
                  <a:pt x="484102" y="6832315"/>
                </a:moveTo>
                <a:cubicBezTo>
                  <a:pt x="407902" y="6828081"/>
                  <a:pt x="52302" y="6929682"/>
                  <a:pt x="14202" y="5829015"/>
                </a:cubicBezTo>
                <a:cubicBezTo>
                  <a:pt x="-23898" y="4728348"/>
                  <a:pt x="1502" y="1157532"/>
                  <a:pt x="255502" y="228315"/>
                </a:cubicBezTo>
                <a:cubicBezTo>
                  <a:pt x="397319" y="-171735"/>
                  <a:pt x="1107460" y="21940"/>
                  <a:pt x="1639802" y="291815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269F99EC-045A-A303-7FA3-2AFD8182C863}"/>
              </a:ext>
            </a:extLst>
          </p:cNvPr>
          <p:cNvSpPr/>
          <p:nvPr/>
        </p:nvSpPr>
        <p:spPr>
          <a:xfrm>
            <a:off x="1866899" y="7327902"/>
            <a:ext cx="900480" cy="5030623"/>
          </a:xfrm>
          <a:custGeom>
            <a:avLst/>
            <a:gdLst>
              <a:gd name="connsiteX0" fmla="*/ 139700 w 960630"/>
              <a:gd name="connsiteY0" fmla="*/ 0 h 5181285"/>
              <a:gd name="connsiteX1" fmla="*/ 698500 w 960630"/>
              <a:gd name="connsiteY1" fmla="*/ 863600 h 5181285"/>
              <a:gd name="connsiteX2" fmla="*/ 927100 w 960630"/>
              <a:gd name="connsiteY2" fmla="*/ 4686300 h 5181285"/>
              <a:gd name="connsiteX3" fmla="*/ 0 w 960630"/>
              <a:gd name="connsiteY3" fmla="*/ 5016500 h 5181285"/>
              <a:gd name="connsiteX0" fmla="*/ 139700 w 983898"/>
              <a:gd name="connsiteY0" fmla="*/ 0 h 5050476"/>
              <a:gd name="connsiteX1" fmla="*/ 698500 w 983898"/>
              <a:gd name="connsiteY1" fmla="*/ 863600 h 5050476"/>
              <a:gd name="connsiteX2" fmla="*/ 952500 w 983898"/>
              <a:gd name="connsiteY2" fmla="*/ 3937000 h 5050476"/>
              <a:gd name="connsiteX3" fmla="*/ 0 w 983898"/>
              <a:gd name="connsiteY3" fmla="*/ 5016500 h 5050476"/>
              <a:gd name="connsiteX0" fmla="*/ 139700 w 983898"/>
              <a:gd name="connsiteY0" fmla="*/ 0 h 5025280"/>
              <a:gd name="connsiteX1" fmla="*/ 698500 w 983898"/>
              <a:gd name="connsiteY1" fmla="*/ 863600 h 5025280"/>
              <a:gd name="connsiteX2" fmla="*/ 952500 w 983898"/>
              <a:gd name="connsiteY2" fmla="*/ 3937000 h 5025280"/>
              <a:gd name="connsiteX3" fmla="*/ 0 w 983898"/>
              <a:gd name="connsiteY3" fmla="*/ 5016500 h 5025280"/>
              <a:gd name="connsiteX0" fmla="*/ 139700 w 1054034"/>
              <a:gd name="connsiteY0" fmla="*/ 0 h 5025280"/>
              <a:gd name="connsiteX1" fmla="*/ 965200 w 1054034"/>
              <a:gd name="connsiteY1" fmla="*/ 1092200 h 5025280"/>
              <a:gd name="connsiteX2" fmla="*/ 952500 w 1054034"/>
              <a:gd name="connsiteY2" fmla="*/ 3937000 h 5025280"/>
              <a:gd name="connsiteX3" fmla="*/ 0 w 1054034"/>
              <a:gd name="connsiteY3" fmla="*/ 5016500 h 5025280"/>
              <a:gd name="connsiteX0" fmla="*/ 139700 w 999715"/>
              <a:gd name="connsiteY0" fmla="*/ 0 h 5030623"/>
              <a:gd name="connsiteX1" fmla="*/ 965200 w 999715"/>
              <a:gd name="connsiteY1" fmla="*/ 1092200 h 5030623"/>
              <a:gd name="connsiteX2" fmla="*/ 787400 w 999715"/>
              <a:gd name="connsiteY2" fmla="*/ 4152900 h 5030623"/>
              <a:gd name="connsiteX3" fmla="*/ 0 w 999715"/>
              <a:gd name="connsiteY3" fmla="*/ 5016500 h 5030623"/>
              <a:gd name="connsiteX0" fmla="*/ 139700 w 900480"/>
              <a:gd name="connsiteY0" fmla="*/ 0 h 5030623"/>
              <a:gd name="connsiteX1" fmla="*/ 838200 w 900480"/>
              <a:gd name="connsiteY1" fmla="*/ 863600 h 5030623"/>
              <a:gd name="connsiteX2" fmla="*/ 787400 w 900480"/>
              <a:gd name="connsiteY2" fmla="*/ 4152900 h 5030623"/>
              <a:gd name="connsiteX3" fmla="*/ 0 w 900480"/>
              <a:gd name="connsiteY3" fmla="*/ 5016500 h 5030623"/>
              <a:gd name="connsiteX0" fmla="*/ 139700 w 900480"/>
              <a:gd name="connsiteY0" fmla="*/ 0 h 5030623"/>
              <a:gd name="connsiteX1" fmla="*/ 838200 w 900480"/>
              <a:gd name="connsiteY1" fmla="*/ 863600 h 5030623"/>
              <a:gd name="connsiteX2" fmla="*/ 787400 w 900480"/>
              <a:gd name="connsiteY2" fmla="*/ 4152900 h 5030623"/>
              <a:gd name="connsiteX3" fmla="*/ 0 w 900480"/>
              <a:gd name="connsiteY3" fmla="*/ 5016500 h 5030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00480" h="5030623">
                <a:moveTo>
                  <a:pt x="139700" y="0"/>
                </a:moveTo>
                <a:cubicBezTo>
                  <a:pt x="340783" y="155575"/>
                  <a:pt x="730250" y="171450"/>
                  <a:pt x="838200" y="863600"/>
                </a:cubicBezTo>
                <a:cubicBezTo>
                  <a:pt x="946150" y="1555750"/>
                  <a:pt x="903817" y="3460750"/>
                  <a:pt x="787400" y="4152900"/>
                </a:cubicBezTo>
                <a:cubicBezTo>
                  <a:pt x="670983" y="4845050"/>
                  <a:pt x="494241" y="5095875"/>
                  <a:pt x="0" y="501650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D5D948B-0C71-20F0-F449-4F5D04969EBF}"/>
              </a:ext>
            </a:extLst>
          </p:cNvPr>
          <p:cNvSpPr txBox="1"/>
          <p:nvPr/>
        </p:nvSpPr>
        <p:spPr>
          <a:xfrm>
            <a:off x="1599655" y="13811646"/>
            <a:ext cx="64151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Repeats across all columns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C4D10950-E805-3A86-A88A-27DFF543DDA6}"/>
              </a:ext>
            </a:extLst>
          </p:cNvPr>
          <p:cNvSpPr/>
          <p:nvPr/>
        </p:nvSpPr>
        <p:spPr>
          <a:xfrm>
            <a:off x="2019300" y="7327901"/>
            <a:ext cx="3937000" cy="6298855"/>
          </a:xfrm>
          <a:custGeom>
            <a:avLst/>
            <a:gdLst>
              <a:gd name="connsiteX0" fmla="*/ 0 w 3944661"/>
              <a:gd name="connsiteY0" fmla="*/ 6184900 h 6962450"/>
              <a:gd name="connsiteX1" fmla="*/ 482600 w 3944661"/>
              <a:gd name="connsiteY1" fmla="*/ 6477000 h 6962450"/>
              <a:gd name="connsiteX2" fmla="*/ 1663700 w 3944661"/>
              <a:gd name="connsiteY2" fmla="*/ 520700 h 6962450"/>
              <a:gd name="connsiteX3" fmla="*/ 3594100 w 3944661"/>
              <a:gd name="connsiteY3" fmla="*/ 355600 h 6962450"/>
              <a:gd name="connsiteX4" fmla="*/ 3937000 w 3944661"/>
              <a:gd name="connsiteY4" fmla="*/ 0 h 6962450"/>
              <a:gd name="connsiteX0" fmla="*/ 0 w 3944661"/>
              <a:gd name="connsiteY0" fmla="*/ 6184900 h 6581790"/>
              <a:gd name="connsiteX1" fmla="*/ 1168400 w 3944661"/>
              <a:gd name="connsiteY1" fmla="*/ 5778500 h 6581790"/>
              <a:gd name="connsiteX2" fmla="*/ 1663700 w 3944661"/>
              <a:gd name="connsiteY2" fmla="*/ 520700 h 6581790"/>
              <a:gd name="connsiteX3" fmla="*/ 3594100 w 3944661"/>
              <a:gd name="connsiteY3" fmla="*/ 355600 h 6581790"/>
              <a:gd name="connsiteX4" fmla="*/ 3937000 w 3944661"/>
              <a:gd name="connsiteY4" fmla="*/ 0 h 6581790"/>
              <a:gd name="connsiteX0" fmla="*/ 0 w 3944661"/>
              <a:gd name="connsiteY0" fmla="*/ 6184900 h 6422508"/>
              <a:gd name="connsiteX1" fmla="*/ 1219200 w 3944661"/>
              <a:gd name="connsiteY1" fmla="*/ 5181600 h 6422508"/>
              <a:gd name="connsiteX2" fmla="*/ 1663700 w 3944661"/>
              <a:gd name="connsiteY2" fmla="*/ 520700 h 6422508"/>
              <a:gd name="connsiteX3" fmla="*/ 3594100 w 3944661"/>
              <a:gd name="connsiteY3" fmla="*/ 355600 h 6422508"/>
              <a:gd name="connsiteX4" fmla="*/ 3937000 w 3944661"/>
              <a:gd name="connsiteY4" fmla="*/ 0 h 6422508"/>
              <a:gd name="connsiteX0" fmla="*/ 0 w 3944661"/>
              <a:gd name="connsiteY0" fmla="*/ 6184900 h 6298855"/>
              <a:gd name="connsiteX1" fmla="*/ 1219200 w 3944661"/>
              <a:gd name="connsiteY1" fmla="*/ 5181600 h 6298855"/>
              <a:gd name="connsiteX2" fmla="*/ 1663700 w 3944661"/>
              <a:gd name="connsiteY2" fmla="*/ 520700 h 6298855"/>
              <a:gd name="connsiteX3" fmla="*/ 3594100 w 3944661"/>
              <a:gd name="connsiteY3" fmla="*/ 355600 h 6298855"/>
              <a:gd name="connsiteX4" fmla="*/ 3937000 w 3944661"/>
              <a:gd name="connsiteY4" fmla="*/ 0 h 6298855"/>
              <a:gd name="connsiteX0" fmla="*/ 0 w 3937000"/>
              <a:gd name="connsiteY0" fmla="*/ 6208341 h 6322296"/>
              <a:gd name="connsiteX1" fmla="*/ 1219200 w 3937000"/>
              <a:gd name="connsiteY1" fmla="*/ 5205041 h 6322296"/>
              <a:gd name="connsiteX2" fmla="*/ 1663700 w 3937000"/>
              <a:gd name="connsiteY2" fmla="*/ 544141 h 6322296"/>
              <a:gd name="connsiteX3" fmla="*/ 3937000 w 3937000"/>
              <a:gd name="connsiteY3" fmla="*/ 23441 h 6322296"/>
              <a:gd name="connsiteX0" fmla="*/ 0 w 3937000"/>
              <a:gd name="connsiteY0" fmla="*/ 6184900 h 6298855"/>
              <a:gd name="connsiteX1" fmla="*/ 1219200 w 3937000"/>
              <a:gd name="connsiteY1" fmla="*/ 5181600 h 6298855"/>
              <a:gd name="connsiteX2" fmla="*/ 1663700 w 3937000"/>
              <a:gd name="connsiteY2" fmla="*/ 520700 h 6298855"/>
              <a:gd name="connsiteX3" fmla="*/ 3937000 w 3937000"/>
              <a:gd name="connsiteY3" fmla="*/ 0 h 6298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7000" h="6298855">
                <a:moveTo>
                  <a:pt x="0" y="6184900"/>
                </a:moveTo>
                <a:cubicBezTo>
                  <a:pt x="521758" y="6510866"/>
                  <a:pt x="941917" y="6125633"/>
                  <a:pt x="1219200" y="5181600"/>
                </a:cubicBezTo>
                <a:cubicBezTo>
                  <a:pt x="1496483" y="4237567"/>
                  <a:pt x="1210733" y="1384300"/>
                  <a:pt x="1663700" y="520700"/>
                </a:cubicBezTo>
                <a:cubicBezTo>
                  <a:pt x="2116667" y="-342900"/>
                  <a:pt x="3564996" y="730779"/>
                  <a:pt x="3937000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1A07A431-BCB3-FE04-B5A0-1A27E33BCF71}"/>
              </a:ext>
            </a:extLst>
          </p:cNvPr>
          <p:cNvSpPr/>
          <p:nvPr/>
        </p:nvSpPr>
        <p:spPr>
          <a:xfrm>
            <a:off x="6019800" y="6956167"/>
            <a:ext cx="1778000" cy="5707297"/>
          </a:xfrm>
          <a:custGeom>
            <a:avLst/>
            <a:gdLst>
              <a:gd name="connsiteX0" fmla="*/ 1778000 w 1778000"/>
              <a:gd name="connsiteY0" fmla="*/ 6144463 h 6195564"/>
              <a:gd name="connsiteX1" fmla="*/ 1155700 w 1778000"/>
              <a:gd name="connsiteY1" fmla="*/ 5369763 h 6195564"/>
              <a:gd name="connsiteX2" fmla="*/ 749300 w 1778000"/>
              <a:gd name="connsiteY2" fmla="*/ 442163 h 6195564"/>
              <a:gd name="connsiteX3" fmla="*/ 0 w 1778000"/>
              <a:gd name="connsiteY3" fmla="*/ 543763 h 6195564"/>
              <a:gd name="connsiteX0" fmla="*/ 1778000 w 1778000"/>
              <a:gd name="connsiteY0" fmla="*/ 5798861 h 5830453"/>
              <a:gd name="connsiteX1" fmla="*/ 1155700 w 1778000"/>
              <a:gd name="connsiteY1" fmla="*/ 5024161 h 5830453"/>
              <a:gd name="connsiteX2" fmla="*/ 889000 w 1778000"/>
              <a:gd name="connsiteY2" fmla="*/ 909361 h 5830453"/>
              <a:gd name="connsiteX3" fmla="*/ 0 w 1778000"/>
              <a:gd name="connsiteY3" fmla="*/ 198161 h 5830453"/>
              <a:gd name="connsiteX0" fmla="*/ 1778000 w 1778000"/>
              <a:gd name="connsiteY0" fmla="*/ 5693034 h 5724626"/>
              <a:gd name="connsiteX1" fmla="*/ 1155700 w 1778000"/>
              <a:gd name="connsiteY1" fmla="*/ 4918334 h 5724626"/>
              <a:gd name="connsiteX2" fmla="*/ 889000 w 1778000"/>
              <a:gd name="connsiteY2" fmla="*/ 803534 h 5724626"/>
              <a:gd name="connsiteX3" fmla="*/ 0 w 1778000"/>
              <a:gd name="connsiteY3" fmla="*/ 92334 h 5724626"/>
              <a:gd name="connsiteX0" fmla="*/ 1778000 w 1778000"/>
              <a:gd name="connsiteY0" fmla="*/ 5693034 h 5707297"/>
              <a:gd name="connsiteX1" fmla="*/ 1117600 w 1778000"/>
              <a:gd name="connsiteY1" fmla="*/ 4651634 h 5707297"/>
              <a:gd name="connsiteX2" fmla="*/ 889000 w 1778000"/>
              <a:gd name="connsiteY2" fmla="*/ 803534 h 5707297"/>
              <a:gd name="connsiteX3" fmla="*/ 0 w 1778000"/>
              <a:gd name="connsiteY3" fmla="*/ 92334 h 57072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8000" h="5707297">
                <a:moveTo>
                  <a:pt x="1778000" y="5693034"/>
                </a:moveTo>
                <a:cubicBezTo>
                  <a:pt x="1552575" y="5780875"/>
                  <a:pt x="1265767" y="5466551"/>
                  <a:pt x="1117600" y="4651634"/>
                </a:cubicBezTo>
                <a:cubicBezTo>
                  <a:pt x="969433" y="3836717"/>
                  <a:pt x="1081617" y="1607867"/>
                  <a:pt x="889000" y="803534"/>
                </a:cubicBezTo>
                <a:cubicBezTo>
                  <a:pt x="696383" y="-799"/>
                  <a:pt x="468841" y="-119333"/>
                  <a:pt x="0" y="92334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F8C20C97-55F6-4FA5-F314-FFD06D6B224A}"/>
              </a:ext>
            </a:extLst>
          </p:cNvPr>
          <p:cNvSpPr/>
          <p:nvPr/>
        </p:nvSpPr>
        <p:spPr>
          <a:xfrm>
            <a:off x="5674360" y="6273800"/>
            <a:ext cx="2402840" cy="7386176"/>
          </a:xfrm>
          <a:custGeom>
            <a:avLst/>
            <a:gdLst>
              <a:gd name="connsiteX0" fmla="*/ 0 w 2413000"/>
              <a:gd name="connsiteY0" fmla="*/ 7736499 h 8595148"/>
              <a:gd name="connsiteX1" fmla="*/ 444500 w 2413000"/>
              <a:gd name="connsiteY1" fmla="*/ 7977799 h 8595148"/>
              <a:gd name="connsiteX2" fmla="*/ 1778000 w 2413000"/>
              <a:gd name="connsiteY2" fmla="*/ 789599 h 8595148"/>
              <a:gd name="connsiteX3" fmla="*/ 2413000 w 2413000"/>
              <a:gd name="connsiteY3" fmla="*/ 510199 h 8595148"/>
              <a:gd name="connsiteX0" fmla="*/ 0 w 2413000"/>
              <a:gd name="connsiteY0" fmla="*/ 7423815 h 8217948"/>
              <a:gd name="connsiteX1" fmla="*/ 444500 w 2413000"/>
              <a:gd name="connsiteY1" fmla="*/ 7665115 h 8217948"/>
              <a:gd name="connsiteX2" fmla="*/ 1409700 w 2413000"/>
              <a:gd name="connsiteY2" fmla="*/ 1365915 h 8217948"/>
              <a:gd name="connsiteX3" fmla="*/ 2413000 w 2413000"/>
              <a:gd name="connsiteY3" fmla="*/ 197515 h 8217948"/>
              <a:gd name="connsiteX0" fmla="*/ 0 w 2413000"/>
              <a:gd name="connsiteY0" fmla="*/ 7226300 h 8020433"/>
              <a:gd name="connsiteX1" fmla="*/ 444500 w 2413000"/>
              <a:gd name="connsiteY1" fmla="*/ 7467600 h 8020433"/>
              <a:gd name="connsiteX2" fmla="*/ 1409700 w 2413000"/>
              <a:gd name="connsiteY2" fmla="*/ 1168400 h 8020433"/>
              <a:gd name="connsiteX3" fmla="*/ 2413000 w 2413000"/>
              <a:gd name="connsiteY3" fmla="*/ 0 h 8020433"/>
              <a:gd name="connsiteX0" fmla="*/ 0 w 2413000"/>
              <a:gd name="connsiteY0" fmla="*/ 7226300 h 7627515"/>
              <a:gd name="connsiteX1" fmla="*/ 914400 w 2413000"/>
              <a:gd name="connsiteY1" fmla="*/ 6680200 h 7627515"/>
              <a:gd name="connsiteX2" fmla="*/ 1409700 w 2413000"/>
              <a:gd name="connsiteY2" fmla="*/ 1168400 h 7627515"/>
              <a:gd name="connsiteX3" fmla="*/ 2413000 w 2413000"/>
              <a:gd name="connsiteY3" fmla="*/ 0 h 7627515"/>
              <a:gd name="connsiteX0" fmla="*/ 0 w 2413000"/>
              <a:gd name="connsiteY0" fmla="*/ 7226300 h 7373386"/>
              <a:gd name="connsiteX1" fmla="*/ 914400 w 2413000"/>
              <a:gd name="connsiteY1" fmla="*/ 6680200 h 7373386"/>
              <a:gd name="connsiteX2" fmla="*/ 1409700 w 2413000"/>
              <a:gd name="connsiteY2" fmla="*/ 1168400 h 7373386"/>
              <a:gd name="connsiteX3" fmla="*/ 2413000 w 2413000"/>
              <a:gd name="connsiteY3" fmla="*/ 0 h 7373386"/>
              <a:gd name="connsiteX0" fmla="*/ 0 w 2402840"/>
              <a:gd name="connsiteY0" fmla="*/ 7266940 h 7399227"/>
              <a:gd name="connsiteX1" fmla="*/ 904240 w 2402840"/>
              <a:gd name="connsiteY1" fmla="*/ 6680200 h 7399227"/>
              <a:gd name="connsiteX2" fmla="*/ 1399540 w 2402840"/>
              <a:gd name="connsiteY2" fmla="*/ 1168400 h 7399227"/>
              <a:gd name="connsiteX3" fmla="*/ 2402840 w 2402840"/>
              <a:gd name="connsiteY3" fmla="*/ 0 h 7399227"/>
              <a:gd name="connsiteX0" fmla="*/ 0 w 2402840"/>
              <a:gd name="connsiteY0" fmla="*/ 7246620 h 7386176"/>
              <a:gd name="connsiteX1" fmla="*/ 904240 w 2402840"/>
              <a:gd name="connsiteY1" fmla="*/ 6680200 h 7386176"/>
              <a:gd name="connsiteX2" fmla="*/ 1399540 w 2402840"/>
              <a:gd name="connsiteY2" fmla="*/ 1168400 h 7386176"/>
              <a:gd name="connsiteX3" fmla="*/ 2402840 w 2402840"/>
              <a:gd name="connsiteY3" fmla="*/ 0 h 73861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2840" h="7386176">
                <a:moveTo>
                  <a:pt x="0" y="7246620"/>
                </a:moveTo>
                <a:cubicBezTo>
                  <a:pt x="175683" y="7349278"/>
                  <a:pt x="670983" y="7693237"/>
                  <a:pt x="904240" y="6680200"/>
                </a:cubicBezTo>
                <a:cubicBezTo>
                  <a:pt x="1137497" y="5667163"/>
                  <a:pt x="1071457" y="2413000"/>
                  <a:pt x="1399540" y="1168400"/>
                </a:cubicBezTo>
                <a:cubicBezTo>
                  <a:pt x="1727623" y="-76200"/>
                  <a:pt x="1893781" y="165100"/>
                  <a:pt x="2402840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DB748E9F-D9C3-61CE-516A-C97BE711F6C0}"/>
              </a:ext>
            </a:extLst>
          </p:cNvPr>
          <p:cNvSpPr/>
          <p:nvPr/>
        </p:nvSpPr>
        <p:spPr>
          <a:xfrm>
            <a:off x="7484579" y="6921500"/>
            <a:ext cx="554522" cy="3479800"/>
          </a:xfrm>
          <a:custGeom>
            <a:avLst/>
            <a:gdLst>
              <a:gd name="connsiteX0" fmla="*/ 396349 w 624949"/>
              <a:gd name="connsiteY0" fmla="*/ 3454400 h 3454400"/>
              <a:gd name="connsiteX1" fmla="*/ 2649 w 624949"/>
              <a:gd name="connsiteY1" fmla="*/ 2794000 h 3454400"/>
              <a:gd name="connsiteX2" fmla="*/ 243949 w 624949"/>
              <a:gd name="connsiteY2" fmla="*/ 482600 h 3454400"/>
              <a:gd name="connsiteX3" fmla="*/ 624949 w 624949"/>
              <a:gd name="connsiteY3" fmla="*/ 0 h 3454400"/>
              <a:gd name="connsiteX0" fmla="*/ 371370 w 599970"/>
              <a:gd name="connsiteY0" fmla="*/ 3454400 h 3454400"/>
              <a:gd name="connsiteX1" fmla="*/ 3070 w 599970"/>
              <a:gd name="connsiteY1" fmla="*/ 2501900 h 3454400"/>
              <a:gd name="connsiteX2" fmla="*/ 218970 w 599970"/>
              <a:gd name="connsiteY2" fmla="*/ 482600 h 3454400"/>
              <a:gd name="connsiteX3" fmla="*/ 599970 w 599970"/>
              <a:gd name="connsiteY3" fmla="*/ 0 h 3454400"/>
              <a:gd name="connsiteX0" fmla="*/ 376722 w 605322"/>
              <a:gd name="connsiteY0" fmla="*/ 3454400 h 3454400"/>
              <a:gd name="connsiteX1" fmla="*/ 8422 w 605322"/>
              <a:gd name="connsiteY1" fmla="*/ 2501900 h 3454400"/>
              <a:gd name="connsiteX2" fmla="*/ 160822 w 605322"/>
              <a:gd name="connsiteY2" fmla="*/ 723900 h 3454400"/>
              <a:gd name="connsiteX3" fmla="*/ 605322 w 605322"/>
              <a:gd name="connsiteY3" fmla="*/ 0 h 3454400"/>
              <a:gd name="connsiteX0" fmla="*/ 376722 w 541822"/>
              <a:gd name="connsiteY0" fmla="*/ 3492500 h 3492500"/>
              <a:gd name="connsiteX1" fmla="*/ 8422 w 541822"/>
              <a:gd name="connsiteY1" fmla="*/ 2540000 h 3492500"/>
              <a:gd name="connsiteX2" fmla="*/ 160822 w 541822"/>
              <a:gd name="connsiteY2" fmla="*/ 762000 h 3492500"/>
              <a:gd name="connsiteX3" fmla="*/ 541822 w 541822"/>
              <a:gd name="connsiteY3" fmla="*/ 0 h 3492500"/>
              <a:gd name="connsiteX0" fmla="*/ 376722 w 529122"/>
              <a:gd name="connsiteY0" fmla="*/ 3429000 h 3429000"/>
              <a:gd name="connsiteX1" fmla="*/ 8422 w 529122"/>
              <a:gd name="connsiteY1" fmla="*/ 2476500 h 3429000"/>
              <a:gd name="connsiteX2" fmla="*/ 160822 w 529122"/>
              <a:gd name="connsiteY2" fmla="*/ 698500 h 3429000"/>
              <a:gd name="connsiteX3" fmla="*/ 529122 w 529122"/>
              <a:gd name="connsiteY3" fmla="*/ 0 h 3429000"/>
              <a:gd name="connsiteX0" fmla="*/ 376722 w 554522"/>
              <a:gd name="connsiteY0" fmla="*/ 3479800 h 3479800"/>
              <a:gd name="connsiteX1" fmla="*/ 8422 w 554522"/>
              <a:gd name="connsiteY1" fmla="*/ 2527300 h 3479800"/>
              <a:gd name="connsiteX2" fmla="*/ 160822 w 554522"/>
              <a:gd name="connsiteY2" fmla="*/ 749300 h 3479800"/>
              <a:gd name="connsiteX3" fmla="*/ 554522 w 554522"/>
              <a:gd name="connsiteY3" fmla="*/ 0 h 3479800"/>
              <a:gd name="connsiteX0" fmla="*/ 376722 w 554522"/>
              <a:gd name="connsiteY0" fmla="*/ 3479800 h 3479800"/>
              <a:gd name="connsiteX1" fmla="*/ 8422 w 554522"/>
              <a:gd name="connsiteY1" fmla="*/ 2527300 h 3479800"/>
              <a:gd name="connsiteX2" fmla="*/ 160822 w 554522"/>
              <a:gd name="connsiteY2" fmla="*/ 749300 h 3479800"/>
              <a:gd name="connsiteX3" fmla="*/ 554522 w 554522"/>
              <a:gd name="connsiteY3" fmla="*/ 0 h 3479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4522" h="3479800">
                <a:moveTo>
                  <a:pt x="376722" y="3479800"/>
                </a:moveTo>
                <a:cubicBezTo>
                  <a:pt x="192572" y="3397250"/>
                  <a:pt x="44405" y="2982383"/>
                  <a:pt x="8422" y="2527300"/>
                </a:cubicBezTo>
                <a:cubicBezTo>
                  <a:pt x="-27561" y="2072217"/>
                  <a:pt x="57105" y="1214967"/>
                  <a:pt x="160822" y="749300"/>
                </a:cubicBezTo>
                <a:cubicBezTo>
                  <a:pt x="264539" y="283633"/>
                  <a:pt x="377780" y="122766"/>
                  <a:pt x="554522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AAA6E7A1-BC33-0834-611C-DCE520C9E283}"/>
              </a:ext>
            </a:extLst>
          </p:cNvPr>
          <p:cNvSpPr/>
          <p:nvPr/>
        </p:nvSpPr>
        <p:spPr>
          <a:xfrm>
            <a:off x="7265816" y="6747360"/>
            <a:ext cx="748969" cy="5681209"/>
          </a:xfrm>
          <a:custGeom>
            <a:avLst/>
            <a:gdLst>
              <a:gd name="connsiteX0" fmla="*/ 396349 w 624949"/>
              <a:gd name="connsiteY0" fmla="*/ 3454400 h 3454400"/>
              <a:gd name="connsiteX1" fmla="*/ 2649 w 624949"/>
              <a:gd name="connsiteY1" fmla="*/ 2794000 h 3454400"/>
              <a:gd name="connsiteX2" fmla="*/ 243949 w 624949"/>
              <a:gd name="connsiteY2" fmla="*/ 482600 h 3454400"/>
              <a:gd name="connsiteX3" fmla="*/ 624949 w 624949"/>
              <a:gd name="connsiteY3" fmla="*/ 0 h 3454400"/>
              <a:gd name="connsiteX0" fmla="*/ 371370 w 599970"/>
              <a:gd name="connsiteY0" fmla="*/ 3454400 h 3454400"/>
              <a:gd name="connsiteX1" fmla="*/ 3070 w 599970"/>
              <a:gd name="connsiteY1" fmla="*/ 2501900 h 3454400"/>
              <a:gd name="connsiteX2" fmla="*/ 218970 w 599970"/>
              <a:gd name="connsiteY2" fmla="*/ 482600 h 3454400"/>
              <a:gd name="connsiteX3" fmla="*/ 599970 w 599970"/>
              <a:gd name="connsiteY3" fmla="*/ 0 h 3454400"/>
              <a:gd name="connsiteX0" fmla="*/ 376722 w 605322"/>
              <a:gd name="connsiteY0" fmla="*/ 3454400 h 3454400"/>
              <a:gd name="connsiteX1" fmla="*/ 8422 w 605322"/>
              <a:gd name="connsiteY1" fmla="*/ 2501900 h 3454400"/>
              <a:gd name="connsiteX2" fmla="*/ 160822 w 605322"/>
              <a:gd name="connsiteY2" fmla="*/ 723900 h 3454400"/>
              <a:gd name="connsiteX3" fmla="*/ 605322 w 605322"/>
              <a:gd name="connsiteY3" fmla="*/ 0 h 3454400"/>
              <a:gd name="connsiteX0" fmla="*/ 376722 w 541822"/>
              <a:gd name="connsiteY0" fmla="*/ 3492500 h 3492500"/>
              <a:gd name="connsiteX1" fmla="*/ 8422 w 541822"/>
              <a:gd name="connsiteY1" fmla="*/ 2540000 h 3492500"/>
              <a:gd name="connsiteX2" fmla="*/ 160822 w 541822"/>
              <a:gd name="connsiteY2" fmla="*/ 762000 h 3492500"/>
              <a:gd name="connsiteX3" fmla="*/ 541822 w 541822"/>
              <a:gd name="connsiteY3" fmla="*/ 0 h 3492500"/>
              <a:gd name="connsiteX0" fmla="*/ 376722 w 529122"/>
              <a:gd name="connsiteY0" fmla="*/ 3429000 h 3429000"/>
              <a:gd name="connsiteX1" fmla="*/ 8422 w 529122"/>
              <a:gd name="connsiteY1" fmla="*/ 2476500 h 3429000"/>
              <a:gd name="connsiteX2" fmla="*/ 160822 w 529122"/>
              <a:gd name="connsiteY2" fmla="*/ 698500 h 3429000"/>
              <a:gd name="connsiteX3" fmla="*/ 529122 w 529122"/>
              <a:gd name="connsiteY3" fmla="*/ 0 h 3429000"/>
              <a:gd name="connsiteX0" fmla="*/ 376722 w 554522"/>
              <a:gd name="connsiteY0" fmla="*/ 3479800 h 3479800"/>
              <a:gd name="connsiteX1" fmla="*/ 8422 w 554522"/>
              <a:gd name="connsiteY1" fmla="*/ 2527300 h 3479800"/>
              <a:gd name="connsiteX2" fmla="*/ 160822 w 554522"/>
              <a:gd name="connsiteY2" fmla="*/ 749300 h 3479800"/>
              <a:gd name="connsiteX3" fmla="*/ 554522 w 554522"/>
              <a:gd name="connsiteY3" fmla="*/ 0 h 3479800"/>
              <a:gd name="connsiteX0" fmla="*/ 376722 w 554522"/>
              <a:gd name="connsiteY0" fmla="*/ 3479800 h 3479800"/>
              <a:gd name="connsiteX1" fmla="*/ 8422 w 554522"/>
              <a:gd name="connsiteY1" fmla="*/ 2527300 h 3479800"/>
              <a:gd name="connsiteX2" fmla="*/ 160822 w 554522"/>
              <a:gd name="connsiteY2" fmla="*/ 749300 h 3479800"/>
              <a:gd name="connsiteX3" fmla="*/ 554522 w 554522"/>
              <a:gd name="connsiteY3" fmla="*/ 0 h 3479800"/>
              <a:gd name="connsiteX0" fmla="*/ 436786 w 557833"/>
              <a:gd name="connsiteY0" fmla="*/ 3472038 h 3472038"/>
              <a:gd name="connsiteX1" fmla="*/ 11733 w 557833"/>
              <a:gd name="connsiteY1" fmla="*/ 2527300 h 3472038"/>
              <a:gd name="connsiteX2" fmla="*/ 164133 w 557833"/>
              <a:gd name="connsiteY2" fmla="*/ 749300 h 3472038"/>
              <a:gd name="connsiteX3" fmla="*/ 557833 w 557833"/>
              <a:gd name="connsiteY3" fmla="*/ 0 h 347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7833" h="3472038">
                <a:moveTo>
                  <a:pt x="436786" y="3472038"/>
                </a:moveTo>
                <a:cubicBezTo>
                  <a:pt x="252636" y="3389488"/>
                  <a:pt x="57175" y="2981090"/>
                  <a:pt x="11733" y="2527300"/>
                </a:cubicBezTo>
                <a:cubicBezTo>
                  <a:pt x="-33709" y="2073510"/>
                  <a:pt x="60416" y="1214967"/>
                  <a:pt x="164133" y="749300"/>
                </a:cubicBezTo>
                <a:cubicBezTo>
                  <a:pt x="267850" y="283633"/>
                  <a:pt x="381091" y="122766"/>
                  <a:pt x="557833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B1C829B5-CDCF-B355-6EC3-82A9463472C3}"/>
                  </a:ext>
                </a:extLst>
              </p14:cNvPr>
              <p14:cNvContentPartPr/>
              <p14:nvPr/>
            </p14:nvContentPartPr>
            <p14:xfrm>
              <a:off x="6930060" y="7813295"/>
              <a:ext cx="30600" cy="2278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B1C829B5-CDCF-B355-6EC3-82A9463472C3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6921060" y="7804295"/>
                <a:ext cx="48240" cy="245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2358358B-49FC-57DA-F594-599F32C79242}"/>
                  </a:ext>
                </a:extLst>
              </p14:cNvPr>
              <p14:cNvContentPartPr/>
              <p14:nvPr/>
            </p14:nvContentPartPr>
            <p14:xfrm>
              <a:off x="6954540" y="8058815"/>
              <a:ext cx="35640" cy="26820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2358358B-49FC-57DA-F594-599F32C79242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6945540" y="8049803"/>
                <a:ext cx="53280" cy="285864"/>
              </a:xfrm>
              <a:prstGeom prst="rect">
                <a:avLst/>
              </a:prstGeom>
            </p:spPr>
          </p:pic>
        </mc:Fallback>
      </mc:AlternateContent>
      <p:sp>
        <p:nvSpPr>
          <p:cNvPr id="131" name="Freeform 130">
            <a:extLst>
              <a:ext uri="{FF2B5EF4-FFF2-40B4-BE49-F238E27FC236}">
                <a16:creationId xmlns:a16="http://schemas.microsoft.com/office/drawing/2014/main" id="{E9A9E8F8-C66B-1258-976E-61B625BE8708}"/>
              </a:ext>
            </a:extLst>
          </p:cNvPr>
          <p:cNvSpPr/>
          <p:nvPr/>
        </p:nvSpPr>
        <p:spPr>
          <a:xfrm>
            <a:off x="2026357" y="7332134"/>
            <a:ext cx="564541" cy="1682045"/>
          </a:xfrm>
          <a:custGeom>
            <a:avLst/>
            <a:gdLst>
              <a:gd name="connsiteX0" fmla="*/ 0 w 563266"/>
              <a:gd name="connsiteY0" fmla="*/ 0 h 1693334"/>
              <a:gd name="connsiteX1" fmla="*/ 553155 w 563266"/>
              <a:gd name="connsiteY1" fmla="*/ 474134 h 1693334"/>
              <a:gd name="connsiteX2" fmla="*/ 304800 w 563266"/>
              <a:gd name="connsiteY2" fmla="*/ 1693334 h 1693334"/>
              <a:gd name="connsiteX0" fmla="*/ 0 w 569514"/>
              <a:gd name="connsiteY0" fmla="*/ 0 h 1625601"/>
              <a:gd name="connsiteX1" fmla="*/ 553155 w 569514"/>
              <a:gd name="connsiteY1" fmla="*/ 474134 h 1625601"/>
              <a:gd name="connsiteX2" fmla="*/ 383822 w 569514"/>
              <a:gd name="connsiteY2" fmla="*/ 1625601 h 1625601"/>
              <a:gd name="connsiteX0" fmla="*/ 0 w 564541"/>
              <a:gd name="connsiteY0" fmla="*/ 0 h 1682045"/>
              <a:gd name="connsiteX1" fmla="*/ 553155 w 564541"/>
              <a:gd name="connsiteY1" fmla="*/ 474134 h 1682045"/>
              <a:gd name="connsiteX2" fmla="*/ 327377 w 564541"/>
              <a:gd name="connsiteY2" fmla="*/ 1682045 h 1682045"/>
              <a:gd name="connsiteX0" fmla="*/ 0 w 564541"/>
              <a:gd name="connsiteY0" fmla="*/ 0 h 1682045"/>
              <a:gd name="connsiteX1" fmla="*/ 553155 w 564541"/>
              <a:gd name="connsiteY1" fmla="*/ 587023 h 1682045"/>
              <a:gd name="connsiteX2" fmla="*/ 327377 w 564541"/>
              <a:gd name="connsiteY2" fmla="*/ 1682045 h 16820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64541" h="1682045">
                <a:moveTo>
                  <a:pt x="0" y="0"/>
                </a:moveTo>
                <a:cubicBezTo>
                  <a:pt x="251177" y="95956"/>
                  <a:pt x="502355" y="304801"/>
                  <a:pt x="553155" y="587023"/>
                </a:cubicBezTo>
                <a:cubicBezTo>
                  <a:pt x="603955" y="869245"/>
                  <a:pt x="476954" y="1213556"/>
                  <a:pt x="327377" y="1682045"/>
                </a:cubicBezTo>
              </a:path>
            </a:pathLst>
          </a:custGeom>
          <a:noFill/>
          <a:ln w="6350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33C23A2-2652-35A7-1223-D81EEADA44BB}"/>
              </a:ext>
            </a:extLst>
          </p:cNvPr>
          <p:cNvSpPr txBox="1"/>
          <p:nvPr/>
        </p:nvSpPr>
        <p:spPr>
          <a:xfrm>
            <a:off x="-185525" y="14244811"/>
            <a:ext cx="4993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Repeats across all columns</a:t>
            </a:r>
          </a:p>
        </p:txBody>
      </p:sp>
      <p:sp>
        <p:nvSpPr>
          <p:cNvPr id="134" name="Left-Right Arrow 133">
            <a:extLst>
              <a:ext uri="{FF2B5EF4-FFF2-40B4-BE49-F238E27FC236}">
                <a16:creationId xmlns:a16="http://schemas.microsoft.com/office/drawing/2014/main" id="{537E1BBE-C8EA-2AB2-ADD8-6785BD0AF368}"/>
              </a:ext>
            </a:extLst>
          </p:cNvPr>
          <p:cNvSpPr/>
          <p:nvPr/>
        </p:nvSpPr>
        <p:spPr>
          <a:xfrm>
            <a:off x="1262646" y="13624560"/>
            <a:ext cx="7074818" cy="731520"/>
          </a:xfrm>
          <a:prstGeom prst="leftRightArrow">
            <a:avLst/>
          </a:prstGeom>
          <a:solidFill>
            <a:schemeClr val="accent2">
              <a:lumMod val="60000"/>
              <a:lumOff val="40000"/>
              <a:alpha val="30289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5D3AA63-39DD-3A53-9C0A-E556EB4FB1D6}"/>
              </a:ext>
            </a:extLst>
          </p:cNvPr>
          <p:cNvSpPr/>
          <p:nvPr/>
        </p:nvSpPr>
        <p:spPr>
          <a:xfrm flipH="1">
            <a:off x="3460257" y="5510433"/>
            <a:ext cx="6638651" cy="8365847"/>
          </a:xfrm>
          <a:custGeom>
            <a:avLst/>
            <a:gdLst>
              <a:gd name="connsiteX0" fmla="*/ 3295770 w 6638651"/>
              <a:gd name="connsiteY0" fmla="*/ 0 h 8365847"/>
              <a:gd name="connsiteX1" fmla="*/ 0 w 6638651"/>
              <a:gd name="connsiteY1" fmla="*/ 0 h 8365847"/>
              <a:gd name="connsiteX2" fmla="*/ 0 w 6638651"/>
              <a:gd name="connsiteY2" fmla="*/ 8365847 h 8365847"/>
              <a:gd name="connsiteX3" fmla="*/ 3295770 w 6638651"/>
              <a:gd name="connsiteY3" fmla="*/ 8365847 h 8365847"/>
              <a:gd name="connsiteX4" fmla="*/ 3295770 w 6638651"/>
              <a:gd name="connsiteY4" fmla="*/ 8362669 h 8365847"/>
              <a:gd name="connsiteX5" fmla="*/ 6624186 w 6638651"/>
              <a:gd name="connsiteY5" fmla="*/ 8362669 h 8365847"/>
              <a:gd name="connsiteX6" fmla="*/ 6624186 w 6638651"/>
              <a:gd name="connsiteY6" fmla="*/ 6186050 h 8365847"/>
              <a:gd name="connsiteX7" fmla="*/ 6638651 w 6638651"/>
              <a:gd name="connsiteY7" fmla="*/ 6186050 h 8365847"/>
              <a:gd name="connsiteX8" fmla="*/ 3295770 w 6638651"/>
              <a:gd name="connsiteY8" fmla="*/ 29122 h 8365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638651" h="8365847">
                <a:moveTo>
                  <a:pt x="3295770" y="0"/>
                </a:moveTo>
                <a:lnTo>
                  <a:pt x="0" y="0"/>
                </a:lnTo>
                <a:lnTo>
                  <a:pt x="0" y="8365847"/>
                </a:lnTo>
                <a:lnTo>
                  <a:pt x="3295770" y="8365847"/>
                </a:lnTo>
                <a:lnTo>
                  <a:pt x="3295770" y="8362669"/>
                </a:lnTo>
                <a:lnTo>
                  <a:pt x="6624186" y="8362669"/>
                </a:lnTo>
                <a:lnTo>
                  <a:pt x="6624186" y="6186050"/>
                </a:lnTo>
                <a:lnTo>
                  <a:pt x="6638651" y="6186050"/>
                </a:lnTo>
                <a:lnTo>
                  <a:pt x="3295770" y="29122"/>
                </a:lnTo>
                <a:close/>
              </a:path>
            </a:pathLst>
          </a:custGeom>
          <a:solidFill>
            <a:schemeClr val="bg2">
              <a:lumMod val="50000"/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206FBF7C-87DD-FF59-3DF9-32C432DF0349}"/>
              </a:ext>
            </a:extLst>
          </p:cNvPr>
          <p:cNvSpPr/>
          <p:nvPr/>
        </p:nvSpPr>
        <p:spPr>
          <a:xfrm flipH="1">
            <a:off x="-107528" y="5504912"/>
            <a:ext cx="10113167" cy="8371219"/>
          </a:xfrm>
          <a:custGeom>
            <a:avLst/>
            <a:gdLst>
              <a:gd name="connsiteX0" fmla="*/ 6845070 w 10113167"/>
              <a:gd name="connsiteY0" fmla="*/ 0 h 8371219"/>
              <a:gd name="connsiteX1" fmla="*/ 3355886 w 10113167"/>
              <a:gd name="connsiteY1" fmla="*/ 0 h 8371219"/>
              <a:gd name="connsiteX2" fmla="*/ 3355886 w 10113167"/>
              <a:gd name="connsiteY2" fmla="*/ 26444 h 8371219"/>
              <a:gd name="connsiteX3" fmla="*/ 29323 w 10113167"/>
              <a:gd name="connsiteY3" fmla="*/ 6183881 h 8371219"/>
              <a:gd name="connsiteX4" fmla="*/ 0 w 10113167"/>
              <a:gd name="connsiteY4" fmla="*/ 6183881 h 8371219"/>
              <a:gd name="connsiteX5" fmla="*/ 0 w 10113167"/>
              <a:gd name="connsiteY5" fmla="*/ 8371219 h 8371219"/>
              <a:gd name="connsiteX6" fmla="*/ 10113167 w 10113167"/>
              <a:gd name="connsiteY6" fmla="*/ 8371219 h 8371219"/>
              <a:gd name="connsiteX7" fmla="*/ 10113167 w 10113167"/>
              <a:gd name="connsiteY7" fmla="*/ 6183881 h 8371219"/>
              <a:gd name="connsiteX8" fmla="*/ 10098961 w 10113167"/>
              <a:gd name="connsiteY8" fmla="*/ 6183881 h 8371219"/>
              <a:gd name="connsiteX9" fmla="*/ 6845070 w 10113167"/>
              <a:gd name="connsiteY9" fmla="*/ 74083 h 8371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113167" h="8371219">
                <a:moveTo>
                  <a:pt x="6845070" y="0"/>
                </a:moveTo>
                <a:lnTo>
                  <a:pt x="3355886" y="0"/>
                </a:lnTo>
                <a:lnTo>
                  <a:pt x="3355886" y="26444"/>
                </a:lnTo>
                <a:lnTo>
                  <a:pt x="29323" y="6183881"/>
                </a:lnTo>
                <a:lnTo>
                  <a:pt x="0" y="6183881"/>
                </a:lnTo>
                <a:lnTo>
                  <a:pt x="0" y="8371219"/>
                </a:lnTo>
                <a:lnTo>
                  <a:pt x="10113167" y="8371219"/>
                </a:lnTo>
                <a:lnTo>
                  <a:pt x="10113167" y="6183881"/>
                </a:lnTo>
                <a:lnTo>
                  <a:pt x="10098961" y="6183881"/>
                </a:lnTo>
                <a:lnTo>
                  <a:pt x="6845070" y="74083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410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roup 60">
            <a:extLst>
              <a:ext uri="{FF2B5EF4-FFF2-40B4-BE49-F238E27FC236}">
                <a16:creationId xmlns:a16="http://schemas.microsoft.com/office/drawing/2014/main" id="{99C61A09-C901-FC76-BEEE-30213453DB09}"/>
              </a:ext>
            </a:extLst>
          </p:cNvPr>
          <p:cNvGrpSpPr/>
          <p:nvPr/>
        </p:nvGrpSpPr>
        <p:grpSpPr>
          <a:xfrm>
            <a:off x="1661639" y="10579877"/>
            <a:ext cx="620974" cy="1036580"/>
            <a:chOff x="3964333" y="8290301"/>
            <a:chExt cx="620974" cy="1036580"/>
          </a:xfrm>
        </p:grpSpPr>
        <p:sp>
          <p:nvSpPr>
            <p:cNvPr id="9" name="Triangle 8">
              <a:extLst>
                <a:ext uri="{FF2B5EF4-FFF2-40B4-BE49-F238E27FC236}">
                  <a16:creationId xmlns:a16="http://schemas.microsoft.com/office/drawing/2014/main" id="{104F950C-1D19-6F6C-C7A1-53C5BAFC0362}"/>
                </a:ext>
              </a:extLst>
            </p:cNvPr>
            <p:cNvSpPr/>
            <p:nvPr/>
          </p:nvSpPr>
          <p:spPr>
            <a:xfrm>
              <a:off x="3964333" y="8810882"/>
              <a:ext cx="620974" cy="515999"/>
            </a:xfrm>
            <a:prstGeom prst="triangl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8BDAFD9-97C5-0D1B-3077-03E32D4A1C7A}"/>
                </a:ext>
              </a:extLst>
            </p:cNvPr>
            <p:cNvSpPr txBox="1"/>
            <p:nvPr/>
          </p:nvSpPr>
          <p:spPr>
            <a:xfrm>
              <a:off x="4050030" y="904988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Exc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50520F1-EB04-C722-3E02-8D042A4C103A}"/>
                </a:ext>
              </a:extLst>
            </p:cNvPr>
            <p:cNvSpPr/>
            <p:nvPr/>
          </p:nvSpPr>
          <p:spPr>
            <a:xfrm>
              <a:off x="4229100" y="8290301"/>
              <a:ext cx="91440" cy="426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66D2A0C-DFF9-B87B-DD72-9155ABEDF298}"/>
                </a:ext>
              </a:extLst>
            </p:cNvPr>
            <p:cNvCxnSpPr/>
            <p:nvPr/>
          </p:nvCxnSpPr>
          <p:spPr>
            <a:xfrm>
              <a:off x="4274820" y="8717021"/>
              <a:ext cx="0" cy="12954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E28A465-46FC-ED78-05AD-8702BC3C3CB9}"/>
              </a:ext>
            </a:extLst>
          </p:cNvPr>
          <p:cNvGrpSpPr/>
          <p:nvPr/>
        </p:nvGrpSpPr>
        <p:grpSpPr>
          <a:xfrm>
            <a:off x="1764030" y="9160346"/>
            <a:ext cx="449580" cy="373380"/>
            <a:chOff x="4050030" y="6874346"/>
            <a:chExt cx="449580" cy="37338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CB7852B-B2BE-EDA2-5DA1-CAFC97664B04}"/>
                </a:ext>
              </a:extLst>
            </p:cNvPr>
            <p:cNvSpPr/>
            <p:nvPr/>
          </p:nvSpPr>
          <p:spPr>
            <a:xfrm>
              <a:off x="4086225" y="6874346"/>
              <a:ext cx="377190" cy="373380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17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E55DAE53-A7AA-2D70-AC70-9482EFB34E3F}"/>
                </a:ext>
              </a:extLst>
            </p:cNvPr>
            <p:cNvSpPr txBox="1"/>
            <p:nvPr/>
          </p:nvSpPr>
          <p:spPr>
            <a:xfrm>
              <a:off x="4050030" y="6922537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6">
                      <a:lumMod val="75000"/>
                    </a:schemeClr>
                  </a:solidFill>
                </a:rPr>
                <a:t>PV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CCD8927-F2B0-F414-F365-A593AED53F05}"/>
              </a:ext>
            </a:extLst>
          </p:cNvPr>
          <p:cNvGrpSpPr/>
          <p:nvPr/>
        </p:nvGrpSpPr>
        <p:grpSpPr>
          <a:xfrm>
            <a:off x="1764030" y="9821921"/>
            <a:ext cx="449580" cy="373380"/>
            <a:chOff x="4050030" y="7535921"/>
            <a:chExt cx="449580" cy="37338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42134F4-C912-3376-CF45-00A5D73AE825}"/>
                </a:ext>
              </a:extLst>
            </p:cNvPr>
            <p:cNvSpPr/>
            <p:nvPr/>
          </p:nvSpPr>
          <p:spPr>
            <a:xfrm>
              <a:off x="4086225" y="753592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DA92030-D632-1821-2231-6353A7ED71F6}"/>
                </a:ext>
              </a:extLst>
            </p:cNvPr>
            <p:cNvSpPr txBox="1"/>
            <p:nvPr/>
          </p:nvSpPr>
          <p:spPr>
            <a:xfrm>
              <a:off x="4050030" y="758411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rPr>
                <a:t>SST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1E5CE82-EF94-836A-0684-AE2FA4CECBCB}"/>
              </a:ext>
            </a:extLst>
          </p:cNvPr>
          <p:cNvSpPr txBox="1"/>
          <p:nvPr/>
        </p:nvSpPr>
        <p:spPr>
          <a:xfrm>
            <a:off x="5955282" y="3597222"/>
            <a:ext cx="1987806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Apical dendrite</a:t>
            </a:r>
          </a:p>
          <a:p>
            <a:r>
              <a:rPr lang="en-US" sz="1200" dirty="0"/>
              <a:t>Connections: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long-range excitatory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SST</a:t>
            </a:r>
          </a:p>
        </p:txBody>
      </p:sp>
      <p:sp>
        <p:nvSpPr>
          <p:cNvPr id="15" name="Triangle 14">
            <a:extLst>
              <a:ext uri="{FF2B5EF4-FFF2-40B4-BE49-F238E27FC236}">
                <a16:creationId xmlns:a16="http://schemas.microsoft.com/office/drawing/2014/main" id="{48ABA40D-1995-3BAF-8F03-5FC0922C1A0C}"/>
              </a:ext>
            </a:extLst>
          </p:cNvPr>
          <p:cNvSpPr/>
          <p:nvPr/>
        </p:nvSpPr>
        <p:spPr>
          <a:xfrm>
            <a:off x="2097981" y="7904696"/>
            <a:ext cx="620974" cy="515999"/>
          </a:xfrm>
          <a:prstGeom prst="triangle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D655D9-699E-9CB1-97C5-5140107DFE42}"/>
              </a:ext>
            </a:extLst>
          </p:cNvPr>
          <p:cNvSpPr txBox="1"/>
          <p:nvPr/>
        </p:nvSpPr>
        <p:spPr>
          <a:xfrm>
            <a:off x="2183678" y="8143696"/>
            <a:ext cx="449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Exc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140B5E-F614-CA1E-C56F-695FC646CCDA}"/>
              </a:ext>
            </a:extLst>
          </p:cNvPr>
          <p:cNvSpPr/>
          <p:nvPr/>
        </p:nvSpPr>
        <p:spPr>
          <a:xfrm>
            <a:off x="2362748" y="7384113"/>
            <a:ext cx="91440" cy="4267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17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6B35F4D-790B-9B1A-3D20-BE9E4182F0C8}"/>
              </a:ext>
            </a:extLst>
          </p:cNvPr>
          <p:cNvCxnSpPr/>
          <p:nvPr/>
        </p:nvCxnSpPr>
        <p:spPr>
          <a:xfrm>
            <a:off x="2408468" y="7810833"/>
            <a:ext cx="0" cy="129540"/>
          </a:xfrm>
          <a:prstGeom prst="line">
            <a:avLst/>
          </a:prstGeom>
          <a:ln w="317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D36501BC-989F-1A69-6656-11C85AEEC7A2}"/>
              </a:ext>
            </a:extLst>
          </p:cNvPr>
          <p:cNvSpPr/>
          <p:nvPr/>
        </p:nvSpPr>
        <p:spPr>
          <a:xfrm>
            <a:off x="1453153" y="8047312"/>
            <a:ext cx="377190" cy="373380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  <a:ln w="317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092578-DE56-EBFF-4D10-3E7CB20916D4}"/>
              </a:ext>
            </a:extLst>
          </p:cNvPr>
          <p:cNvSpPr txBox="1"/>
          <p:nvPr/>
        </p:nvSpPr>
        <p:spPr>
          <a:xfrm>
            <a:off x="1416958" y="8095505"/>
            <a:ext cx="449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PV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0C9DCCE-7027-E574-FB03-4BED8B362FA6}"/>
              </a:ext>
            </a:extLst>
          </p:cNvPr>
          <p:cNvSpPr/>
          <p:nvPr/>
        </p:nvSpPr>
        <p:spPr>
          <a:xfrm>
            <a:off x="1453153" y="7380303"/>
            <a:ext cx="377190" cy="37338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317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F718B32-7CC2-B955-65E6-B2237D341265}"/>
              </a:ext>
            </a:extLst>
          </p:cNvPr>
          <p:cNvSpPr txBox="1"/>
          <p:nvPr/>
        </p:nvSpPr>
        <p:spPr>
          <a:xfrm>
            <a:off x="1416958" y="7428496"/>
            <a:ext cx="4495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SST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0F175F-3201-9A77-0E93-85877BF1743F}"/>
              </a:ext>
            </a:extLst>
          </p:cNvPr>
          <p:cNvCxnSpPr>
            <a:cxnSpLocks/>
          </p:cNvCxnSpPr>
          <p:nvPr/>
        </p:nvCxnSpPr>
        <p:spPr>
          <a:xfrm>
            <a:off x="1817918" y="7570803"/>
            <a:ext cx="453390" cy="0"/>
          </a:xfrm>
          <a:prstGeom prst="line">
            <a:avLst/>
          </a:prstGeom>
          <a:ln w="31750">
            <a:solidFill>
              <a:schemeClr val="accent5">
                <a:lumMod val="60000"/>
                <a:lumOff val="40000"/>
              </a:schemeClr>
            </a:solidFill>
            <a:prstDash val="sysDash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0355DA2-75EA-C496-55A7-426D802A66CF}"/>
              </a:ext>
            </a:extLst>
          </p:cNvPr>
          <p:cNvCxnSpPr>
            <a:cxnSpLocks/>
          </p:cNvCxnSpPr>
          <p:nvPr/>
        </p:nvCxnSpPr>
        <p:spPr>
          <a:xfrm>
            <a:off x="1817921" y="8233743"/>
            <a:ext cx="280063" cy="0"/>
          </a:xfrm>
          <a:prstGeom prst="line">
            <a:avLst/>
          </a:prstGeom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>
            <a:extLst>
              <a:ext uri="{FF2B5EF4-FFF2-40B4-BE49-F238E27FC236}">
                <a16:creationId xmlns:a16="http://schemas.microsoft.com/office/drawing/2014/main" id="{A41C70BD-280D-B7EB-21AC-29D4633CDC87}"/>
              </a:ext>
            </a:extLst>
          </p:cNvPr>
          <p:cNvSpPr/>
          <p:nvPr/>
        </p:nvSpPr>
        <p:spPr>
          <a:xfrm>
            <a:off x="1453894" y="7151424"/>
            <a:ext cx="323805" cy="232948"/>
          </a:xfrm>
          <a:custGeom>
            <a:avLst/>
            <a:gdLst>
              <a:gd name="connsiteX0" fmla="*/ 101137 w 323805"/>
              <a:gd name="connsiteY0" fmla="*/ 232948 h 232948"/>
              <a:gd name="connsiteX1" fmla="*/ 9697 w 323805"/>
              <a:gd name="connsiteY1" fmla="*/ 34828 h 232948"/>
              <a:gd name="connsiteX2" fmla="*/ 306877 w 323805"/>
              <a:gd name="connsiteY2" fmla="*/ 11968 h 232948"/>
              <a:gd name="connsiteX3" fmla="*/ 261157 w 323805"/>
              <a:gd name="connsiteY3" fmla="*/ 164368 h 232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805" h="232948">
                <a:moveTo>
                  <a:pt x="101137" y="232948"/>
                </a:moveTo>
                <a:cubicBezTo>
                  <a:pt x="38272" y="152303"/>
                  <a:pt x="-24593" y="71658"/>
                  <a:pt x="9697" y="34828"/>
                </a:cubicBezTo>
                <a:cubicBezTo>
                  <a:pt x="43987" y="-2002"/>
                  <a:pt x="264967" y="-9622"/>
                  <a:pt x="306877" y="11968"/>
                </a:cubicBezTo>
                <a:cubicBezTo>
                  <a:pt x="348787" y="33558"/>
                  <a:pt x="304972" y="98963"/>
                  <a:pt x="261157" y="164368"/>
                </a:cubicBezTo>
              </a:path>
            </a:pathLst>
          </a:custGeom>
          <a:noFill/>
          <a:ln w="31750" cap="flat">
            <a:solidFill>
              <a:schemeClr val="accent5">
                <a:lumMod val="60000"/>
                <a:lumOff val="40000"/>
              </a:schemeClr>
            </a:solidFill>
            <a:prstDash val="sysDash"/>
            <a:miter lim="800000"/>
            <a:tailEnd type="oval" w="lg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137 w 323805"/>
                      <a:gd name="connsiteY0" fmla="*/ 232948 h 232948"/>
                      <a:gd name="connsiteX1" fmla="*/ 9697 w 323805"/>
                      <a:gd name="connsiteY1" fmla="*/ 34828 h 232948"/>
                      <a:gd name="connsiteX2" fmla="*/ 306877 w 323805"/>
                      <a:gd name="connsiteY2" fmla="*/ 11968 h 232948"/>
                      <a:gd name="connsiteX3" fmla="*/ 261157 w 323805"/>
                      <a:gd name="connsiteY3" fmla="*/ 164368 h 23294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323805" h="232948" extrusionOk="0">
                        <a:moveTo>
                          <a:pt x="101137" y="232948"/>
                        </a:moveTo>
                        <a:cubicBezTo>
                          <a:pt x="30840" y="147719"/>
                          <a:pt x="-32629" y="74674"/>
                          <a:pt x="9697" y="34828"/>
                        </a:cubicBezTo>
                        <a:cubicBezTo>
                          <a:pt x="52945" y="-116"/>
                          <a:pt x="262791" y="-9553"/>
                          <a:pt x="306877" y="11968"/>
                        </a:cubicBezTo>
                        <a:cubicBezTo>
                          <a:pt x="343803" y="38425"/>
                          <a:pt x="304641" y="100793"/>
                          <a:pt x="261157" y="164368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52F59279-B5AD-D1D1-48C3-AFF0689B041B}"/>
              </a:ext>
            </a:extLst>
          </p:cNvPr>
          <p:cNvSpPr/>
          <p:nvPr/>
        </p:nvSpPr>
        <p:spPr>
          <a:xfrm>
            <a:off x="1480428" y="7823899"/>
            <a:ext cx="323805" cy="232948"/>
          </a:xfrm>
          <a:custGeom>
            <a:avLst/>
            <a:gdLst>
              <a:gd name="connsiteX0" fmla="*/ 101137 w 323805"/>
              <a:gd name="connsiteY0" fmla="*/ 232948 h 232948"/>
              <a:gd name="connsiteX1" fmla="*/ 9697 w 323805"/>
              <a:gd name="connsiteY1" fmla="*/ 34828 h 232948"/>
              <a:gd name="connsiteX2" fmla="*/ 306877 w 323805"/>
              <a:gd name="connsiteY2" fmla="*/ 11968 h 232948"/>
              <a:gd name="connsiteX3" fmla="*/ 261157 w 323805"/>
              <a:gd name="connsiteY3" fmla="*/ 164368 h 232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3805" h="232948">
                <a:moveTo>
                  <a:pt x="101137" y="232948"/>
                </a:moveTo>
                <a:cubicBezTo>
                  <a:pt x="38272" y="152303"/>
                  <a:pt x="-24593" y="71658"/>
                  <a:pt x="9697" y="34828"/>
                </a:cubicBezTo>
                <a:cubicBezTo>
                  <a:pt x="43987" y="-2002"/>
                  <a:pt x="264967" y="-9622"/>
                  <a:pt x="306877" y="11968"/>
                </a:cubicBezTo>
                <a:cubicBezTo>
                  <a:pt x="348787" y="33558"/>
                  <a:pt x="304972" y="98963"/>
                  <a:pt x="261157" y="164368"/>
                </a:cubicBezTo>
              </a:path>
            </a:pathLst>
          </a:custGeom>
          <a:noFill/>
          <a:ln w="31750" cap="flat">
            <a:solidFill>
              <a:schemeClr val="accent6">
                <a:lumMod val="75000"/>
              </a:schemeClr>
            </a:solidFill>
            <a:prstDash val="sysDash"/>
            <a:miter lim="800000"/>
            <a:tailEnd type="oval" w="lg" len="lg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137 w 323805"/>
                      <a:gd name="connsiteY0" fmla="*/ 232948 h 232948"/>
                      <a:gd name="connsiteX1" fmla="*/ 9697 w 323805"/>
                      <a:gd name="connsiteY1" fmla="*/ 34828 h 232948"/>
                      <a:gd name="connsiteX2" fmla="*/ 306877 w 323805"/>
                      <a:gd name="connsiteY2" fmla="*/ 11968 h 232948"/>
                      <a:gd name="connsiteX3" fmla="*/ 261157 w 323805"/>
                      <a:gd name="connsiteY3" fmla="*/ 164368 h 23294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323805" h="232948" extrusionOk="0">
                        <a:moveTo>
                          <a:pt x="101137" y="232948"/>
                        </a:moveTo>
                        <a:cubicBezTo>
                          <a:pt x="30840" y="147719"/>
                          <a:pt x="-32629" y="74674"/>
                          <a:pt x="9697" y="34828"/>
                        </a:cubicBezTo>
                        <a:cubicBezTo>
                          <a:pt x="52945" y="-116"/>
                          <a:pt x="262791" y="-9553"/>
                          <a:pt x="306877" y="11968"/>
                        </a:cubicBezTo>
                        <a:cubicBezTo>
                          <a:pt x="343803" y="38425"/>
                          <a:pt x="304641" y="100793"/>
                          <a:pt x="261157" y="164368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DEEEE5A4-4FEF-E223-6CFF-D821E7A2A72D}"/>
              </a:ext>
            </a:extLst>
          </p:cNvPr>
          <p:cNvSpPr/>
          <p:nvPr/>
        </p:nvSpPr>
        <p:spPr>
          <a:xfrm>
            <a:off x="1814111" y="7734892"/>
            <a:ext cx="137939" cy="403860"/>
          </a:xfrm>
          <a:custGeom>
            <a:avLst/>
            <a:gdLst>
              <a:gd name="connsiteX0" fmla="*/ 0 w 137939"/>
              <a:gd name="connsiteY0" fmla="*/ 403860 h 403860"/>
              <a:gd name="connsiteX1" fmla="*/ 137160 w 137939"/>
              <a:gd name="connsiteY1" fmla="*/ 175260 h 403860"/>
              <a:gd name="connsiteX2" fmla="*/ 45720 w 137939"/>
              <a:gd name="connsiteY2" fmla="*/ 0 h 403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7939" h="403860">
                <a:moveTo>
                  <a:pt x="0" y="403860"/>
                </a:moveTo>
                <a:cubicBezTo>
                  <a:pt x="64770" y="323215"/>
                  <a:pt x="129540" y="242570"/>
                  <a:pt x="137160" y="175260"/>
                </a:cubicBezTo>
                <a:cubicBezTo>
                  <a:pt x="144780" y="107950"/>
                  <a:pt x="95250" y="53975"/>
                  <a:pt x="45720" y="0"/>
                </a:cubicBezTo>
              </a:path>
            </a:pathLst>
          </a:custGeom>
          <a:noFill/>
          <a:ln w="31750">
            <a:solidFill>
              <a:schemeClr val="accent6">
                <a:lumMod val="75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4478827C-FF3F-F876-2D2A-15132EE3FAB9}"/>
              </a:ext>
            </a:extLst>
          </p:cNvPr>
          <p:cNvSpPr/>
          <p:nvPr/>
        </p:nvSpPr>
        <p:spPr>
          <a:xfrm rot="10800000">
            <a:off x="1325132" y="7643451"/>
            <a:ext cx="137939" cy="403860"/>
          </a:xfrm>
          <a:custGeom>
            <a:avLst/>
            <a:gdLst>
              <a:gd name="connsiteX0" fmla="*/ 0 w 137939"/>
              <a:gd name="connsiteY0" fmla="*/ 403860 h 403860"/>
              <a:gd name="connsiteX1" fmla="*/ 137160 w 137939"/>
              <a:gd name="connsiteY1" fmla="*/ 175260 h 403860"/>
              <a:gd name="connsiteX2" fmla="*/ 45720 w 137939"/>
              <a:gd name="connsiteY2" fmla="*/ 0 h 4038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7939" h="403860">
                <a:moveTo>
                  <a:pt x="0" y="403860"/>
                </a:moveTo>
                <a:cubicBezTo>
                  <a:pt x="64770" y="323215"/>
                  <a:pt x="129540" y="242570"/>
                  <a:pt x="137160" y="175260"/>
                </a:cubicBezTo>
                <a:cubicBezTo>
                  <a:pt x="144780" y="107950"/>
                  <a:pt x="95250" y="53975"/>
                  <a:pt x="45720" y="0"/>
                </a:cubicBezTo>
              </a:path>
            </a:pathLst>
          </a:custGeom>
          <a:noFill/>
          <a:ln w="31750">
            <a:solidFill>
              <a:schemeClr val="accent5">
                <a:lumMod val="60000"/>
                <a:lumOff val="40000"/>
              </a:schemeClr>
            </a:solidFill>
            <a:prstDash val="sysDash"/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686B190A-3C98-592A-8EEE-E81E52903630}"/>
              </a:ext>
            </a:extLst>
          </p:cNvPr>
          <p:cNvSpPr/>
          <p:nvPr/>
        </p:nvSpPr>
        <p:spPr>
          <a:xfrm>
            <a:off x="1520588" y="8435935"/>
            <a:ext cx="1027904" cy="326579"/>
          </a:xfrm>
          <a:custGeom>
            <a:avLst/>
            <a:gdLst>
              <a:gd name="connsiteX0" fmla="*/ 1009800 w 1027904"/>
              <a:gd name="connsiteY0" fmla="*/ 0 h 451067"/>
              <a:gd name="connsiteX1" fmla="*/ 910740 w 1027904"/>
              <a:gd name="connsiteY1" fmla="*/ 403860 h 451067"/>
              <a:gd name="connsiteX2" fmla="*/ 125880 w 1027904"/>
              <a:gd name="connsiteY2" fmla="*/ 403860 h 451067"/>
              <a:gd name="connsiteX3" fmla="*/ 11580 w 1027904"/>
              <a:gd name="connsiteY3" fmla="*/ 53340 h 451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7904" h="451067">
                <a:moveTo>
                  <a:pt x="1009800" y="0"/>
                </a:moveTo>
                <a:cubicBezTo>
                  <a:pt x="1033930" y="168275"/>
                  <a:pt x="1058060" y="336550"/>
                  <a:pt x="910740" y="403860"/>
                </a:cubicBezTo>
                <a:cubicBezTo>
                  <a:pt x="763420" y="471170"/>
                  <a:pt x="275740" y="462280"/>
                  <a:pt x="125880" y="403860"/>
                </a:cubicBezTo>
                <a:cubicBezTo>
                  <a:pt x="-23980" y="345440"/>
                  <a:pt x="-6200" y="199390"/>
                  <a:pt x="11580" y="5334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4F74849C-387F-CCE2-B650-2B5EE40FEF9B}"/>
              </a:ext>
            </a:extLst>
          </p:cNvPr>
          <p:cNvSpPr/>
          <p:nvPr/>
        </p:nvSpPr>
        <p:spPr>
          <a:xfrm rot="21063102" flipH="1">
            <a:off x="2525962" y="8658920"/>
            <a:ext cx="323607" cy="117421"/>
          </a:xfrm>
          <a:custGeom>
            <a:avLst/>
            <a:gdLst>
              <a:gd name="connsiteX0" fmla="*/ 213360 w 213360"/>
              <a:gd name="connsiteY0" fmla="*/ 83820 h 91885"/>
              <a:gd name="connsiteX1" fmla="*/ 30480 w 213360"/>
              <a:gd name="connsiteY1" fmla="*/ 83820 h 91885"/>
              <a:gd name="connsiteX2" fmla="*/ 0 w 213360"/>
              <a:gd name="connsiteY2" fmla="*/ 0 h 91885"/>
              <a:gd name="connsiteX0" fmla="*/ 251656 w 251656"/>
              <a:gd name="connsiteY0" fmla="*/ 83820 h 185862"/>
              <a:gd name="connsiteX1" fmla="*/ 10410 w 251656"/>
              <a:gd name="connsiteY1" fmla="*/ 184615 h 185862"/>
              <a:gd name="connsiteX2" fmla="*/ 38296 w 251656"/>
              <a:gd name="connsiteY2" fmla="*/ 0 h 185862"/>
              <a:gd name="connsiteX0" fmla="*/ 349547 w 349547"/>
              <a:gd name="connsiteY0" fmla="*/ 14855 h 116897"/>
              <a:gd name="connsiteX1" fmla="*/ 108301 w 349547"/>
              <a:gd name="connsiteY1" fmla="*/ 115650 h 116897"/>
              <a:gd name="connsiteX2" fmla="*/ 0 w 349547"/>
              <a:gd name="connsiteY2" fmla="*/ 0 h 116897"/>
              <a:gd name="connsiteX0" fmla="*/ 323607 w 323607"/>
              <a:gd name="connsiteY0" fmla="*/ 0 h 102042"/>
              <a:gd name="connsiteX1" fmla="*/ 82361 w 323607"/>
              <a:gd name="connsiteY1" fmla="*/ 100795 h 102042"/>
              <a:gd name="connsiteX2" fmla="*/ 0 w 323607"/>
              <a:gd name="connsiteY2" fmla="*/ 22280 h 102042"/>
              <a:gd name="connsiteX0" fmla="*/ 323607 w 323607"/>
              <a:gd name="connsiteY0" fmla="*/ 0 h 91556"/>
              <a:gd name="connsiteX1" fmla="*/ 173153 w 323607"/>
              <a:gd name="connsiteY1" fmla="*/ 90185 h 91556"/>
              <a:gd name="connsiteX2" fmla="*/ 0 w 323607"/>
              <a:gd name="connsiteY2" fmla="*/ 22280 h 91556"/>
              <a:gd name="connsiteX0" fmla="*/ 323607 w 323607"/>
              <a:gd name="connsiteY0" fmla="*/ 0 h 96054"/>
              <a:gd name="connsiteX1" fmla="*/ 173153 w 323607"/>
              <a:gd name="connsiteY1" fmla="*/ 90185 h 96054"/>
              <a:gd name="connsiteX2" fmla="*/ 0 w 323607"/>
              <a:gd name="connsiteY2" fmla="*/ 22280 h 96054"/>
              <a:gd name="connsiteX0" fmla="*/ 323607 w 323607"/>
              <a:gd name="connsiteY0" fmla="*/ 0 h 96054"/>
              <a:gd name="connsiteX1" fmla="*/ 173153 w 323607"/>
              <a:gd name="connsiteY1" fmla="*/ 90185 h 96054"/>
              <a:gd name="connsiteX2" fmla="*/ 0 w 323607"/>
              <a:gd name="connsiteY2" fmla="*/ 22280 h 96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3607" h="96054">
                <a:moveTo>
                  <a:pt x="323607" y="0"/>
                </a:moveTo>
                <a:cubicBezTo>
                  <a:pt x="249947" y="6985"/>
                  <a:pt x="247623" y="88240"/>
                  <a:pt x="173153" y="90185"/>
                </a:cubicBezTo>
                <a:cubicBezTo>
                  <a:pt x="105167" y="118655"/>
                  <a:pt x="3810" y="34980"/>
                  <a:pt x="0" y="2228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D2C8CBC1-D7D2-C2FD-A3DE-57236AE4326D}"/>
              </a:ext>
            </a:extLst>
          </p:cNvPr>
          <p:cNvSpPr/>
          <p:nvPr/>
        </p:nvSpPr>
        <p:spPr>
          <a:xfrm>
            <a:off x="1128854" y="7498672"/>
            <a:ext cx="449034" cy="1196340"/>
          </a:xfrm>
          <a:custGeom>
            <a:avLst/>
            <a:gdLst>
              <a:gd name="connsiteX0" fmla="*/ 449034 w 449034"/>
              <a:gd name="connsiteY0" fmla="*/ 1196340 h 1196340"/>
              <a:gd name="connsiteX1" fmla="*/ 60414 w 449034"/>
              <a:gd name="connsiteY1" fmla="*/ 1051560 h 1196340"/>
              <a:gd name="connsiteX2" fmla="*/ 7074 w 449034"/>
              <a:gd name="connsiteY2" fmla="*/ 533400 h 1196340"/>
              <a:gd name="connsiteX3" fmla="*/ 121374 w 449034"/>
              <a:gd name="connsiteY3" fmla="*/ 91440 h 1196340"/>
              <a:gd name="connsiteX4" fmla="*/ 250914 w 449034"/>
              <a:gd name="connsiteY4" fmla="*/ 0 h 1196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49034" h="1196340">
                <a:moveTo>
                  <a:pt x="449034" y="1196340"/>
                </a:moveTo>
                <a:cubicBezTo>
                  <a:pt x="291554" y="1179195"/>
                  <a:pt x="134074" y="1162050"/>
                  <a:pt x="60414" y="1051560"/>
                </a:cubicBezTo>
                <a:cubicBezTo>
                  <a:pt x="-13246" y="941070"/>
                  <a:pt x="-3086" y="693420"/>
                  <a:pt x="7074" y="533400"/>
                </a:cubicBezTo>
                <a:cubicBezTo>
                  <a:pt x="17234" y="373380"/>
                  <a:pt x="80734" y="180340"/>
                  <a:pt x="121374" y="91440"/>
                </a:cubicBezTo>
                <a:cubicBezTo>
                  <a:pt x="162014" y="2540"/>
                  <a:pt x="206464" y="1270"/>
                  <a:pt x="250914" y="0"/>
                </a:cubicBezTo>
              </a:path>
            </a:pathLst>
          </a:custGeom>
          <a:noFill/>
          <a:ln w="31750">
            <a:solidFill>
              <a:schemeClr val="accent1">
                <a:lumMod val="60000"/>
                <a:lumOff val="40000"/>
              </a:schemeClr>
            </a:solidFill>
            <a:tailEnd type="oval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61F5F6E-D429-841C-5FA2-ED15D5CA7861}"/>
              </a:ext>
            </a:extLst>
          </p:cNvPr>
          <p:cNvGrpSpPr/>
          <p:nvPr/>
        </p:nvGrpSpPr>
        <p:grpSpPr>
          <a:xfrm rot="7413833">
            <a:off x="2873800" y="8278097"/>
            <a:ext cx="91440" cy="556260"/>
            <a:chOff x="9705317" y="7785110"/>
            <a:chExt cx="91440" cy="5562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5B9D5C2-B139-1840-FFD5-5AE4CD04D20B}"/>
                </a:ext>
              </a:extLst>
            </p:cNvPr>
            <p:cNvSpPr/>
            <p:nvPr/>
          </p:nvSpPr>
          <p:spPr>
            <a:xfrm>
              <a:off x="9705317" y="7785110"/>
              <a:ext cx="91440" cy="426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7A79958B-0457-3DB4-4423-F3CE382C45DD}"/>
                </a:ext>
              </a:extLst>
            </p:cNvPr>
            <p:cNvCxnSpPr/>
            <p:nvPr/>
          </p:nvCxnSpPr>
          <p:spPr>
            <a:xfrm>
              <a:off x="9751037" y="8211830"/>
              <a:ext cx="0" cy="129540"/>
            </a:xfrm>
            <a:prstGeom prst="line">
              <a:avLst/>
            </a:prstGeom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AB8B858-C5CE-638B-7681-90939AA35701}"/>
              </a:ext>
            </a:extLst>
          </p:cNvPr>
          <p:cNvGrpSpPr/>
          <p:nvPr/>
        </p:nvGrpSpPr>
        <p:grpSpPr>
          <a:xfrm>
            <a:off x="1661641" y="11878140"/>
            <a:ext cx="1099669" cy="697253"/>
            <a:chOff x="3947639" y="9592138"/>
            <a:chExt cx="1099669" cy="697253"/>
          </a:xfrm>
        </p:grpSpPr>
        <p:sp>
          <p:nvSpPr>
            <p:cNvPr id="55" name="Triangle 54">
              <a:extLst>
                <a:ext uri="{FF2B5EF4-FFF2-40B4-BE49-F238E27FC236}">
                  <a16:creationId xmlns:a16="http://schemas.microsoft.com/office/drawing/2014/main" id="{58824C5B-E57F-865B-9D02-EBEFFAB69F21}"/>
                </a:ext>
              </a:extLst>
            </p:cNvPr>
            <p:cNvSpPr/>
            <p:nvPr/>
          </p:nvSpPr>
          <p:spPr>
            <a:xfrm>
              <a:off x="3947639" y="9592138"/>
              <a:ext cx="620974" cy="515999"/>
            </a:xfrm>
            <a:prstGeom prst="triangle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1750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E19195B-7B20-D07C-F100-61B6538BBF9C}"/>
                </a:ext>
              </a:extLst>
            </p:cNvPr>
            <p:cNvSpPr txBox="1"/>
            <p:nvPr/>
          </p:nvSpPr>
          <p:spPr>
            <a:xfrm>
              <a:off x="4033336" y="9831138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accent1">
                      <a:lumMod val="60000"/>
                      <a:lumOff val="40000"/>
                    </a:schemeClr>
                  </a:solidFill>
                </a:rPr>
                <a:t>Exc</a:t>
              </a: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C2E7D42D-BA4E-9DCD-58D9-3660ADB27539}"/>
                </a:ext>
              </a:extLst>
            </p:cNvPr>
            <p:cNvGrpSpPr/>
            <p:nvPr/>
          </p:nvGrpSpPr>
          <p:grpSpPr>
            <a:xfrm rot="7413833">
              <a:off x="4723458" y="9965541"/>
              <a:ext cx="91440" cy="556260"/>
              <a:chOff x="9705317" y="7785110"/>
              <a:chExt cx="91440" cy="5562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D867C24-EF01-5833-C631-80A32B26E2D4}"/>
                  </a:ext>
                </a:extLst>
              </p:cNvPr>
              <p:cNvSpPr/>
              <p:nvPr/>
            </p:nvSpPr>
            <p:spPr>
              <a:xfrm>
                <a:off x="9705317" y="7785110"/>
                <a:ext cx="91440" cy="4267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6E9F828-EF1A-1783-4399-DF1A9323D7BD}"/>
                  </a:ext>
                </a:extLst>
              </p:cNvPr>
              <p:cNvCxnSpPr/>
              <p:nvPr/>
            </p:nvCxnSpPr>
            <p:spPr>
              <a:xfrm>
                <a:off x="9751037" y="8211830"/>
                <a:ext cx="0" cy="129540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A4BE72B-23A7-4481-2382-F6E6C5596B1A}"/>
              </a:ext>
            </a:extLst>
          </p:cNvPr>
          <p:cNvSpPr txBox="1"/>
          <p:nvPr/>
        </p:nvSpPr>
        <p:spPr>
          <a:xfrm>
            <a:off x="6738069" y="5237139"/>
            <a:ext cx="1987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Basal dendrite</a:t>
            </a:r>
          </a:p>
          <a:p>
            <a:r>
              <a:rPr lang="en-US" sz="1200" dirty="0"/>
              <a:t>Connections: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short-range excitatory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B8015E-6A93-34EC-0F79-31CA088CC760}"/>
              </a:ext>
            </a:extLst>
          </p:cNvPr>
          <p:cNvSpPr txBox="1"/>
          <p:nvPr/>
        </p:nvSpPr>
        <p:spPr>
          <a:xfrm>
            <a:off x="6453618" y="4471832"/>
            <a:ext cx="1987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Soma</a:t>
            </a:r>
          </a:p>
          <a:p>
            <a:r>
              <a:rPr lang="en-US" sz="1200" dirty="0"/>
              <a:t>Connections: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PV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B5F307D-753C-E46F-66B1-2D708ED7DE62}"/>
              </a:ext>
            </a:extLst>
          </p:cNvPr>
          <p:cNvSpPr/>
          <p:nvPr/>
        </p:nvSpPr>
        <p:spPr>
          <a:xfrm>
            <a:off x="4152902" y="3061643"/>
            <a:ext cx="4572975" cy="313595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BD31F03-F016-7DB9-27A9-AA9F6C5C2924}"/>
              </a:ext>
            </a:extLst>
          </p:cNvPr>
          <p:cNvSpPr txBox="1"/>
          <p:nvPr/>
        </p:nvSpPr>
        <p:spPr>
          <a:xfrm>
            <a:off x="4203598" y="3174604"/>
            <a:ext cx="38373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Local Network Node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4984B37-C7F8-46CC-D306-DC16FF22B890}"/>
              </a:ext>
            </a:extLst>
          </p:cNvPr>
          <p:cNvGrpSpPr/>
          <p:nvPr/>
        </p:nvGrpSpPr>
        <p:grpSpPr>
          <a:xfrm>
            <a:off x="4152901" y="7380305"/>
            <a:ext cx="4572975" cy="3135959"/>
            <a:chOff x="6438900" y="775641"/>
            <a:chExt cx="4572975" cy="3135959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CF9916C-73C3-5C7F-53CB-401AC8A7276C}"/>
                </a:ext>
              </a:extLst>
            </p:cNvPr>
            <p:cNvGrpSpPr/>
            <p:nvPr/>
          </p:nvGrpSpPr>
          <p:grpSpPr>
            <a:xfrm>
              <a:off x="6778794" y="1681871"/>
              <a:ext cx="2068796" cy="1624915"/>
              <a:chOff x="7864386" y="7120352"/>
              <a:chExt cx="2068796" cy="1624915"/>
            </a:xfrm>
          </p:grpSpPr>
          <p:sp>
            <p:nvSpPr>
              <p:cNvPr id="72" name="Triangle 71">
                <a:extLst>
                  <a:ext uri="{FF2B5EF4-FFF2-40B4-BE49-F238E27FC236}">
                    <a16:creationId xmlns:a16="http://schemas.microsoft.com/office/drawing/2014/main" id="{505D3EE2-A076-3453-0652-2DD677A05EF1}"/>
                  </a:ext>
                </a:extLst>
              </p:cNvPr>
              <p:cNvSpPr/>
              <p:nvPr/>
            </p:nvSpPr>
            <p:spPr>
              <a:xfrm>
                <a:off x="8833513" y="7873622"/>
                <a:ext cx="620974" cy="515999"/>
              </a:xfrm>
              <a:prstGeom prst="triangl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CA06450A-98B0-F8D2-9157-70E982B76A6D}"/>
                  </a:ext>
                </a:extLst>
              </p:cNvPr>
              <p:cNvSpPr txBox="1"/>
              <p:nvPr/>
            </p:nvSpPr>
            <p:spPr>
              <a:xfrm>
                <a:off x="8919210" y="8112622"/>
                <a:ext cx="4495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Exc</a:t>
                </a: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62B9F640-6020-B4D6-D841-B7DC7B3045EA}"/>
                  </a:ext>
                </a:extLst>
              </p:cNvPr>
              <p:cNvSpPr/>
              <p:nvPr/>
            </p:nvSpPr>
            <p:spPr>
              <a:xfrm>
                <a:off x="9098280" y="7353041"/>
                <a:ext cx="91440" cy="4267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FD9AB18F-F02F-3712-6E65-2B17545A25BF}"/>
                  </a:ext>
                </a:extLst>
              </p:cNvPr>
              <p:cNvCxnSpPr/>
              <p:nvPr/>
            </p:nvCxnSpPr>
            <p:spPr>
              <a:xfrm>
                <a:off x="9144000" y="7779761"/>
                <a:ext cx="0" cy="129540"/>
              </a:xfrm>
              <a:prstGeom prst="line">
                <a:avLst/>
              </a:prstGeom>
              <a:ln w="31750">
                <a:solidFill>
                  <a:schemeClr val="accent1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621B6B1C-445C-5133-4955-897E311C5053}"/>
                  </a:ext>
                </a:extLst>
              </p:cNvPr>
              <p:cNvSpPr/>
              <p:nvPr/>
            </p:nvSpPr>
            <p:spPr>
              <a:xfrm>
                <a:off x="8188685" y="8016240"/>
                <a:ext cx="377190" cy="373380"/>
              </a:xfrm>
              <a:prstGeom prst="ellipse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 w="317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E4D913EE-5C7F-D59C-9B88-979EAA662843}"/>
                  </a:ext>
                </a:extLst>
              </p:cNvPr>
              <p:cNvSpPr txBox="1"/>
              <p:nvPr/>
            </p:nvSpPr>
            <p:spPr>
              <a:xfrm>
                <a:off x="8152490" y="8064431"/>
                <a:ext cx="4495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6">
                        <a:lumMod val="75000"/>
                      </a:schemeClr>
                    </a:solidFill>
                  </a:rPr>
                  <a:t>PV</a:t>
                </a:r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1EADC8A2-3D55-A8AE-0C7B-F499C353D2C6}"/>
                  </a:ext>
                </a:extLst>
              </p:cNvPr>
              <p:cNvSpPr/>
              <p:nvPr/>
            </p:nvSpPr>
            <p:spPr>
              <a:xfrm>
                <a:off x="8188685" y="7349231"/>
                <a:ext cx="377190" cy="373380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 w="31750">
                <a:solidFill>
                  <a:schemeClr val="accent5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E690BBD0-9387-539E-125B-971F92A1531F}"/>
                  </a:ext>
                </a:extLst>
              </p:cNvPr>
              <p:cNvSpPr txBox="1"/>
              <p:nvPr/>
            </p:nvSpPr>
            <p:spPr>
              <a:xfrm>
                <a:off x="8152490" y="7397422"/>
                <a:ext cx="4495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</a:rPr>
                  <a:t>SST</a:t>
                </a:r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7E0CF96A-D08F-560C-57C7-43943AC035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0" y="7539731"/>
                <a:ext cx="453390" cy="0"/>
              </a:xfrm>
              <a:prstGeom prst="line">
                <a:avLst/>
              </a:prstGeom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30256E3E-EA37-DF49-4203-EA7B563035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53451" y="8202671"/>
                <a:ext cx="280063" cy="0"/>
              </a:xfrm>
              <a:prstGeom prst="line">
                <a:avLst/>
              </a:prstGeom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Freeform 81">
                <a:extLst>
                  <a:ext uri="{FF2B5EF4-FFF2-40B4-BE49-F238E27FC236}">
                    <a16:creationId xmlns:a16="http://schemas.microsoft.com/office/drawing/2014/main" id="{A6198F0A-A693-55AF-470F-BF4747E4E0CB}"/>
                  </a:ext>
                </a:extLst>
              </p:cNvPr>
              <p:cNvSpPr/>
              <p:nvPr/>
            </p:nvSpPr>
            <p:spPr>
              <a:xfrm>
                <a:off x="8189424" y="7120352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noFill/>
              <a:ln w="31750" cap="flat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 82">
                <a:extLst>
                  <a:ext uri="{FF2B5EF4-FFF2-40B4-BE49-F238E27FC236}">
                    <a16:creationId xmlns:a16="http://schemas.microsoft.com/office/drawing/2014/main" id="{A2EEFDA2-2D4D-7843-BD5D-9FCB35414C60}"/>
                  </a:ext>
                </a:extLst>
              </p:cNvPr>
              <p:cNvSpPr/>
              <p:nvPr/>
            </p:nvSpPr>
            <p:spPr>
              <a:xfrm>
                <a:off x="8215958" y="7792827"/>
                <a:ext cx="323805" cy="232948"/>
              </a:xfrm>
              <a:custGeom>
                <a:avLst/>
                <a:gdLst>
                  <a:gd name="connsiteX0" fmla="*/ 101137 w 323805"/>
                  <a:gd name="connsiteY0" fmla="*/ 232948 h 232948"/>
                  <a:gd name="connsiteX1" fmla="*/ 9697 w 323805"/>
                  <a:gd name="connsiteY1" fmla="*/ 34828 h 232948"/>
                  <a:gd name="connsiteX2" fmla="*/ 306877 w 323805"/>
                  <a:gd name="connsiteY2" fmla="*/ 11968 h 232948"/>
                  <a:gd name="connsiteX3" fmla="*/ 261157 w 323805"/>
                  <a:gd name="connsiteY3" fmla="*/ 164368 h 2329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805" h="232948">
                    <a:moveTo>
                      <a:pt x="101137" y="232948"/>
                    </a:moveTo>
                    <a:cubicBezTo>
                      <a:pt x="38272" y="152303"/>
                      <a:pt x="-24593" y="71658"/>
                      <a:pt x="9697" y="34828"/>
                    </a:cubicBezTo>
                    <a:cubicBezTo>
                      <a:pt x="43987" y="-2002"/>
                      <a:pt x="264967" y="-9622"/>
                      <a:pt x="306877" y="11968"/>
                    </a:cubicBezTo>
                    <a:cubicBezTo>
                      <a:pt x="348787" y="33558"/>
                      <a:pt x="304972" y="98963"/>
                      <a:pt x="261157" y="164368"/>
                    </a:cubicBezTo>
                  </a:path>
                </a:pathLst>
              </a:custGeom>
              <a:noFill/>
              <a:ln w="31750" cap="flat">
                <a:solidFill>
                  <a:schemeClr val="accent6">
                    <a:lumMod val="75000"/>
                  </a:schemeClr>
                </a:solidFill>
                <a:prstDash val="sysDash"/>
                <a:miter lim="800000"/>
                <a:tailEnd type="oval" w="lg" len="lg"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onnsiteX0" fmla="*/ 101137 w 323805"/>
                          <a:gd name="connsiteY0" fmla="*/ 232948 h 232948"/>
                          <a:gd name="connsiteX1" fmla="*/ 9697 w 323805"/>
                          <a:gd name="connsiteY1" fmla="*/ 34828 h 232948"/>
                          <a:gd name="connsiteX2" fmla="*/ 306877 w 323805"/>
                          <a:gd name="connsiteY2" fmla="*/ 11968 h 232948"/>
                          <a:gd name="connsiteX3" fmla="*/ 261157 w 323805"/>
                          <a:gd name="connsiteY3" fmla="*/ 164368 h 232948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  <a:cxn ang="0">
                            <a:pos x="connsiteX3" y="connsiteY3"/>
                          </a:cxn>
                        </a:cxnLst>
                        <a:rect l="l" t="t" r="r" b="b"/>
                        <a:pathLst>
                          <a:path w="323805" h="232948" extrusionOk="0">
                            <a:moveTo>
                              <a:pt x="101137" y="232948"/>
                            </a:moveTo>
                            <a:cubicBezTo>
                              <a:pt x="30840" y="147719"/>
                              <a:pt x="-32629" y="74674"/>
                              <a:pt x="9697" y="34828"/>
                            </a:cubicBezTo>
                            <a:cubicBezTo>
                              <a:pt x="52945" y="-116"/>
                              <a:pt x="262791" y="-9553"/>
                              <a:pt x="306877" y="11968"/>
                            </a:cubicBezTo>
                            <a:cubicBezTo>
                              <a:pt x="343803" y="38425"/>
                              <a:pt x="304641" y="100793"/>
                              <a:pt x="261157" y="164368"/>
                            </a:cubicBezTo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DA57258D-1A5F-1C34-C325-7D588A2A1FAE}"/>
                  </a:ext>
                </a:extLst>
              </p:cNvPr>
              <p:cNvSpPr/>
              <p:nvPr/>
            </p:nvSpPr>
            <p:spPr>
              <a:xfrm>
                <a:off x="8549641" y="7703820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noFill/>
              <a:ln w="31750">
                <a:solidFill>
                  <a:schemeClr val="accent6">
                    <a:lumMod val="75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568BD5B7-1952-E133-D99F-9A5B0A0E5432}"/>
                  </a:ext>
                </a:extLst>
              </p:cNvPr>
              <p:cNvSpPr/>
              <p:nvPr/>
            </p:nvSpPr>
            <p:spPr>
              <a:xfrm rot="10800000">
                <a:off x="8060662" y="7612379"/>
                <a:ext cx="137939" cy="403860"/>
              </a:xfrm>
              <a:custGeom>
                <a:avLst/>
                <a:gdLst>
                  <a:gd name="connsiteX0" fmla="*/ 0 w 137939"/>
                  <a:gd name="connsiteY0" fmla="*/ 403860 h 403860"/>
                  <a:gd name="connsiteX1" fmla="*/ 137160 w 137939"/>
                  <a:gd name="connsiteY1" fmla="*/ 175260 h 403860"/>
                  <a:gd name="connsiteX2" fmla="*/ 45720 w 137939"/>
                  <a:gd name="connsiteY2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37939" h="403860">
                    <a:moveTo>
                      <a:pt x="0" y="403860"/>
                    </a:moveTo>
                    <a:cubicBezTo>
                      <a:pt x="64770" y="323215"/>
                      <a:pt x="129540" y="242570"/>
                      <a:pt x="137160" y="175260"/>
                    </a:cubicBezTo>
                    <a:cubicBezTo>
                      <a:pt x="144780" y="107950"/>
                      <a:pt x="95250" y="53975"/>
                      <a:pt x="45720" y="0"/>
                    </a:cubicBezTo>
                  </a:path>
                </a:pathLst>
              </a:custGeom>
              <a:noFill/>
              <a:ln w="31750">
                <a:solidFill>
                  <a:schemeClr val="accent5">
                    <a:lumMod val="60000"/>
                    <a:lumOff val="40000"/>
                  </a:schemeClr>
                </a:solidFill>
                <a:prstDash val="sysDash"/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AC315BF4-8850-43E3-8BB6-8B7C22083255}"/>
                  </a:ext>
                </a:extLst>
              </p:cNvPr>
              <p:cNvSpPr/>
              <p:nvPr/>
            </p:nvSpPr>
            <p:spPr>
              <a:xfrm>
                <a:off x="8256120" y="8404861"/>
                <a:ext cx="1027904" cy="326579"/>
              </a:xfrm>
              <a:custGeom>
                <a:avLst/>
                <a:gdLst>
                  <a:gd name="connsiteX0" fmla="*/ 1009800 w 1027904"/>
                  <a:gd name="connsiteY0" fmla="*/ 0 h 451067"/>
                  <a:gd name="connsiteX1" fmla="*/ 910740 w 1027904"/>
                  <a:gd name="connsiteY1" fmla="*/ 403860 h 451067"/>
                  <a:gd name="connsiteX2" fmla="*/ 125880 w 1027904"/>
                  <a:gd name="connsiteY2" fmla="*/ 403860 h 451067"/>
                  <a:gd name="connsiteX3" fmla="*/ 11580 w 1027904"/>
                  <a:gd name="connsiteY3" fmla="*/ 53340 h 451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27904" h="451067">
                    <a:moveTo>
                      <a:pt x="1009800" y="0"/>
                    </a:moveTo>
                    <a:cubicBezTo>
                      <a:pt x="1033930" y="168275"/>
                      <a:pt x="1058060" y="336550"/>
                      <a:pt x="910740" y="403860"/>
                    </a:cubicBezTo>
                    <a:cubicBezTo>
                      <a:pt x="763420" y="471170"/>
                      <a:pt x="275740" y="462280"/>
                      <a:pt x="125880" y="403860"/>
                    </a:cubicBezTo>
                    <a:cubicBezTo>
                      <a:pt x="-23980" y="345440"/>
                      <a:pt x="-6200" y="199390"/>
                      <a:pt x="11580" y="53340"/>
                    </a:cubicBezTo>
                  </a:path>
                </a:pathLst>
              </a:custGeom>
              <a:no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Freeform 86">
                <a:extLst>
                  <a:ext uri="{FF2B5EF4-FFF2-40B4-BE49-F238E27FC236}">
                    <a16:creationId xmlns:a16="http://schemas.microsoft.com/office/drawing/2014/main" id="{70EA577F-DB60-35DF-3DED-BE9A4EAD1275}"/>
                  </a:ext>
                </a:extLst>
              </p:cNvPr>
              <p:cNvSpPr/>
              <p:nvPr/>
            </p:nvSpPr>
            <p:spPr>
              <a:xfrm rot="21063102" flipH="1">
                <a:off x="9261492" y="8627846"/>
                <a:ext cx="323607" cy="117421"/>
              </a:xfrm>
              <a:custGeom>
                <a:avLst/>
                <a:gdLst>
                  <a:gd name="connsiteX0" fmla="*/ 213360 w 213360"/>
                  <a:gd name="connsiteY0" fmla="*/ 83820 h 91885"/>
                  <a:gd name="connsiteX1" fmla="*/ 30480 w 213360"/>
                  <a:gd name="connsiteY1" fmla="*/ 83820 h 91885"/>
                  <a:gd name="connsiteX2" fmla="*/ 0 w 213360"/>
                  <a:gd name="connsiteY2" fmla="*/ 0 h 91885"/>
                  <a:gd name="connsiteX0" fmla="*/ 251656 w 251656"/>
                  <a:gd name="connsiteY0" fmla="*/ 83820 h 185862"/>
                  <a:gd name="connsiteX1" fmla="*/ 10410 w 251656"/>
                  <a:gd name="connsiteY1" fmla="*/ 184615 h 185862"/>
                  <a:gd name="connsiteX2" fmla="*/ 38296 w 251656"/>
                  <a:gd name="connsiteY2" fmla="*/ 0 h 185862"/>
                  <a:gd name="connsiteX0" fmla="*/ 349547 w 349547"/>
                  <a:gd name="connsiteY0" fmla="*/ 14855 h 116897"/>
                  <a:gd name="connsiteX1" fmla="*/ 108301 w 349547"/>
                  <a:gd name="connsiteY1" fmla="*/ 115650 h 116897"/>
                  <a:gd name="connsiteX2" fmla="*/ 0 w 349547"/>
                  <a:gd name="connsiteY2" fmla="*/ 0 h 116897"/>
                  <a:gd name="connsiteX0" fmla="*/ 323607 w 323607"/>
                  <a:gd name="connsiteY0" fmla="*/ 0 h 102042"/>
                  <a:gd name="connsiteX1" fmla="*/ 82361 w 323607"/>
                  <a:gd name="connsiteY1" fmla="*/ 100795 h 102042"/>
                  <a:gd name="connsiteX2" fmla="*/ 0 w 323607"/>
                  <a:gd name="connsiteY2" fmla="*/ 22280 h 102042"/>
                  <a:gd name="connsiteX0" fmla="*/ 323607 w 323607"/>
                  <a:gd name="connsiteY0" fmla="*/ 0 h 91556"/>
                  <a:gd name="connsiteX1" fmla="*/ 173153 w 323607"/>
                  <a:gd name="connsiteY1" fmla="*/ 90185 h 91556"/>
                  <a:gd name="connsiteX2" fmla="*/ 0 w 323607"/>
                  <a:gd name="connsiteY2" fmla="*/ 22280 h 91556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  <a:gd name="connsiteX0" fmla="*/ 323607 w 323607"/>
                  <a:gd name="connsiteY0" fmla="*/ 0 h 96054"/>
                  <a:gd name="connsiteX1" fmla="*/ 173153 w 323607"/>
                  <a:gd name="connsiteY1" fmla="*/ 90185 h 96054"/>
                  <a:gd name="connsiteX2" fmla="*/ 0 w 323607"/>
                  <a:gd name="connsiteY2" fmla="*/ 22280 h 9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3607" h="96054">
                    <a:moveTo>
                      <a:pt x="323607" y="0"/>
                    </a:moveTo>
                    <a:cubicBezTo>
                      <a:pt x="249947" y="6985"/>
                      <a:pt x="247623" y="88240"/>
                      <a:pt x="173153" y="90185"/>
                    </a:cubicBezTo>
                    <a:cubicBezTo>
                      <a:pt x="105167" y="118655"/>
                      <a:pt x="3810" y="34980"/>
                      <a:pt x="0" y="22280"/>
                    </a:cubicBezTo>
                  </a:path>
                </a:pathLst>
              </a:custGeom>
              <a:no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 87">
                <a:extLst>
                  <a:ext uri="{FF2B5EF4-FFF2-40B4-BE49-F238E27FC236}">
                    <a16:creationId xmlns:a16="http://schemas.microsoft.com/office/drawing/2014/main" id="{5EA28253-E599-7D77-9D0E-192CD1BD2DCD}"/>
                  </a:ext>
                </a:extLst>
              </p:cNvPr>
              <p:cNvSpPr/>
              <p:nvPr/>
            </p:nvSpPr>
            <p:spPr>
              <a:xfrm>
                <a:off x="7864386" y="7467600"/>
                <a:ext cx="449034" cy="1196340"/>
              </a:xfrm>
              <a:custGeom>
                <a:avLst/>
                <a:gdLst>
                  <a:gd name="connsiteX0" fmla="*/ 449034 w 449034"/>
                  <a:gd name="connsiteY0" fmla="*/ 1196340 h 1196340"/>
                  <a:gd name="connsiteX1" fmla="*/ 60414 w 449034"/>
                  <a:gd name="connsiteY1" fmla="*/ 1051560 h 1196340"/>
                  <a:gd name="connsiteX2" fmla="*/ 7074 w 449034"/>
                  <a:gd name="connsiteY2" fmla="*/ 533400 h 1196340"/>
                  <a:gd name="connsiteX3" fmla="*/ 121374 w 449034"/>
                  <a:gd name="connsiteY3" fmla="*/ 91440 h 1196340"/>
                  <a:gd name="connsiteX4" fmla="*/ 250914 w 449034"/>
                  <a:gd name="connsiteY4" fmla="*/ 0 h 1196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9034" h="1196340">
                    <a:moveTo>
                      <a:pt x="449034" y="1196340"/>
                    </a:moveTo>
                    <a:cubicBezTo>
                      <a:pt x="291554" y="1179195"/>
                      <a:pt x="134074" y="1162050"/>
                      <a:pt x="60414" y="1051560"/>
                    </a:cubicBezTo>
                    <a:cubicBezTo>
                      <a:pt x="-13246" y="941070"/>
                      <a:pt x="-3086" y="693420"/>
                      <a:pt x="7074" y="533400"/>
                    </a:cubicBezTo>
                    <a:cubicBezTo>
                      <a:pt x="17234" y="373380"/>
                      <a:pt x="80734" y="180340"/>
                      <a:pt x="121374" y="91440"/>
                    </a:cubicBezTo>
                    <a:cubicBezTo>
                      <a:pt x="162014" y="2540"/>
                      <a:pt x="206464" y="1270"/>
                      <a:pt x="250914" y="0"/>
                    </a:cubicBezTo>
                  </a:path>
                </a:pathLst>
              </a:custGeom>
              <a:noFill/>
              <a:ln w="31750">
                <a:solidFill>
                  <a:schemeClr val="accent1">
                    <a:lumMod val="60000"/>
                    <a:lumOff val="40000"/>
                  </a:schemeClr>
                </a:solidFill>
                <a:tailEnd type="oval" w="lg" len="lg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2E10E11E-8131-D6AC-7B63-E86DCE1EC65A}"/>
                  </a:ext>
                </a:extLst>
              </p:cNvPr>
              <p:cNvGrpSpPr/>
              <p:nvPr/>
            </p:nvGrpSpPr>
            <p:grpSpPr>
              <a:xfrm rot="7413833">
                <a:off x="9609332" y="8247025"/>
                <a:ext cx="91440" cy="556260"/>
                <a:chOff x="9705317" y="7785110"/>
                <a:chExt cx="91440" cy="556260"/>
              </a:xfrm>
            </p:grpSpPr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75B24A04-01DA-415C-00A0-C0C7DC3C19FD}"/>
                    </a:ext>
                  </a:extLst>
                </p:cNvPr>
                <p:cNvSpPr/>
                <p:nvPr/>
              </p:nvSpPr>
              <p:spPr>
                <a:xfrm>
                  <a:off x="9705317" y="7785110"/>
                  <a:ext cx="91440" cy="426720"/>
                </a:xfrm>
                <a:prstGeom prst="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91F8DDFF-EE58-B2DA-4126-0A4C290D9345}"/>
                    </a:ext>
                  </a:extLst>
                </p:cNvPr>
                <p:cNvCxnSpPr/>
                <p:nvPr/>
              </p:nvCxnSpPr>
              <p:spPr>
                <a:xfrm>
                  <a:off x="9751037" y="8211830"/>
                  <a:ext cx="0" cy="129540"/>
                </a:xfrm>
                <a:prstGeom prst="line">
                  <a:avLst/>
                </a:prstGeom>
                <a:ln w="31750">
                  <a:solidFill>
                    <a:schemeClr val="accent1">
                      <a:lumMod val="60000"/>
                      <a:lumOff val="40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D917288-C6A3-0A2E-A810-9CC7E1C22070}"/>
                </a:ext>
              </a:extLst>
            </p:cNvPr>
            <p:cNvSpPr txBox="1"/>
            <p:nvPr/>
          </p:nvSpPr>
          <p:spPr>
            <a:xfrm>
              <a:off x="8241282" y="1311222"/>
              <a:ext cx="19878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Apical dendrite</a:t>
              </a:r>
            </a:p>
            <a:p>
              <a:r>
                <a:rPr lang="en-US" sz="1200" dirty="0"/>
                <a:t>Connections: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long-range excitatory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SST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971C521-D8FD-17A3-29D3-FF70E50F2DAD}"/>
                </a:ext>
              </a:extLst>
            </p:cNvPr>
            <p:cNvSpPr txBox="1"/>
            <p:nvPr/>
          </p:nvSpPr>
          <p:spPr>
            <a:xfrm>
              <a:off x="9024069" y="2951139"/>
              <a:ext cx="198780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Basal dendrite</a:t>
              </a:r>
            </a:p>
            <a:p>
              <a:r>
                <a:rPr lang="en-US" sz="1200" dirty="0"/>
                <a:t>Connections: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short-range excitatory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CB4E2F2-673C-1DA1-1081-6C1E98336C72}"/>
                </a:ext>
              </a:extLst>
            </p:cNvPr>
            <p:cNvSpPr txBox="1"/>
            <p:nvPr/>
          </p:nvSpPr>
          <p:spPr>
            <a:xfrm>
              <a:off x="8739618" y="2185832"/>
              <a:ext cx="198780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Soma</a:t>
              </a:r>
            </a:p>
            <a:p>
              <a:r>
                <a:rPr lang="en-US" sz="1200" dirty="0"/>
                <a:t>Connections:</a:t>
              </a:r>
            </a:p>
            <a:p>
              <a:pPr marL="285750" indent="-285750">
                <a:buFontTx/>
                <a:buChar char="-"/>
              </a:pPr>
              <a:r>
                <a:rPr lang="en-US" sz="1200" dirty="0"/>
                <a:t>PV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94F988C7-0532-8712-530A-E378C5432D7D}"/>
                </a:ext>
              </a:extLst>
            </p:cNvPr>
            <p:cNvSpPr/>
            <p:nvPr/>
          </p:nvSpPr>
          <p:spPr>
            <a:xfrm>
              <a:off x="6438900" y="775641"/>
              <a:ext cx="4572975" cy="3135959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3236700-C195-39CB-8726-55F094401DF9}"/>
                </a:ext>
              </a:extLst>
            </p:cNvPr>
            <p:cNvSpPr txBox="1"/>
            <p:nvPr/>
          </p:nvSpPr>
          <p:spPr>
            <a:xfrm>
              <a:off x="6489596" y="888604"/>
              <a:ext cx="383737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Local Network Node</a:t>
              </a: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01B5CADC-5197-D919-A787-866419E09510}"/>
              </a:ext>
            </a:extLst>
          </p:cNvPr>
          <p:cNvGrpSpPr/>
          <p:nvPr/>
        </p:nvGrpSpPr>
        <p:grpSpPr>
          <a:xfrm>
            <a:off x="4489554" y="3961154"/>
            <a:ext cx="2057997" cy="1624915"/>
            <a:chOff x="7772400" y="5715002"/>
            <a:chExt cx="2057997" cy="1624915"/>
          </a:xfrm>
        </p:grpSpPr>
        <p:sp>
          <p:nvSpPr>
            <p:cNvPr id="113" name="Triangle 112">
              <a:extLst>
                <a:ext uri="{FF2B5EF4-FFF2-40B4-BE49-F238E27FC236}">
                  <a16:creationId xmlns:a16="http://schemas.microsoft.com/office/drawing/2014/main" id="{4A8BE2FF-3670-C1CB-A60C-6E0D0D3ED2AF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C04CF5BD-A245-46C6-4B78-E589E7B38D39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E2ABEE61-3A06-F631-6696-136A7B7EB2EB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27ACBCFA-365F-43A0-5606-FB720839968D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F4476A23-9641-A603-21DD-7717647071E2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3A432511-48B7-AE8A-B893-DB9F51F2E8A3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15E21E17-FD8F-B575-5FBF-DC67B05ABA29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4906434-FD6D-6EC2-77B7-927BDBEE6839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45D94C90-51C4-75FE-01CE-FEC4DF34078F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52D1EECD-B404-9794-DF8C-93D282C0BCCF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 122">
              <a:extLst>
                <a:ext uri="{FF2B5EF4-FFF2-40B4-BE49-F238E27FC236}">
                  <a16:creationId xmlns:a16="http://schemas.microsoft.com/office/drawing/2014/main" id="{CD2F4E87-B6E1-24D7-14E0-AEEBCEF04A4B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 123">
              <a:extLst>
                <a:ext uri="{FF2B5EF4-FFF2-40B4-BE49-F238E27FC236}">
                  <a16:creationId xmlns:a16="http://schemas.microsoft.com/office/drawing/2014/main" id="{54D5C5C7-E11C-0328-7205-A6D61063325F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Freeform 124">
              <a:extLst>
                <a:ext uri="{FF2B5EF4-FFF2-40B4-BE49-F238E27FC236}">
                  <a16:creationId xmlns:a16="http://schemas.microsoft.com/office/drawing/2014/main" id="{94FC85B3-08DF-6BEC-A901-032097EA44A0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Freeform 125">
              <a:extLst>
                <a:ext uri="{FF2B5EF4-FFF2-40B4-BE49-F238E27FC236}">
                  <a16:creationId xmlns:a16="http://schemas.microsoft.com/office/drawing/2014/main" id="{AD874CB7-FE26-276E-1E3F-A25304E2ACC3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Freeform 126">
              <a:extLst>
                <a:ext uri="{FF2B5EF4-FFF2-40B4-BE49-F238E27FC236}">
                  <a16:creationId xmlns:a16="http://schemas.microsoft.com/office/drawing/2014/main" id="{8C7CFBB8-6363-2614-0521-8A34ABD3C0BC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2A63A88E-EE9F-27A5-8A56-E360C6F57D8F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A0C1B033-4183-55A1-0CC1-6E8C4A7D8A44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0966B387-EC2A-36EB-54DB-6B9745EA4FC6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96C9E7F9-55B6-6997-D560-792911CC706B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201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3DA4BE23-1D45-EF37-7C79-B35181505344}"/>
              </a:ext>
            </a:extLst>
          </p:cNvPr>
          <p:cNvGrpSpPr/>
          <p:nvPr/>
        </p:nvGrpSpPr>
        <p:grpSpPr>
          <a:xfrm>
            <a:off x="9226445" y="4380878"/>
            <a:ext cx="2057997" cy="1624915"/>
            <a:chOff x="7772400" y="5715002"/>
            <a:chExt cx="2057997" cy="1624915"/>
          </a:xfrm>
        </p:grpSpPr>
        <p:sp>
          <p:nvSpPr>
            <p:cNvPr id="638" name="Triangle 637">
              <a:extLst>
                <a:ext uri="{FF2B5EF4-FFF2-40B4-BE49-F238E27FC236}">
                  <a16:creationId xmlns:a16="http://schemas.microsoft.com/office/drawing/2014/main" id="{70241310-111D-DB43-4169-C48272F6D27A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9" name="TextBox 638">
              <a:extLst>
                <a:ext uri="{FF2B5EF4-FFF2-40B4-BE49-F238E27FC236}">
                  <a16:creationId xmlns:a16="http://schemas.microsoft.com/office/drawing/2014/main" id="{33335EEA-504E-F8CD-8447-DE748C344080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640" name="Rectangle 639">
              <a:extLst>
                <a:ext uri="{FF2B5EF4-FFF2-40B4-BE49-F238E27FC236}">
                  <a16:creationId xmlns:a16="http://schemas.microsoft.com/office/drawing/2014/main" id="{8A3FDDA4-6DFF-D59C-5F29-96B89FCA52CC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1" name="Straight Connector 640">
              <a:extLst>
                <a:ext uri="{FF2B5EF4-FFF2-40B4-BE49-F238E27FC236}">
                  <a16:creationId xmlns:a16="http://schemas.microsoft.com/office/drawing/2014/main" id="{E35CCA65-A398-4D45-AD15-A696D1517FBB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2" name="Oval 641">
              <a:extLst>
                <a:ext uri="{FF2B5EF4-FFF2-40B4-BE49-F238E27FC236}">
                  <a16:creationId xmlns:a16="http://schemas.microsoft.com/office/drawing/2014/main" id="{BF80F913-894D-13BF-4FDA-B58E79D8FA38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3" name="TextBox 642">
              <a:extLst>
                <a:ext uri="{FF2B5EF4-FFF2-40B4-BE49-F238E27FC236}">
                  <a16:creationId xmlns:a16="http://schemas.microsoft.com/office/drawing/2014/main" id="{EBCF8622-A5F1-98CA-C419-D00DE394ADA5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644" name="Oval 643">
              <a:extLst>
                <a:ext uri="{FF2B5EF4-FFF2-40B4-BE49-F238E27FC236}">
                  <a16:creationId xmlns:a16="http://schemas.microsoft.com/office/drawing/2014/main" id="{5A6937E6-4AE5-100C-F45A-66CD1B0662EC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5" name="TextBox 644">
              <a:extLst>
                <a:ext uri="{FF2B5EF4-FFF2-40B4-BE49-F238E27FC236}">
                  <a16:creationId xmlns:a16="http://schemas.microsoft.com/office/drawing/2014/main" id="{992A8DC3-7D57-0D72-5C27-5DDF1112B5D4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41452C1C-13DF-09C9-C7BC-FE0AFD34130E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7" name="Straight Connector 646">
              <a:extLst>
                <a:ext uri="{FF2B5EF4-FFF2-40B4-BE49-F238E27FC236}">
                  <a16:creationId xmlns:a16="http://schemas.microsoft.com/office/drawing/2014/main" id="{EBA8DEEA-E245-0305-2C23-9F44972FE873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8" name="Freeform 647">
              <a:extLst>
                <a:ext uri="{FF2B5EF4-FFF2-40B4-BE49-F238E27FC236}">
                  <a16:creationId xmlns:a16="http://schemas.microsoft.com/office/drawing/2014/main" id="{2C438DDF-3983-EF8C-0E45-275E235AD121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Freeform 648">
              <a:extLst>
                <a:ext uri="{FF2B5EF4-FFF2-40B4-BE49-F238E27FC236}">
                  <a16:creationId xmlns:a16="http://schemas.microsoft.com/office/drawing/2014/main" id="{3DFEB53F-B64B-8203-065B-2FEFA1AE1C98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Freeform 649">
              <a:extLst>
                <a:ext uri="{FF2B5EF4-FFF2-40B4-BE49-F238E27FC236}">
                  <a16:creationId xmlns:a16="http://schemas.microsoft.com/office/drawing/2014/main" id="{D1E7EB62-F47B-CDAF-1799-FB0EFD9482E5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Freeform 650">
              <a:extLst>
                <a:ext uri="{FF2B5EF4-FFF2-40B4-BE49-F238E27FC236}">
                  <a16:creationId xmlns:a16="http://schemas.microsoft.com/office/drawing/2014/main" id="{E2079FAB-FB69-F719-AD46-3E42DEF3AE1E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2" name="Freeform 651">
              <a:extLst>
                <a:ext uri="{FF2B5EF4-FFF2-40B4-BE49-F238E27FC236}">
                  <a16:creationId xmlns:a16="http://schemas.microsoft.com/office/drawing/2014/main" id="{409906DC-3949-B648-CB18-EDE72EB633CE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3" name="Freeform 652">
              <a:extLst>
                <a:ext uri="{FF2B5EF4-FFF2-40B4-BE49-F238E27FC236}">
                  <a16:creationId xmlns:a16="http://schemas.microsoft.com/office/drawing/2014/main" id="{B2A0301F-666E-CEB9-4929-283C97A430BB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4" name="Freeform 653">
              <a:extLst>
                <a:ext uri="{FF2B5EF4-FFF2-40B4-BE49-F238E27FC236}">
                  <a16:creationId xmlns:a16="http://schemas.microsoft.com/office/drawing/2014/main" id="{4FDCE814-C13C-99E9-8493-9E889C25DB28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3CA471DF-F30C-9A53-CE12-0F526A1641C8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7" name="Straight Connector 656">
              <a:extLst>
                <a:ext uri="{FF2B5EF4-FFF2-40B4-BE49-F238E27FC236}">
                  <a16:creationId xmlns:a16="http://schemas.microsoft.com/office/drawing/2014/main" id="{18C56A90-01D5-DB4B-2D4B-7C584EFD992A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18BFE85-5DE1-047D-108F-D47C0A57461E}"/>
              </a:ext>
            </a:extLst>
          </p:cNvPr>
          <p:cNvGrpSpPr/>
          <p:nvPr/>
        </p:nvGrpSpPr>
        <p:grpSpPr>
          <a:xfrm>
            <a:off x="9221529" y="8495678"/>
            <a:ext cx="2057997" cy="1624915"/>
            <a:chOff x="7772400" y="5715002"/>
            <a:chExt cx="2057997" cy="1624915"/>
          </a:xfrm>
        </p:grpSpPr>
        <p:sp>
          <p:nvSpPr>
            <p:cNvPr id="4" name="Triangle 3">
              <a:extLst>
                <a:ext uri="{FF2B5EF4-FFF2-40B4-BE49-F238E27FC236}">
                  <a16:creationId xmlns:a16="http://schemas.microsoft.com/office/drawing/2014/main" id="{47565207-65F8-8B66-FBA6-11E97F9EE84E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5DD896-3B90-F95E-8309-535A14E8BEA4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3631C97-0123-1208-D055-34BECAD3B68A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30A6D59-9315-6908-A315-1219D2842E8E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5EF9755-A90F-8C6E-0530-0C308EAA0E2B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FB67D5D-3B84-E06E-1F8E-664A46F6DE13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B19425C-38E6-F84A-D035-D3124A2482DB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65C639-E927-C86C-A419-B6C92B96422C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8FB505B-85CF-0822-6743-DC800B79072A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B71C725-045F-3573-4336-CD864F2CEB62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94BC1ADF-C647-3A96-8988-BDBFA00F7671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334529C0-E58F-0508-095D-65DF0BF887AC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CB38C3B3-85A1-D89E-F646-043852147EF3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2AAFFBE7-CCAD-4DD6-10DF-945816142027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3B55B2F5-2C7C-1B5A-098E-4C1C7BE6BDD2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CC1D10E4-783D-4590-08A3-9370DEE3DC07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4BD84490-2CF0-8ED7-C4A3-D68597F9976A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D66A9DE-2F77-2A1A-6FB5-250AC0A9D6E8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2F53DD-5BF9-714B-E85E-6D9246711233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1EF157A-01FF-57BA-041C-D50A013FA847}"/>
              </a:ext>
            </a:extLst>
          </p:cNvPr>
          <p:cNvGrpSpPr/>
          <p:nvPr/>
        </p:nvGrpSpPr>
        <p:grpSpPr>
          <a:xfrm>
            <a:off x="9221528" y="6438276"/>
            <a:ext cx="2057997" cy="1624915"/>
            <a:chOff x="7772400" y="5715002"/>
            <a:chExt cx="2057997" cy="1624915"/>
          </a:xfrm>
        </p:grpSpPr>
        <p:sp>
          <p:nvSpPr>
            <p:cNvPr id="32" name="Triangle 31">
              <a:extLst>
                <a:ext uri="{FF2B5EF4-FFF2-40B4-BE49-F238E27FC236}">
                  <a16:creationId xmlns:a16="http://schemas.microsoft.com/office/drawing/2014/main" id="{55B7905F-965D-5C64-763F-FA8F3103723E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B0DBCC3-1BCA-FA5B-3322-8CC80A551585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1AF1BD2-1ED6-0BE6-68DC-29A0ABC2E755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7177301-C3CF-945A-A20F-21CB8155C022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DE3B284-B216-E967-4C03-7BE33A84FA94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FF009A67-CE5A-80A6-8BC5-436AFE32C081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25EC1437-2970-3579-33EC-6D46C4633A81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B23870E-E5C8-11C4-1652-8A2765618C8E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5D3248E-DA5A-A5BF-82C6-1374547045E3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4CA07F5-3797-2232-C925-E4B12679C104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164EA1B8-672D-E9EA-7326-036C55880906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C9333119-9197-E484-14C9-460C97291BC6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267DA541-B310-555F-4A82-9910F49CB078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6B318641-D136-38D5-597B-6FA076DE3DCF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D3BC3A5A-77A1-3AF4-69A1-7435D43CEFBC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4FA0B918-407C-5227-104E-F198986CE4E5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1B187437-9C83-0F6E-F321-A241233561F9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92F87E9-4B46-B0A3-FB68-28FA148D35D0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B5F7223E-DE46-A453-DA05-66E60397361C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0250550-2BDF-E429-23EC-00734185D19B}"/>
              </a:ext>
            </a:extLst>
          </p:cNvPr>
          <p:cNvGrpSpPr/>
          <p:nvPr/>
        </p:nvGrpSpPr>
        <p:grpSpPr>
          <a:xfrm>
            <a:off x="9221528" y="10550620"/>
            <a:ext cx="2057997" cy="1624915"/>
            <a:chOff x="7772400" y="5715002"/>
            <a:chExt cx="2057997" cy="1624915"/>
          </a:xfrm>
        </p:grpSpPr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6D73D408-6BF1-B807-86BC-EC70BB09F347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31959E1-63F0-B18E-E62C-7C0675CC337C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557F63C-70B6-A8E4-C67C-070DB41CF4D9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90CBF288-D6C4-F7EA-DB3E-21969B4666A5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15DA94C-C5B2-EE34-C2A5-5D7ADA744CF4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E11E59A-C357-1B9F-6DCD-634B2B9D642D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C0854DA-3834-0B3F-C682-6F40B85B9BE1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610FD93A-6655-8D4E-3AAC-ADEBE5AF11C8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F9B311FB-7AA3-7153-E9E2-4BFF7FEE21C4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0F16BA4F-1840-DD77-7304-DE1914E85106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AF7F0386-4935-D470-ABB5-3C41D8D26217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6765C214-1D1E-B8DE-8540-2730391D6822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Freeform 127">
              <a:extLst>
                <a:ext uri="{FF2B5EF4-FFF2-40B4-BE49-F238E27FC236}">
                  <a16:creationId xmlns:a16="http://schemas.microsoft.com/office/drawing/2014/main" id="{B7884CC5-074A-F203-A151-A95BDC3E0EB1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Freeform 128">
              <a:extLst>
                <a:ext uri="{FF2B5EF4-FFF2-40B4-BE49-F238E27FC236}">
                  <a16:creationId xmlns:a16="http://schemas.microsoft.com/office/drawing/2014/main" id="{EAFC73DC-463C-917F-427E-EA23641C2376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Freeform 129">
              <a:extLst>
                <a:ext uri="{FF2B5EF4-FFF2-40B4-BE49-F238E27FC236}">
                  <a16:creationId xmlns:a16="http://schemas.microsoft.com/office/drawing/2014/main" id="{326335F3-341B-B1B5-8C91-401D37673180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Freeform 130">
              <a:extLst>
                <a:ext uri="{FF2B5EF4-FFF2-40B4-BE49-F238E27FC236}">
                  <a16:creationId xmlns:a16="http://schemas.microsoft.com/office/drawing/2014/main" id="{300C1474-18D7-31C4-FD8C-7BE75DC2C87F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2" name="Freeform 131">
              <a:extLst>
                <a:ext uri="{FF2B5EF4-FFF2-40B4-BE49-F238E27FC236}">
                  <a16:creationId xmlns:a16="http://schemas.microsoft.com/office/drawing/2014/main" id="{8DFFF10E-08B1-BC60-D67D-73FD575BD6BD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CE0A2DE9-1A43-FE99-4BA2-D18CB3197572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E5D1136-D4AA-0B8F-6705-9596B9E0561F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90F6D396-588A-C749-A6B8-F5A4A6142122}"/>
              </a:ext>
            </a:extLst>
          </p:cNvPr>
          <p:cNvGrpSpPr/>
          <p:nvPr/>
        </p:nvGrpSpPr>
        <p:grpSpPr>
          <a:xfrm>
            <a:off x="5568844" y="10545704"/>
            <a:ext cx="2057997" cy="1624915"/>
            <a:chOff x="7772400" y="5715002"/>
            <a:chExt cx="2057997" cy="1624915"/>
          </a:xfrm>
        </p:grpSpPr>
        <p:sp>
          <p:nvSpPr>
            <p:cNvPr id="143" name="Triangle 142">
              <a:extLst>
                <a:ext uri="{FF2B5EF4-FFF2-40B4-BE49-F238E27FC236}">
                  <a16:creationId xmlns:a16="http://schemas.microsoft.com/office/drawing/2014/main" id="{8E54E881-2444-652E-36D6-44F10A8D9280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888E725C-7562-08FA-F046-A20051F31246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5281382F-5385-6F23-4248-75BA200CDEFE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290C7469-1F98-C9F9-F7B6-1C9957DD1486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B0F924FF-F4B6-C4A1-15CF-FABE1EF5B252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7F5E4E92-27D9-4717-D21E-9CA93FF1C703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149" name="Oval 148">
              <a:extLst>
                <a:ext uri="{FF2B5EF4-FFF2-40B4-BE49-F238E27FC236}">
                  <a16:creationId xmlns:a16="http://schemas.microsoft.com/office/drawing/2014/main" id="{4AD46F15-43FA-E087-71DA-B673CA60CCE9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3EC38897-BA24-F96A-69FA-90310BD3FD22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4E21B379-2F99-1A76-7C2B-A9CB4E711006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BD8CE4BC-865A-B956-0E25-A15CB1003E8A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Freeform 152">
              <a:extLst>
                <a:ext uri="{FF2B5EF4-FFF2-40B4-BE49-F238E27FC236}">
                  <a16:creationId xmlns:a16="http://schemas.microsoft.com/office/drawing/2014/main" id="{18930B7D-0DDF-CAF5-7D79-8B9AC8848159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 153">
              <a:extLst>
                <a:ext uri="{FF2B5EF4-FFF2-40B4-BE49-F238E27FC236}">
                  <a16:creationId xmlns:a16="http://schemas.microsoft.com/office/drawing/2014/main" id="{29A649E1-D14A-81EC-C7BA-0DDF262DBA27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 154">
              <a:extLst>
                <a:ext uri="{FF2B5EF4-FFF2-40B4-BE49-F238E27FC236}">
                  <a16:creationId xmlns:a16="http://schemas.microsoft.com/office/drawing/2014/main" id="{FEF70B13-B32F-68B9-2403-9642E55AEDA6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" name="Freeform 155">
              <a:extLst>
                <a:ext uri="{FF2B5EF4-FFF2-40B4-BE49-F238E27FC236}">
                  <a16:creationId xmlns:a16="http://schemas.microsoft.com/office/drawing/2014/main" id="{26C3B01D-A181-7C1A-7698-1DAC33696322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Freeform 156">
              <a:extLst>
                <a:ext uri="{FF2B5EF4-FFF2-40B4-BE49-F238E27FC236}">
                  <a16:creationId xmlns:a16="http://schemas.microsoft.com/office/drawing/2014/main" id="{83137CB5-7664-1405-5F9F-16137A574233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 157">
              <a:extLst>
                <a:ext uri="{FF2B5EF4-FFF2-40B4-BE49-F238E27FC236}">
                  <a16:creationId xmlns:a16="http://schemas.microsoft.com/office/drawing/2014/main" id="{AF767A7E-8469-F1F6-B564-5443DE9C963F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 158">
              <a:extLst>
                <a:ext uri="{FF2B5EF4-FFF2-40B4-BE49-F238E27FC236}">
                  <a16:creationId xmlns:a16="http://schemas.microsoft.com/office/drawing/2014/main" id="{106544E8-FDA7-05E5-7EF4-05A6713E0B52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E5007987-BCBC-7471-E9CF-E9E799F379DC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D9DA541D-B6F8-EAB8-0346-237BA0DDD372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29859E0E-98C5-0C6C-04D8-11B4DF3C0F60}"/>
              </a:ext>
            </a:extLst>
          </p:cNvPr>
          <p:cNvGrpSpPr/>
          <p:nvPr/>
        </p:nvGrpSpPr>
        <p:grpSpPr>
          <a:xfrm>
            <a:off x="5573760" y="8495679"/>
            <a:ext cx="2057997" cy="1624915"/>
            <a:chOff x="7772400" y="5715002"/>
            <a:chExt cx="2057997" cy="1624915"/>
          </a:xfrm>
        </p:grpSpPr>
        <p:sp>
          <p:nvSpPr>
            <p:cNvPr id="163" name="Triangle 162">
              <a:extLst>
                <a:ext uri="{FF2B5EF4-FFF2-40B4-BE49-F238E27FC236}">
                  <a16:creationId xmlns:a16="http://schemas.microsoft.com/office/drawing/2014/main" id="{CBF32509-AA10-F7FA-FF26-ECB18DFD81B2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A7D84EAD-C9FA-B9A7-47E9-BF3BA7BD1F2D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CC71E645-C85A-CC23-DA5A-8EFE2F1AADBC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A2C5EFF8-811E-E108-2118-6B416DF113EC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7" name="Oval 166">
              <a:extLst>
                <a:ext uri="{FF2B5EF4-FFF2-40B4-BE49-F238E27FC236}">
                  <a16:creationId xmlns:a16="http://schemas.microsoft.com/office/drawing/2014/main" id="{5A18909F-59D4-CEF3-66FB-0A104BD7CA1C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DC655DFF-6228-9A2A-1A31-5EEE95A32E4F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AD3DAA13-518A-E872-B9F4-30E419EB99BA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72BD9694-EA05-7C43-DE19-45A11330B975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60B29E40-6B67-D538-2E9B-F991A9CBF648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49D80F45-FE24-80C8-AA6E-B5895A65E6CF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Freeform 172">
              <a:extLst>
                <a:ext uri="{FF2B5EF4-FFF2-40B4-BE49-F238E27FC236}">
                  <a16:creationId xmlns:a16="http://schemas.microsoft.com/office/drawing/2014/main" id="{E504AC18-C19B-FEF1-7BA8-189BE1C4C73B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Freeform 173">
              <a:extLst>
                <a:ext uri="{FF2B5EF4-FFF2-40B4-BE49-F238E27FC236}">
                  <a16:creationId xmlns:a16="http://schemas.microsoft.com/office/drawing/2014/main" id="{3372C33F-0377-82EA-A8B8-3A9059B37645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Freeform 174">
              <a:extLst>
                <a:ext uri="{FF2B5EF4-FFF2-40B4-BE49-F238E27FC236}">
                  <a16:creationId xmlns:a16="http://schemas.microsoft.com/office/drawing/2014/main" id="{9CA3BFB8-5104-0961-3B35-036D5361AA13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6" name="Freeform 175">
              <a:extLst>
                <a:ext uri="{FF2B5EF4-FFF2-40B4-BE49-F238E27FC236}">
                  <a16:creationId xmlns:a16="http://schemas.microsoft.com/office/drawing/2014/main" id="{760C6DFB-06D9-AF1C-F233-6F2F212FF50D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7" name="Freeform 176">
              <a:extLst>
                <a:ext uri="{FF2B5EF4-FFF2-40B4-BE49-F238E27FC236}">
                  <a16:creationId xmlns:a16="http://schemas.microsoft.com/office/drawing/2014/main" id="{61F18C2A-D388-CF60-03A0-3E9FAFF4B7E5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8" name="Freeform 177">
              <a:extLst>
                <a:ext uri="{FF2B5EF4-FFF2-40B4-BE49-F238E27FC236}">
                  <a16:creationId xmlns:a16="http://schemas.microsoft.com/office/drawing/2014/main" id="{4BB90AFE-75E0-51D7-6BFC-BCE534C8E71A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Freeform 178">
              <a:extLst>
                <a:ext uri="{FF2B5EF4-FFF2-40B4-BE49-F238E27FC236}">
                  <a16:creationId xmlns:a16="http://schemas.microsoft.com/office/drawing/2014/main" id="{6AD18606-67D9-F9E2-6AE4-9CD7932815CC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8" name="Rectangle 657">
              <a:extLst>
                <a:ext uri="{FF2B5EF4-FFF2-40B4-BE49-F238E27FC236}">
                  <a16:creationId xmlns:a16="http://schemas.microsoft.com/office/drawing/2014/main" id="{45EF6717-19B0-621D-2A0D-07D31DB8CEB6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9" name="Straight Connector 658">
              <a:extLst>
                <a:ext uri="{FF2B5EF4-FFF2-40B4-BE49-F238E27FC236}">
                  <a16:creationId xmlns:a16="http://schemas.microsoft.com/office/drawing/2014/main" id="{4C979BE1-134F-6C0C-6AB3-E96262F20906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0" name="Group 659">
            <a:extLst>
              <a:ext uri="{FF2B5EF4-FFF2-40B4-BE49-F238E27FC236}">
                <a16:creationId xmlns:a16="http://schemas.microsoft.com/office/drawing/2014/main" id="{576DB535-51E9-CE8E-B83B-41B6096A3258}"/>
              </a:ext>
            </a:extLst>
          </p:cNvPr>
          <p:cNvGrpSpPr/>
          <p:nvPr/>
        </p:nvGrpSpPr>
        <p:grpSpPr>
          <a:xfrm>
            <a:off x="5568844" y="6435820"/>
            <a:ext cx="2057997" cy="1624915"/>
            <a:chOff x="7772400" y="5715002"/>
            <a:chExt cx="2057997" cy="1624915"/>
          </a:xfrm>
        </p:grpSpPr>
        <p:sp>
          <p:nvSpPr>
            <p:cNvPr id="661" name="Triangle 660">
              <a:extLst>
                <a:ext uri="{FF2B5EF4-FFF2-40B4-BE49-F238E27FC236}">
                  <a16:creationId xmlns:a16="http://schemas.microsoft.com/office/drawing/2014/main" id="{B33A9C58-FE82-E530-E3B3-727E456D6A3D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62" name="TextBox 661">
              <a:extLst>
                <a:ext uri="{FF2B5EF4-FFF2-40B4-BE49-F238E27FC236}">
                  <a16:creationId xmlns:a16="http://schemas.microsoft.com/office/drawing/2014/main" id="{613B5A29-588E-2E1C-F7DC-F1BAA86C7281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9FEE056C-1783-50E5-279E-BA00E13C8132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3DF9CF41-BE05-E6C1-25B7-478410BC0D89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5" name="Oval 664">
              <a:extLst>
                <a:ext uri="{FF2B5EF4-FFF2-40B4-BE49-F238E27FC236}">
                  <a16:creationId xmlns:a16="http://schemas.microsoft.com/office/drawing/2014/main" id="{EC73883A-EF62-FE2E-C582-49D7D6E91EA7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6" name="TextBox 665">
              <a:extLst>
                <a:ext uri="{FF2B5EF4-FFF2-40B4-BE49-F238E27FC236}">
                  <a16:creationId xmlns:a16="http://schemas.microsoft.com/office/drawing/2014/main" id="{E448082A-4554-6B68-1C6A-FC9DB1016DB1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667" name="Oval 666">
              <a:extLst>
                <a:ext uri="{FF2B5EF4-FFF2-40B4-BE49-F238E27FC236}">
                  <a16:creationId xmlns:a16="http://schemas.microsoft.com/office/drawing/2014/main" id="{79DA3B85-E1B7-9CBB-2115-CC5DDFFD020C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8" name="TextBox 667">
              <a:extLst>
                <a:ext uri="{FF2B5EF4-FFF2-40B4-BE49-F238E27FC236}">
                  <a16:creationId xmlns:a16="http://schemas.microsoft.com/office/drawing/2014/main" id="{C3D47352-E3E0-C3A7-1A1A-4DB4992BDE94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03978A76-202E-529E-6C04-F45E5685EF23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74981FED-9512-2405-05C9-DBB9C566A492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1" name="Freeform 670">
              <a:extLst>
                <a:ext uri="{FF2B5EF4-FFF2-40B4-BE49-F238E27FC236}">
                  <a16:creationId xmlns:a16="http://schemas.microsoft.com/office/drawing/2014/main" id="{F0553CA6-6E54-0CFA-2F1D-DF71627771AB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2" name="Freeform 671">
              <a:extLst>
                <a:ext uri="{FF2B5EF4-FFF2-40B4-BE49-F238E27FC236}">
                  <a16:creationId xmlns:a16="http://schemas.microsoft.com/office/drawing/2014/main" id="{F97785D0-628E-9307-B1E9-112DBD2A4059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3" name="Freeform 672">
              <a:extLst>
                <a:ext uri="{FF2B5EF4-FFF2-40B4-BE49-F238E27FC236}">
                  <a16:creationId xmlns:a16="http://schemas.microsoft.com/office/drawing/2014/main" id="{D575E10C-5159-AACC-3FDE-35623E3B7884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4" name="Freeform 673">
              <a:extLst>
                <a:ext uri="{FF2B5EF4-FFF2-40B4-BE49-F238E27FC236}">
                  <a16:creationId xmlns:a16="http://schemas.microsoft.com/office/drawing/2014/main" id="{C3F9169B-6160-CD87-FC33-03EEF2427D4C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5" name="Freeform 674">
              <a:extLst>
                <a:ext uri="{FF2B5EF4-FFF2-40B4-BE49-F238E27FC236}">
                  <a16:creationId xmlns:a16="http://schemas.microsoft.com/office/drawing/2014/main" id="{B5BFA431-C96B-8F5D-465C-F178FF744011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6" name="Freeform 675">
              <a:extLst>
                <a:ext uri="{FF2B5EF4-FFF2-40B4-BE49-F238E27FC236}">
                  <a16:creationId xmlns:a16="http://schemas.microsoft.com/office/drawing/2014/main" id="{CCCB9971-C168-D408-16E6-B86EDBAA9A22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7" name="Freeform 676">
              <a:extLst>
                <a:ext uri="{FF2B5EF4-FFF2-40B4-BE49-F238E27FC236}">
                  <a16:creationId xmlns:a16="http://schemas.microsoft.com/office/drawing/2014/main" id="{C33D7FB9-A8FA-B109-7846-9FC7AE585EBD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8" name="Rectangle 677">
              <a:extLst>
                <a:ext uri="{FF2B5EF4-FFF2-40B4-BE49-F238E27FC236}">
                  <a16:creationId xmlns:a16="http://schemas.microsoft.com/office/drawing/2014/main" id="{1F7C744C-4AB4-F7B7-62EB-0A942F9574B7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0E8DCA16-0983-9D4B-33EE-50235F410CDE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0" name="Group 679">
            <a:extLst>
              <a:ext uri="{FF2B5EF4-FFF2-40B4-BE49-F238E27FC236}">
                <a16:creationId xmlns:a16="http://schemas.microsoft.com/office/drawing/2014/main" id="{732D4B85-2FD7-E49B-7994-C04C9567D125}"/>
              </a:ext>
            </a:extLst>
          </p:cNvPr>
          <p:cNvGrpSpPr/>
          <p:nvPr/>
        </p:nvGrpSpPr>
        <p:grpSpPr>
          <a:xfrm>
            <a:off x="5563928" y="4375962"/>
            <a:ext cx="2057997" cy="1624915"/>
            <a:chOff x="7772400" y="5715002"/>
            <a:chExt cx="2057997" cy="1624915"/>
          </a:xfrm>
        </p:grpSpPr>
        <p:sp>
          <p:nvSpPr>
            <p:cNvPr id="681" name="Triangle 680">
              <a:extLst>
                <a:ext uri="{FF2B5EF4-FFF2-40B4-BE49-F238E27FC236}">
                  <a16:creationId xmlns:a16="http://schemas.microsoft.com/office/drawing/2014/main" id="{DDF10AC5-27CD-B7C9-1966-BC46208FECF7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82" name="TextBox 681">
              <a:extLst>
                <a:ext uri="{FF2B5EF4-FFF2-40B4-BE49-F238E27FC236}">
                  <a16:creationId xmlns:a16="http://schemas.microsoft.com/office/drawing/2014/main" id="{594D0170-14A1-978E-E354-A74E47AFC169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683" name="Rectangle 682">
              <a:extLst>
                <a:ext uri="{FF2B5EF4-FFF2-40B4-BE49-F238E27FC236}">
                  <a16:creationId xmlns:a16="http://schemas.microsoft.com/office/drawing/2014/main" id="{D896A374-73D3-4D51-D1CD-D0565B76AA07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6ED7CD49-3726-41C1-F38A-99ED34A8FFC5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5" name="Oval 684">
              <a:extLst>
                <a:ext uri="{FF2B5EF4-FFF2-40B4-BE49-F238E27FC236}">
                  <a16:creationId xmlns:a16="http://schemas.microsoft.com/office/drawing/2014/main" id="{144CB993-F36C-F33E-33A2-9AD33F7E3729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6" name="TextBox 685">
              <a:extLst>
                <a:ext uri="{FF2B5EF4-FFF2-40B4-BE49-F238E27FC236}">
                  <a16:creationId xmlns:a16="http://schemas.microsoft.com/office/drawing/2014/main" id="{65A28B53-9272-0833-55CB-E68CE33AD38F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A73877F8-1573-DCFF-DB5D-8C24DDAD7EF3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TextBox 687">
              <a:extLst>
                <a:ext uri="{FF2B5EF4-FFF2-40B4-BE49-F238E27FC236}">
                  <a16:creationId xmlns:a16="http://schemas.microsoft.com/office/drawing/2014/main" id="{7CBEC38B-D914-A88D-2986-DCA40E15AF89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689" name="Straight Connector 688">
              <a:extLst>
                <a:ext uri="{FF2B5EF4-FFF2-40B4-BE49-F238E27FC236}">
                  <a16:creationId xmlns:a16="http://schemas.microsoft.com/office/drawing/2014/main" id="{8F86371A-FA5F-C729-9AEC-DCA9DFA52F81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0" name="Straight Connector 689">
              <a:extLst>
                <a:ext uri="{FF2B5EF4-FFF2-40B4-BE49-F238E27FC236}">
                  <a16:creationId xmlns:a16="http://schemas.microsoft.com/office/drawing/2014/main" id="{9E1B43B8-A4FD-4A2B-078F-D5C84B85A966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1" name="Freeform 690">
              <a:extLst>
                <a:ext uri="{FF2B5EF4-FFF2-40B4-BE49-F238E27FC236}">
                  <a16:creationId xmlns:a16="http://schemas.microsoft.com/office/drawing/2014/main" id="{B780152F-E3E0-C660-8036-DEEC7DFCB7DF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Freeform 691">
              <a:extLst>
                <a:ext uri="{FF2B5EF4-FFF2-40B4-BE49-F238E27FC236}">
                  <a16:creationId xmlns:a16="http://schemas.microsoft.com/office/drawing/2014/main" id="{53DE997A-C81C-5DE0-2A2F-2EE144924EAF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Freeform 692">
              <a:extLst>
                <a:ext uri="{FF2B5EF4-FFF2-40B4-BE49-F238E27FC236}">
                  <a16:creationId xmlns:a16="http://schemas.microsoft.com/office/drawing/2014/main" id="{CA8E3E3B-FA7C-B295-D7D1-631D197A66A4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Freeform 693">
              <a:extLst>
                <a:ext uri="{FF2B5EF4-FFF2-40B4-BE49-F238E27FC236}">
                  <a16:creationId xmlns:a16="http://schemas.microsoft.com/office/drawing/2014/main" id="{29CA8B74-E7DE-7CA6-489B-3D6DFDBF2048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Freeform 694">
              <a:extLst>
                <a:ext uri="{FF2B5EF4-FFF2-40B4-BE49-F238E27FC236}">
                  <a16:creationId xmlns:a16="http://schemas.microsoft.com/office/drawing/2014/main" id="{5D9012CA-E804-0FC7-C2B3-3FAFA5FA2A0E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Freeform 695">
              <a:extLst>
                <a:ext uri="{FF2B5EF4-FFF2-40B4-BE49-F238E27FC236}">
                  <a16:creationId xmlns:a16="http://schemas.microsoft.com/office/drawing/2014/main" id="{545F0927-5C90-8D51-B106-DFBC303A1CDF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7" name="Freeform 696">
              <a:extLst>
                <a:ext uri="{FF2B5EF4-FFF2-40B4-BE49-F238E27FC236}">
                  <a16:creationId xmlns:a16="http://schemas.microsoft.com/office/drawing/2014/main" id="{01C4CD61-0721-9E18-96DA-AA01FA5E1E4F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8" name="Rectangle 697">
              <a:extLst>
                <a:ext uri="{FF2B5EF4-FFF2-40B4-BE49-F238E27FC236}">
                  <a16:creationId xmlns:a16="http://schemas.microsoft.com/office/drawing/2014/main" id="{0166CC88-B722-33D9-0740-29CB74F0AD65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32671D92-063D-0B15-3ACA-12953424FF35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0" name="Group 699">
            <a:extLst>
              <a:ext uri="{FF2B5EF4-FFF2-40B4-BE49-F238E27FC236}">
                <a16:creationId xmlns:a16="http://schemas.microsoft.com/office/drawing/2014/main" id="{F39BE5D3-44D2-2872-B0E7-596B9771BB8B}"/>
              </a:ext>
            </a:extLst>
          </p:cNvPr>
          <p:cNvGrpSpPr/>
          <p:nvPr/>
        </p:nvGrpSpPr>
        <p:grpSpPr>
          <a:xfrm>
            <a:off x="1911244" y="10545704"/>
            <a:ext cx="2057997" cy="1624915"/>
            <a:chOff x="7772400" y="5715002"/>
            <a:chExt cx="2057997" cy="1624915"/>
          </a:xfrm>
        </p:grpSpPr>
        <p:sp>
          <p:nvSpPr>
            <p:cNvPr id="701" name="Triangle 700">
              <a:extLst>
                <a:ext uri="{FF2B5EF4-FFF2-40B4-BE49-F238E27FC236}">
                  <a16:creationId xmlns:a16="http://schemas.microsoft.com/office/drawing/2014/main" id="{A8474C1F-07B5-831F-BD74-BC7954354595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02" name="TextBox 701">
              <a:extLst>
                <a:ext uri="{FF2B5EF4-FFF2-40B4-BE49-F238E27FC236}">
                  <a16:creationId xmlns:a16="http://schemas.microsoft.com/office/drawing/2014/main" id="{10C82384-4EE8-A91B-ABAF-6B310FCB7AC5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703" name="Rectangle 702">
              <a:extLst>
                <a:ext uri="{FF2B5EF4-FFF2-40B4-BE49-F238E27FC236}">
                  <a16:creationId xmlns:a16="http://schemas.microsoft.com/office/drawing/2014/main" id="{AB55198C-7578-86A0-DC79-88296714D0E2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9E2976E6-E1F9-7A2F-04D3-99839053E960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6" name="Oval 265">
              <a:extLst>
                <a:ext uri="{FF2B5EF4-FFF2-40B4-BE49-F238E27FC236}">
                  <a16:creationId xmlns:a16="http://schemas.microsoft.com/office/drawing/2014/main" id="{C708624A-6C57-96F7-EE8D-7E4B920E569F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A77D1E22-0C69-A29E-7CE3-1F78040E8393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5DB3ED94-B45C-F6F8-C832-6D03437579C9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TextBox 268">
              <a:extLst>
                <a:ext uri="{FF2B5EF4-FFF2-40B4-BE49-F238E27FC236}">
                  <a16:creationId xmlns:a16="http://schemas.microsoft.com/office/drawing/2014/main" id="{BC4C1CC4-4796-08C5-D7E9-9DA3B047E7F6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681172E2-9311-4BC0-644C-971F97F79E1C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270">
              <a:extLst>
                <a:ext uri="{FF2B5EF4-FFF2-40B4-BE49-F238E27FC236}">
                  <a16:creationId xmlns:a16="http://schemas.microsoft.com/office/drawing/2014/main" id="{8BFAB546-D32C-2D8D-CF6C-AF54933F8DB8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FE26A423-014B-D842-E83F-EBFFFB947EFD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Freeform 272">
              <a:extLst>
                <a:ext uri="{FF2B5EF4-FFF2-40B4-BE49-F238E27FC236}">
                  <a16:creationId xmlns:a16="http://schemas.microsoft.com/office/drawing/2014/main" id="{A81F2DC2-632E-56E5-BA9B-37141BF16DFD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AEE68103-B47D-B635-C43B-8C11BB4B3EE8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81823B69-CAE8-0866-96EE-58142B26DDA1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Freeform 275">
              <a:extLst>
                <a:ext uri="{FF2B5EF4-FFF2-40B4-BE49-F238E27FC236}">
                  <a16:creationId xmlns:a16="http://schemas.microsoft.com/office/drawing/2014/main" id="{1AB0B5E9-C5E3-E745-7BC7-3C0C7748AE82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F10F0BAD-4D37-837E-16FD-A61A0CC434BD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8364AED8-0452-72B5-5864-69320B085D7F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61524FC7-D8B1-36E9-ABA2-E89815C2E8B6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0" name="Straight Connector 279">
              <a:extLst>
                <a:ext uri="{FF2B5EF4-FFF2-40B4-BE49-F238E27FC236}">
                  <a16:creationId xmlns:a16="http://schemas.microsoft.com/office/drawing/2014/main" id="{926AAA23-0A6D-6587-71EE-AFE357CB80F2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9D6D8A92-A214-7DF0-4095-B56924436C2A}"/>
              </a:ext>
            </a:extLst>
          </p:cNvPr>
          <p:cNvGrpSpPr/>
          <p:nvPr/>
        </p:nvGrpSpPr>
        <p:grpSpPr>
          <a:xfrm>
            <a:off x="1906327" y="8495678"/>
            <a:ext cx="2057997" cy="1624915"/>
            <a:chOff x="7772400" y="5715002"/>
            <a:chExt cx="2057997" cy="1624915"/>
          </a:xfrm>
        </p:grpSpPr>
        <p:sp>
          <p:nvSpPr>
            <p:cNvPr id="282" name="Triangle 281">
              <a:extLst>
                <a:ext uri="{FF2B5EF4-FFF2-40B4-BE49-F238E27FC236}">
                  <a16:creationId xmlns:a16="http://schemas.microsoft.com/office/drawing/2014/main" id="{64B4BB05-F571-949E-03D7-1D04F0F7892F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6219EB38-00EF-7875-2ED8-B54FF5242C51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284" name="Rectangle 283">
              <a:extLst>
                <a:ext uri="{FF2B5EF4-FFF2-40B4-BE49-F238E27FC236}">
                  <a16:creationId xmlns:a16="http://schemas.microsoft.com/office/drawing/2014/main" id="{264AE986-7FCD-4297-104F-46F218D69277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13D716BA-E280-0624-B7FD-2436EC39B151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6" name="Oval 285">
              <a:extLst>
                <a:ext uri="{FF2B5EF4-FFF2-40B4-BE49-F238E27FC236}">
                  <a16:creationId xmlns:a16="http://schemas.microsoft.com/office/drawing/2014/main" id="{B0DA4EBE-AB53-92FD-61BA-14EA029C4148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014D4D36-404A-011E-DA50-5FB05612839C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288" name="Oval 287">
              <a:extLst>
                <a:ext uri="{FF2B5EF4-FFF2-40B4-BE49-F238E27FC236}">
                  <a16:creationId xmlns:a16="http://schemas.microsoft.com/office/drawing/2014/main" id="{5153B08E-FAE3-2FAF-4912-268110FD0DFB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TextBox 288">
              <a:extLst>
                <a:ext uri="{FF2B5EF4-FFF2-40B4-BE49-F238E27FC236}">
                  <a16:creationId xmlns:a16="http://schemas.microsoft.com/office/drawing/2014/main" id="{20647E7A-BE2E-2E87-CC59-DF0881B15D07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D9B65F86-8E34-7200-5F1E-985C50089CC9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>
              <a:extLst>
                <a:ext uri="{FF2B5EF4-FFF2-40B4-BE49-F238E27FC236}">
                  <a16:creationId xmlns:a16="http://schemas.microsoft.com/office/drawing/2014/main" id="{726D9601-9EDD-D9B3-9FB6-655C5145000D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Freeform 291">
              <a:extLst>
                <a:ext uri="{FF2B5EF4-FFF2-40B4-BE49-F238E27FC236}">
                  <a16:creationId xmlns:a16="http://schemas.microsoft.com/office/drawing/2014/main" id="{F94DCD88-458B-2E5C-5D03-395E3BCBB8FE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DDD5A490-3258-B539-56D0-CE3AC9D5E954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E4E4628-D24B-F7B8-A46E-5F648937B070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Freeform 294">
              <a:extLst>
                <a:ext uri="{FF2B5EF4-FFF2-40B4-BE49-F238E27FC236}">
                  <a16:creationId xmlns:a16="http://schemas.microsoft.com/office/drawing/2014/main" id="{44D785B2-C32D-659B-229A-4C8C11635B57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7E817AB2-306E-F617-9392-C122CDEC80DD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613B54BB-0015-7E9C-599C-46F286F3456E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7BD3469-18FA-0008-D052-8B01CCB9594E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ectangle 298">
              <a:extLst>
                <a:ext uri="{FF2B5EF4-FFF2-40B4-BE49-F238E27FC236}">
                  <a16:creationId xmlns:a16="http://schemas.microsoft.com/office/drawing/2014/main" id="{FCCF0220-6E66-8513-6B36-3AD4EE0FE946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55333467-0474-C897-641F-4B84D4FFF287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696F6F67-9503-2526-5AAD-E3FAD687AD84}"/>
              </a:ext>
            </a:extLst>
          </p:cNvPr>
          <p:cNvGrpSpPr/>
          <p:nvPr/>
        </p:nvGrpSpPr>
        <p:grpSpPr>
          <a:xfrm>
            <a:off x="1911243" y="6435820"/>
            <a:ext cx="2057997" cy="1624915"/>
            <a:chOff x="7772400" y="5715002"/>
            <a:chExt cx="2057997" cy="1624915"/>
          </a:xfrm>
        </p:grpSpPr>
        <p:sp>
          <p:nvSpPr>
            <p:cNvPr id="302" name="Triangle 301">
              <a:extLst>
                <a:ext uri="{FF2B5EF4-FFF2-40B4-BE49-F238E27FC236}">
                  <a16:creationId xmlns:a16="http://schemas.microsoft.com/office/drawing/2014/main" id="{3F749C94-2177-07E5-790B-0BAFC437BE19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FCF52E7-3389-7A20-0767-07A24E3595B4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83700E4C-84F7-ABC6-1171-2586736ABC39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5" name="Straight Connector 304">
              <a:extLst>
                <a:ext uri="{FF2B5EF4-FFF2-40B4-BE49-F238E27FC236}">
                  <a16:creationId xmlns:a16="http://schemas.microsoft.com/office/drawing/2014/main" id="{63DA11B8-64B0-D577-C9C0-171B245BBAB1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Oval 305">
              <a:extLst>
                <a:ext uri="{FF2B5EF4-FFF2-40B4-BE49-F238E27FC236}">
                  <a16:creationId xmlns:a16="http://schemas.microsoft.com/office/drawing/2014/main" id="{78BC182C-5787-6B88-C544-EAE3C1569FCC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D9029406-4198-C043-6936-05BD4FCD685E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308" name="Oval 307">
              <a:extLst>
                <a:ext uri="{FF2B5EF4-FFF2-40B4-BE49-F238E27FC236}">
                  <a16:creationId xmlns:a16="http://schemas.microsoft.com/office/drawing/2014/main" id="{BD4C9D8C-F8F7-8EBF-A66B-047DE3291063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7D3EB7E1-C5EB-EFD1-BA65-C896755E0CD8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A0ADF8CC-8CFD-52E0-35DB-D359752E7604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3CB76649-0924-E05C-9CF7-12453A61EA6E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4FE02EDC-6B89-C350-E876-2ADF1E21693E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Freeform 312">
              <a:extLst>
                <a:ext uri="{FF2B5EF4-FFF2-40B4-BE49-F238E27FC236}">
                  <a16:creationId xmlns:a16="http://schemas.microsoft.com/office/drawing/2014/main" id="{25895BE8-E164-3738-1051-C37BCC9006FD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CF05D0DB-B49C-C4F9-6C05-2E9F010109C1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47A03BFF-EE75-AEFC-D014-960F79A1693E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Freeform 315">
              <a:extLst>
                <a:ext uri="{FF2B5EF4-FFF2-40B4-BE49-F238E27FC236}">
                  <a16:creationId xmlns:a16="http://schemas.microsoft.com/office/drawing/2014/main" id="{CFBA6E33-74CE-8286-626E-BD60E46BC7B5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C96318FA-AC37-188B-5343-BC9568467CE2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1E89EF3-BAF6-20CA-493B-366E804E2AE0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328A2353-EF58-1C3A-AD43-C1B30C60CA21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65560E8F-779F-E52F-E824-732459FEBE84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54D3F87C-E146-AFFC-4B1F-696A79F933AA}"/>
              </a:ext>
            </a:extLst>
          </p:cNvPr>
          <p:cNvGrpSpPr/>
          <p:nvPr/>
        </p:nvGrpSpPr>
        <p:grpSpPr>
          <a:xfrm>
            <a:off x="1906328" y="4375962"/>
            <a:ext cx="2057997" cy="1624915"/>
            <a:chOff x="7772400" y="5715002"/>
            <a:chExt cx="2057997" cy="1624915"/>
          </a:xfrm>
        </p:grpSpPr>
        <p:sp>
          <p:nvSpPr>
            <p:cNvPr id="386" name="Triangle 385">
              <a:extLst>
                <a:ext uri="{FF2B5EF4-FFF2-40B4-BE49-F238E27FC236}">
                  <a16:creationId xmlns:a16="http://schemas.microsoft.com/office/drawing/2014/main" id="{026F946F-ECB0-E909-E50B-7AA2BDD61BF6}"/>
                </a:ext>
              </a:extLst>
            </p:cNvPr>
            <p:cNvSpPr/>
            <p:nvPr/>
          </p:nvSpPr>
          <p:spPr>
            <a:xfrm>
              <a:off x="8741527" y="6468272"/>
              <a:ext cx="620974" cy="515999"/>
            </a:xfrm>
            <a:prstGeom prst="triangl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FA7843D9-32E0-8E05-7573-979264657EB9}"/>
                </a:ext>
              </a:extLst>
            </p:cNvPr>
            <p:cNvSpPr txBox="1"/>
            <p:nvPr/>
          </p:nvSpPr>
          <p:spPr>
            <a:xfrm>
              <a:off x="8827224" y="67072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03CE00"/>
                  </a:solidFill>
                </a:rPr>
                <a:t>Exc</a:t>
              </a:r>
            </a:p>
          </p:txBody>
        </p:sp>
        <p:sp>
          <p:nvSpPr>
            <p:cNvPr id="388" name="Rectangle 387">
              <a:extLst>
                <a:ext uri="{FF2B5EF4-FFF2-40B4-BE49-F238E27FC236}">
                  <a16:creationId xmlns:a16="http://schemas.microsoft.com/office/drawing/2014/main" id="{82D6B36C-37FC-B112-2690-F3623324A563}"/>
                </a:ext>
              </a:extLst>
            </p:cNvPr>
            <p:cNvSpPr/>
            <p:nvPr/>
          </p:nvSpPr>
          <p:spPr>
            <a:xfrm>
              <a:off x="9006294" y="5947691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9E93F03-C715-4E3F-EE27-421AB6183669}"/>
                </a:ext>
              </a:extLst>
            </p:cNvPr>
            <p:cNvCxnSpPr/>
            <p:nvPr/>
          </p:nvCxnSpPr>
          <p:spPr>
            <a:xfrm>
              <a:off x="9052014" y="6374411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0" name="Oval 389">
              <a:extLst>
                <a:ext uri="{FF2B5EF4-FFF2-40B4-BE49-F238E27FC236}">
                  <a16:creationId xmlns:a16="http://schemas.microsoft.com/office/drawing/2014/main" id="{078E36D5-491B-FA4C-6ABB-2B80355A57FA}"/>
                </a:ext>
              </a:extLst>
            </p:cNvPr>
            <p:cNvSpPr/>
            <p:nvPr/>
          </p:nvSpPr>
          <p:spPr>
            <a:xfrm>
              <a:off x="8096699" y="6610890"/>
              <a:ext cx="377190" cy="373380"/>
            </a:xfrm>
            <a:prstGeom prst="ellipse">
              <a:avLst/>
            </a:prstGeom>
            <a:solidFill>
              <a:srgbClr val="8B0000">
                <a:alpha val="29000"/>
              </a:srgbClr>
            </a:solidFill>
            <a:ln w="31750">
              <a:solidFill>
                <a:srgbClr val="8B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TextBox 390">
              <a:extLst>
                <a:ext uri="{FF2B5EF4-FFF2-40B4-BE49-F238E27FC236}">
                  <a16:creationId xmlns:a16="http://schemas.microsoft.com/office/drawing/2014/main" id="{178FD668-1401-973B-2501-A4CE169A7883}"/>
                </a:ext>
              </a:extLst>
            </p:cNvPr>
            <p:cNvSpPr txBox="1"/>
            <p:nvPr/>
          </p:nvSpPr>
          <p:spPr>
            <a:xfrm>
              <a:off x="8060504" y="6659081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8B0000"/>
                  </a:solidFill>
                </a:rPr>
                <a:t>PV</a:t>
              </a:r>
            </a:p>
          </p:txBody>
        </p:sp>
        <p:sp>
          <p:nvSpPr>
            <p:cNvPr id="392" name="Oval 391">
              <a:extLst>
                <a:ext uri="{FF2B5EF4-FFF2-40B4-BE49-F238E27FC236}">
                  <a16:creationId xmlns:a16="http://schemas.microsoft.com/office/drawing/2014/main" id="{053272AC-2C15-EFB0-4FC5-295614F2BA65}"/>
                </a:ext>
              </a:extLst>
            </p:cNvPr>
            <p:cNvSpPr/>
            <p:nvPr/>
          </p:nvSpPr>
          <p:spPr>
            <a:xfrm>
              <a:off x="8096699" y="5943881"/>
              <a:ext cx="377190" cy="37338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31750">
              <a:solidFill>
                <a:srgbClr val="9932C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TextBox 392">
              <a:extLst>
                <a:ext uri="{FF2B5EF4-FFF2-40B4-BE49-F238E27FC236}">
                  <a16:creationId xmlns:a16="http://schemas.microsoft.com/office/drawing/2014/main" id="{B85EF563-8B67-8224-CC94-889CA0D603B2}"/>
                </a:ext>
              </a:extLst>
            </p:cNvPr>
            <p:cNvSpPr txBox="1"/>
            <p:nvPr/>
          </p:nvSpPr>
          <p:spPr>
            <a:xfrm>
              <a:off x="8060504" y="5992072"/>
              <a:ext cx="4495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9932CC"/>
                  </a:solidFill>
                </a:rPr>
                <a:t>SST</a:t>
              </a:r>
            </a:p>
          </p:txBody>
        </p: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D9CB6742-436E-6AB7-DC59-C18CD6CE8876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4" y="6134381"/>
              <a:ext cx="453390" cy="0"/>
            </a:xfrm>
            <a:prstGeom prst="line">
              <a:avLst/>
            </a:prstGeom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Straight Connector 394">
              <a:extLst>
                <a:ext uri="{FF2B5EF4-FFF2-40B4-BE49-F238E27FC236}">
                  <a16:creationId xmlns:a16="http://schemas.microsoft.com/office/drawing/2014/main" id="{C7187311-0C07-2F7D-65AE-BFD72A26E265}"/>
                </a:ext>
              </a:extLst>
            </p:cNvPr>
            <p:cNvCxnSpPr>
              <a:cxnSpLocks/>
            </p:cNvCxnSpPr>
            <p:nvPr/>
          </p:nvCxnSpPr>
          <p:spPr>
            <a:xfrm>
              <a:off x="8461465" y="6797321"/>
              <a:ext cx="280063" cy="0"/>
            </a:xfrm>
            <a:prstGeom prst="line">
              <a:avLst/>
            </a:prstGeom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6" name="Freeform 395">
              <a:extLst>
                <a:ext uri="{FF2B5EF4-FFF2-40B4-BE49-F238E27FC236}">
                  <a16:creationId xmlns:a16="http://schemas.microsoft.com/office/drawing/2014/main" id="{B1598CAA-FC7C-4F50-1C22-36DF4E300FA9}"/>
                </a:ext>
              </a:extLst>
            </p:cNvPr>
            <p:cNvSpPr/>
            <p:nvPr/>
          </p:nvSpPr>
          <p:spPr>
            <a:xfrm>
              <a:off x="8097438" y="5715002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9932CC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Freeform 396">
              <a:extLst>
                <a:ext uri="{FF2B5EF4-FFF2-40B4-BE49-F238E27FC236}">
                  <a16:creationId xmlns:a16="http://schemas.microsoft.com/office/drawing/2014/main" id="{176F5988-8FD1-D0F7-71F4-7664877B6BE2}"/>
                </a:ext>
              </a:extLst>
            </p:cNvPr>
            <p:cNvSpPr/>
            <p:nvPr/>
          </p:nvSpPr>
          <p:spPr>
            <a:xfrm>
              <a:off x="8123972" y="6387477"/>
              <a:ext cx="323805" cy="232948"/>
            </a:xfrm>
            <a:custGeom>
              <a:avLst/>
              <a:gdLst>
                <a:gd name="connsiteX0" fmla="*/ 101137 w 323805"/>
                <a:gd name="connsiteY0" fmla="*/ 232948 h 232948"/>
                <a:gd name="connsiteX1" fmla="*/ 9697 w 323805"/>
                <a:gd name="connsiteY1" fmla="*/ 34828 h 232948"/>
                <a:gd name="connsiteX2" fmla="*/ 306877 w 323805"/>
                <a:gd name="connsiteY2" fmla="*/ 11968 h 232948"/>
                <a:gd name="connsiteX3" fmla="*/ 261157 w 323805"/>
                <a:gd name="connsiteY3" fmla="*/ 164368 h 232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805" h="232948">
                  <a:moveTo>
                    <a:pt x="101137" y="232948"/>
                  </a:moveTo>
                  <a:cubicBezTo>
                    <a:pt x="38272" y="152303"/>
                    <a:pt x="-24593" y="71658"/>
                    <a:pt x="9697" y="34828"/>
                  </a:cubicBezTo>
                  <a:cubicBezTo>
                    <a:pt x="43987" y="-2002"/>
                    <a:pt x="264967" y="-9622"/>
                    <a:pt x="306877" y="11968"/>
                  </a:cubicBezTo>
                  <a:cubicBezTo>
                    <a:pt x="348787" y="33558"/>
                    <a:pt x="304972" y="98963"/>
                    <a:pt x="261157" y="164368"/>
                  </a:cubicBezTo>
                </a:path>
              </a:pathLst>
            </a:custGeom>
            <a:noFill/>
            <a:ln w="31750" cap="flat">
              <a:solidFill>
                <a:srgbClr val="8B0000"/>
              </a:solidFill>
              <a:prstDash val="sysDash"/>
              <a:miter lim="800000"/>
              <a:tailEnd type="oval" w="lg" len="lg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01137 w 323805"/>
                        <a:gd name="connsiteY0" fmla="*/ 232948 h 232948"/>
                        <a:gd name="connsiteX1" fmla="*/ 9697 w 323805"/>
                        <a:gd name="connsiteY1" fmla="*/ 34828 h 232948"/>
                        <a:gd name="connsiteX2" fmla="*/ 306877 w 323805"/>
                        <a:gd name="connsiteY2" fmla="*/ 11968 h 232948"/>
                        <a:gd name="connsiteX3" fmla="*/ 261157 w 323805"/>
                        <a:gd name="connsiteY3" fmla="*/ 164368 h 23294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323805" h="232948" extrusionOk="0">
                          <a:moveTo>
                            <a:pt x="101137" y="232948"/>
                          </a:moveTo>
                          <a:cubicBezTo>
                            <a:pt x="30840" y="147719"/>
                            <a:pt x="-32629" y="74674"/>
                            <a:pt x="9697" y="34828"/>
                          </a:cubicBezTo>
                          <a:cubicBezTo>
                            <a:pt x="52945" y="-116"/>
                            <a:pt x="262791" y="-9553"/>
                            <a:pt x="306877" y="11968"/>
                          </a:cubicBezTo>
                          <a:cubicBezTo>
                            <a:pt x="343803" y="38425"/>
                            <a:pt x="304641" y="100793"/>
                            <a:pt x="261157" y="164368"/>
                          </a:cubicBezTo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8" name="Freeform 397">
              <a:extLst>
                <a:ext uri="{FF2B5EF4-FFF2-40B4-BE49-F238E27FC236}">
                  <a16:creationId xmlns:a16="http://schemas.microsoft.com/office/drawing/2014/main" id="{03226250-0EF3-3F83-4A2C-9D4D37B5EE15}"/>
                </a:ext>
              </a:extLst>
            </p:cNvPr>
            <p:cNvSpPr/>
            <p:nvPr/>
          </p:nvSpPr>
          <p:spPr>
            <a:xfrm>
              <a:off x="8457655" y="6298470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8B0000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9" name="Freeform 398">
              <a:extLst>
                <a:ext uri="{FF2B5EF4-FFF2-40B4-BE49-F238E27FC236}">
                  <a16:creationId xmlns:a16="http://schemas.microsoft.com/office/drawing/2014/main" id="{A2B4D7E8-2078-63DE-6F2B-C3ADB4D6068E}"/>
                </a:ext>
              </a:extLst>
            </p:cNvPr>
            <p:cNvSpPr/>
            <p:nvPr/>
          </p:nvSpPr>
          <p:spPr>
            <a:xfrm rot="10800000">
              <a:off x="7968676" y="6207029"/>
              <a:ext cx="137939" cy="403860"/>
            </a:xfrm>
            <a:custGeom>
              <a:avLst/>
              <a:gdLst>
                <a:gd name="connsiteX0" fmla="*/ 0 w 137939"/>
                <a:gd name="connsiteY0" fmla="*/ 403860 h 403860"/>
                <a:gd name="connsiteX1" fmla="*/ 137160 w 137939"/>
                <a:gd name="connsiteY1" fmla="*/ 175260 h 403860"/>
                <a:gd name="connsiteX2" fmla="*/ 45720 w 137939"/>
                <a:gd name="connsiteY2" fmla="*/ 0 h 403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7939" h="403860">
                  <a:moveTo>
                    <a:pt x="0" y="403860"/>
                  </a:moveTo>
                  <a:cubicBezTo>
                    <a:pt x="64770" y="323215"/>
                    <a:pt x="129540" y="242570"/>
                    <a:pt x="137160" y="175260"/>
                  </a:cubicBezTo>
                  <a:cubicBezTo>
                    <a:pt x="144780" y="107950"/>
                    <a:pt x="95250" y="53975"/>
                    <a:pt x="45720" y="0"/>
                  </a:cubicBezTo>
                </a:path>
              </a:pathLst>
            </a:custGeom>
            <a:noFill/>
            <a:ln w="31750">
              <a:solidFill>
                <a:srgbClr val="9932CC"/>
              </a:solidFill>
              <a:prstDash val="sysDash"/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0" name="Freeform 399">
              <a:extLst>
                <a:ext uri="{FF2B5EF4-FFF2-40B4-BE49-F238E27FC236}">
                  <a16:creationId xmlns:a16="http://schemas.microsoft.com/office/drawing/2014/main" id="{FE485815-9649-50D1-5B3E-241F38BA907B}"/>
                </a:ext>
              </a:extLst>
            </p:cNvPr>
            <p:cNvSpPr/>
            <p:nvPr/>
          </p:nvSpPr>
          <p:spPr>
            <a:xfrm>
              <a:off x="8164134" y="6999511"/>
              <a:ext cx="1027904" cy="326579"/>
            </a:xfrm>
            <a:custGeom>
              <a:avLst/>
              <a:gdLst>
                <a:gd name="connsiteX0" fmla="*/ 1009800 w 1027904"/>
                <a:gd name="connsiteY0" fmla="*/ 0 h 451067"/>
                <a:gd name="connsiteX1" fmla="*/ 910740 w 1027904"/>
                <a:gd name="connsiteY1" fmla="*/ 403860 h 451067"/>
                <a:gd name="connsiteX2" fmla="*/ 125880 w 1027904"/>
                <a:gd name="connsiteY2" fmla="*/ 403860 h 451067"/>
                <a:gd name="connsiteX3" fmla="*/ 11580 w 1027904"/>
                <a:gd name="connsiteY3" fmla="*/ 53340 h 451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7904" h="451067">
                  <a:moveTo>
                    <a:pt x="1009800" y="0"/>
                  </a:moveTo>
                  <a:cubicBezTo>
                    <a:pt x="1033930" y="168275"/>
                    <a:pt x="1058060" y="336550"/>
                    <a:pt x="910740" y="403860"/>
                  </a:cubicBezTo>
                  <a:cubicBezTo>
                    <a:pt x="763420" y="471170"/>
                    <a:pt x="275740" y="462280"/>
                    <a:pt x="125880" y="403860"/>
                  </a:cubicBezTo>
                  <a:cubicBezTo>
                    <a:pt x="-23980" y="345440"/>
                    <a:pt x="-6200" y="199390"/>
                    <a:pt x="11580" y="5334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Freeform 400">
              <a:extLst>
                <a:ext uri="{FF2B5EF4-FFF2-40B4-BE49-F238E27FC236}">
                  <a16:creationId xmlns:a16="http://schemas.microsoft.com/office/drawing/2014/main" id="{3C0246DC-55A1-841F-C4CF-040A9F557912}"/>
                </a:ext>
              </a:extLst>
            </p:cNvPr>
            <p:cNvSpPr/>
            <p:nvPr/>
          </p:nvSpPr>
          <p:spPr>
            <a:xfrm rot="21063102" flipH="1">
              <a:off x="9169506" y="7222496"/>
              <a:ext cx="323607" cy="117421"/>
            </a:xfrm>
            <a:custGeom>
              <a:avLst/>
              <a:gdLst>
                <a:gd name="connsiteX0" fmla="*/ 213360 w 213360"/>
                <a:gd name="connsiteY0" fmla="*/ 83820 h 91885"/>
                <a:gd name="connsiteX1" fmla="*/ 30480 w 213360"/>
                <a:gd name="connsiteY1" fmla="*/ 83820 h 91885"/>
                <a:gd name="connsiteX2" fmla="*/ 0 w 213360"/>
                <a:gd name="connsiteY2" fmla="*/ 0 h 91885"/>
                <a:gd name="connsiteX0" fmla="*/ 251656 w 251656"/>
                <a:gd name="connsiteY0" fmla="*/ 83820 h 185862"/>
                <a:gd name="connsiteX1" fmla="*/ 10410 w 251656"/>
                <a:gd name="connsiteY1" fmla="*/ 184615 h 185862"/>
                <a:gd name="connsiteX2" fmla="*/ 38296 w 251656"/>
                <a:gd name="connsiteY2" fmla="*/ 0 h 185862"/>
                <a:gd name="connsiteX0" fmla="*/ 349547 w 349547"/>
                <a:gd name="connsiteY0" fmla="*/ 14855 h 116897"/>
                <a:gd name="connsiteX1" fmla="*/ 108301 w 349547"/>
                <a:gd name="connsiteY1" fmla="*/ 115650 h 116897"/>
                <a:gd name="connsiteX2" fmla="*/ 0 w 349547"/>
                <a:gd name="connsiteY2" fmla="*/ 0 h 116897"/>
                <a:gd name="connsiteX0" fmla="*/ 323607 w 323607"/>
                <a:gd name="connsiteY0" fmla="*/ 0 h 102042"/>
                <a:gd name="connsiteX1" fmla="*/ 82361 w 323607"/>
                <a:gd name="connsiteY1" fmla="*/ 100795 h 102042"/>
                <a:gd name="connsiteX2" fmla="*/ 0 w 323607"/>
                <a:gd name="connsiteY2" fmla="*/ 22280 h 102042"/>
                <a:gd name="connsiteX0" fmla="*/ 323607 w 323607"/>
                <a:gd name="connsiteY0" fmla="*/ 0 h 91556"/>
                <a:gd name="connsiteX1" fmla="*/ 173153 w 323607"/>
                <a:gd name="connsiteY1" fmla="*/ 90185 h 91556"/>
                <a:gd name="connsiteX2" fmla="*/ 0 w 323607"/>
                <a:gd name="connsiteY2" fmla="*/ 22280 h 91556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  <a:gd name="connsiteX0" fmla="*/ 323607 w 323607"/>
                <a:gd name="connsiteY0" fmla="*/ 0 h 96054"/>
                <a:gd name="connsiteX1" fmla="*/ 173153 w 323607"/>
                <a:gd name="connsiteY1" fmla="*/ 90185 h 96054"/>
                <a:gd name="connsiteX2" fmla="*/ 0 w 323607"/>
                <a:gd name="connsiteY2" fmla="*/ 22280 h 960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3607" h="96054">
                  <a:moveTo>
                    <a:pt x="323607" y="0"/>
                  </a:moveTo>
                  <a:cubicBezTo>
                    <a:pt x="249947" y="6985"/>
                    <a:pt x="247623" y="88240"/>
                    <a:pt x="173153" y="90185"/>
                  </a:cubicBezTo>
                  <a:cubicBezTo>
                    <a:pt x="105167" y="118655"/>
                    <a:pt x="3810" y="34980"/>
                    <a:pt x="0" y="2228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Freeform 401">
              <a:extLst>
                <a:ext uri="{FF2B5EF4-FFF2-40B4-BE49-F238E27FC236}">
                  <a16:creationId xmlns:a16="http://schemas.microsoft.com/office/drawing/2014/main" id="{F196DD87-4763-47C9-5A16-E3EDD7E30FD4}"/>
                </a:ext>
              </a:extLst>
            </p:cNvPr>
            <p:cNvSpPr/>
            <p:nvPr/>
          </p:nvSpPr>
          <p:spPr>
            <a:xfrm>
              <a:off x="7772400" y="6062250"/>
              <a:ext cx="449034" cy="1196340"/>
            </a:xfrm>
            <a:custGeom>
              <a:avLst/>
              <a:gdLst>
                <a:gd name="connsiteX0" fmla="*/ 449034 w 449034"/>
                <a:gd name="connsiteY0" fmla="*/ 1196340 h 1196340"/>
                <a:gd name="connsiteX1" fmla="*/ 60414 w 449034"/>
                <a:gd name="connsiteY1" fmla="*/ 1051560 h 1196340"/>
                <a:gd name="connsiteX2" fmla="*/ 7074 w 449034"/>
                <a:gd name="connsiteY2" fmla="*/ 533400 h 1196340"/>
                <a:gd name="connsiteX3" fmla="*/ 121374 w 449034"/>
                <a:gd name="connsiteY3" fmla="*/ 91440 h 1196340"/>
                <a:gd name="connsiteX4" fmla="*/ 250914 w 449034"/>
                <a:gd name="connsiteY4" fmla="*/ 0 h 1196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49034" h="1196340">
                  <a:moveTo>
                    <a:pt x="449034" y="1196340"/>
                  </a:moveTo>
                  <a:cubicBezTo>
                    <a:pt x="291554" y="1179195"/>
                    <a:pt x="134074" y="1162050"/>
                    <a:pt x="60414" y="1051560"/>
                  </a:cubicBezTo>
                  <a:cubicBezTo>
                    <a:pt x="-13246" y="941070"/>
                    <a:pt x="-3086" y="693420"/>
                    <a:pt x="7074" y="533400"/>
                  </a:cubicBezTo>
                  <a:cubicBezTo>
                    <a:pt x="17234" y="373380"/>
                    <a:pt x="80734" y="180340"/>
                    <a:pt x="121374" y="91440"/>
                  </a:cubicBezTo>
                  <a:cubicBezTo>
                    <a:pt x="162014" y="2540"/>
                    <a:pt x="206464" y="1270"/>
                    <a:pt x="250914" y="0"/>
                  </a:cubicBezTo>
                </a:path>
              </a:pathLst>
            </a:custGeom>
            <a:noFill/>
            <a:ln w="31750">
              <a:solidFill>
                <a:srgbClr val="03CE00"/>
              </a:solidFill>
              <a:tailEnd type="oval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Rectangle 402">
              <a:extLst>
                <a:ext uri="{FF2B5EF4-FFF2-40B4-BE49-F238E27FC236}">
                  <a16:creationId xmlns:a16="http://schemas.microsoft.com/office/drawing/2014/main" id="{63F9564D-3949-B328-6458-4DBC0FE3FE4D}"/>
                </a:ext>
              </a:extLst>
            </p:cNvPr>
            <p:cNvSpPr/>
            <p:nvPr/>
          </p:nvSpPr>
          <p:spPr>
            <a:xfrm rot="7413833">
              <a:off x="9571317" y="6942254"/>
              <a:ext cx="91440" cy="42672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1750">
              <a:solidFill>
                <a:srgbClr val="03CE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03EBA14B-CFBD-500A-B381-5ED71A888CE9}"/>
                </a:ext>
              </a:extLst>
            </p:cNvPr>
            <p:cNvCxnSpPr/>
            <p:nvPr/>
          </p:nvCxnSpPr>
          <p:spPr>
            <a:xfrm rot="7413833">
              <a:off x="9385280" y="6937075"/>
              <a:ext cx="0" cy="129540"/>
            </a:xfrm>
            <a:prstGeom prst="line">
              <a:avLst/>
            </a:prstGeom>
            <a:ln w="31750">
              <a:solidFill>
                <a:srgbClr val="03CE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834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diagram of a circuit&#10;&#10;Description automatically generated">
            <a:extLst>
              <a:ext uri="{FF2B5EF4-FFF2-40B4-BE49-F238E27FC236}">
                <a16:creationId xmlns:a16="http://schemas.microsoft.com/office/drawing/2014/main" id="{FFC9DBDF-6BCD-61C0-2A26-B8B2FA68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2" y="4980688"/>
            <a:ext cx="6414868" cy="5829983"/>
          </a:xfrm>
          <a:prstGeom prst="rect">
            <a:avLst/>
          </a:prstGeom>
        </p:spPr>
      </p:pic>
      <p:pic>
        <p:nvPicPr>
          <p:cNvPr id="30" name="Picture 29" descr="A diagram of a circuit&#10;&#10;Description automatically generated">
            <a:extLst>
              <a:ext uri="{FF2B5EF4-FFF2-40B4-BE49-F238E27FC236}">
                <a16:creationId xmlns:a16="http://schemas.microsoft.com/office/drawing/2014/main" id="{D16222D2-7E65-95B9-E40E-FF9BC0F59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75824" y="5149551"/>
            <a:ext cx="6008076" cy="5471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4475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diagram of a circuit&#10;&#10;Description automatically generated">
            <a:extLst>
              <a:ext uri="{FF2B5EF4-FFF2-40B4-BE49-F238E27FC236}">
                <a16:creationId xmlns:a16="http://schemas.microsoft.com/office/drawing/2014/main" id="{FFC9DBDF-6BCD-61C0-2A26-B8B2FA68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2" y="4980688"/>
            <a:ext cx="6414868" cy="5829983"/>
          </a:xfrm>
          <a:prstGeom prst="rect">
            <a:avLst/>
          </a:prstGeom>
        </p:spPr>
      </p:pic>
      <p:pic>
        <p:nvPicPr>
          <p:cNvPr id="3" name="Picture 2" descr="A diagram of a circuit&#10;&#10;Description automatically generated">
            <a:extLst>
              <a:ext uri="{FF2B5EF4-FFF2-40B4-BE49-F238E27FC236}">
                <a16:creationId xmlns:a16="http://schemas.microsoft.com/office/drawing/2014/main" id="{50FF8045-681A-6997-1857-2E6B6E368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38939" y="5040000"/>
            <a:ext cx="6179841" cy="57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065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705</TotalTime>
  <Words>907</Words>
  <Application>Microsoft Macintosh PowerPoint</Application>
  <PresentationFormat>Custom</PresentationFormat>
  <Paragraphs>304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Barkasi, Michael</dc:creator>
  <cp:lastModifiedBy>Barkasi, Michael</cp:lastModifiedBy>
  <cp:revision>1</cp:revision>
  <dcterms:created xsi:type="dcterms:W3CDTF">2024-08-12T18:25:38Z</dcterms:created>
  <dcterms:modified xsi:type="dcterms:W3CDTF">2025-11-17T17:01:35Z</dcterms:modified>
</cp:coreProperties>
</file>